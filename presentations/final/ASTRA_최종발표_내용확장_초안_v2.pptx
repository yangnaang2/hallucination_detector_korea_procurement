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5.xml" ContentType="application/vnd.openxmlformats-officedocument.drawingml.chart+xml"/>
  <Override PartName="/ppt/slides/charts/chart6.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7.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8.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9dfdc9857194281" /><Relationship Type="http://schemas.openxmlformats.org/officeDocument/2006/relationships/extended-properties" Target="/docProps/app.xml" Id="R215db1fd93084d78" /><Relationship Type="http://schemas.openxmlformats.org/officeDocument/2006/relationships/officeDocument" Target="/ppt/presentation.xml" Id="R78cdf03f69a149af" /></Relationships>
</file>

<file path=ppt/presentation.xml><?xml version="1.0" encoding="utf-8"?>
<p:presentation xmlns:p="http://schemas.openxmlformats.org/presentationml/2006/main">
  <p:sldMasterIdLst>
    <p:sldMasterId xmlns:r="http://schemas.openxmlformats.org/officeDocument/2006/relationships" id="2147483648" r:id="R7a1282608b644b71"/>
  </p:sldMasterIdLst>
  <p:notesMasterIdLst>
    <p:notesMasterId xmlns:r="http://schemas.openxmlformats.org/officeDocument/2006/relationships" r:id="R5d2d6a431c974cc9"/>
  </p:notesMasterIdLst>
  <p:sldIdLst>
    <p:sldId xmlns:r="http://schemas.openxmlformats.org/officeDocument/2006/relationships" id="256" r:id="R159d4ceaecdd48fd"/>
    <p:sldId xmlns:r="http://schemas.openxmlformats.org/officeDocument/2006/relationships" id="257" r:id="Re02326faeec44e18"/>
    <p:sldId xmlns:r="http://schemas.openxmlformats.org/officeDocument/2006/relationships" id="258" r:id="Rb5084f7b0b5a4285"/>
    <p:sldId xmlns:r="http://schemas.openxmlformats.org/officeDocument/2006/relationships" id="259" r:id="R4ddb9ae7894e4a88"/>
    <p:sldId xmlns:r="http://schemas.openxmlformats.org/officeDocument/2006/relationships" id="260" r:id="R9e38870560154d6f"/>
    <p:sldId xmlns:r="http://schemas.openxmlformats.org/officeDocument/2006/relationships" id="261" r:id="Re711c9a2d6ce45d7"/>
    <p:sldId xmlns:r="http://schemas.openxmlformats.org/officeDocument/2006/relationships" id="262" r:id="R7c03060c14aa4da4"/>
    <p:sldId xmlns:r="http://schemas.openxmlformats.org/officeDocument/2006/relationships" id="263" r:id="R86ff4afc12cb43b5"/>
    <p:sldId xmlns:r="http://schemas.openxmlformats.org/officeDocument/2006/relationships" id="264" r:id="R2ad2d73290f045bf"/>
    <p:sldId xmlns:r="http://schemas.openxmlformats.org/officeDocument/2006/relationships" id="265" r:id="R4e9a5f06adab43ad"/>
    <p:sldId xmlns:r="http://schemas.openxmlformats.org/officeDocument/2006/relationships" id="266" r:id="R2aa14c1d07a24424"/>
    <p:sldId xmlns:r="http://schemas.openxmlformats.org/officeDocument/2006/relationships" id="267" r:id="R917d413d302040f2"/>
    <p:sldId xmlns:r="http://schemas.openxmlformats.org/officeDocument/2006/relationships" id="268" r:id="R8c52d324e6fd47e8"/>
    <p:sldId xmlns:r="http://schemas.openxmlformats.org/officeDocument/2006/relationships" id="269" r:id="R051eaedb14ce4e34"/>
    <p:sldId xmlns:r="http://schemas.openxmlformats.org/officeDocument/2006/relationships" id="270" r:id="Ra3b6c0d88b78475c"/>
    <p:sldId xmlns:r="http://schemas.openxmlformats.org/officeDocument/2006/relationships" id="271" r:id="Rb6d43362c5e0434c"/>
    <p:sldId xmlns:r="http://schemas.openxmlformats.org/officeDocument/2006/relationships" id="272" r:id="Re74f505563014c41"/>
    <p:sldId xmlns:r="http://schemas.openxmlformats.org/officeDocument/2006/relationships" id="273" r:id="Recdbea0e79ff4e21"/>
    <p:sldId xmlns:r="http://schemas.openxmlformats.org/officeDocument/2006/relationships" id="274" r:id="R472970512f8f4059"/>
    <p:sldId xmlns:r="http://schemas.openxmlformats.org/officeDocument/2006/relationships" id="275" r:id="Rf27421f1a2de404a"/>
    <p:sldId xmlns:r="http://schemas.openxmlformats.org/officeDocument/2006/relationships" id="276" r:id="Rc10ff313286d4836"/>
    <p:sldId xmlns:r="http://schemas.openxmlformats.org/officeDocument/2006/relationships" id="277" r:id="R072321d12f7a42ee"/>
    <p:sldId xmlns:r="http://schemas.openxmlformats.org/officeDocument/2006/relationships" id="278" r:id="R2c526b51aa634941"/>
    <p:sldId xmlns:r="http://schemas.openxmlformats.org/officeDocument/2006/relationships" id="279" r:id="R4da0a34edc8346b6"/>
    <p:sldId xmlns:r="http://schemas.openxmlformats.org/officeDocument/2006/relationships" id="280" r:id="R68dcd1100fc54a57"/>
    <p:sldId xmlns:r="http://schemas.openxmlformats.org/officeDocument/2006/relationships" id="281" r:id="R9d977c6637f54ef4"/>
    <p:sldId xmlns:r="http://schemas.openxmlformats.org/officeDocument/2006/relationships" id="282" r:id="Rde17c7c15958462d"/>
    <p:sldId xmlns:r="http://schemas.openxmlformats.org/officeDocument/2006/relationships" id="283" r:id="R69d6ffe9b4304a16"/>
    <p:sldId xmlns:r="http://schemas.openxmlformats.org/officeDocument/2006/relationships" id="284" r:id="Ra4cdaf65e2a24ac7"/>
    <p:sldId xmlns:r="http://schemas.openxmlformats.org/officeDocument/2006/relationships" id="285" r:id="R894f329c47a9425a"/>
    <p:sldId xmlns:r="http://schemas.openxmlformats.org/officeDocument/2006/relationships" id="286" r:id="Rce2e14b9d6c44a80"/>
    <p:sldId xmlns:r="http://schemas.openxmlformats.org/officeDocument/2006/relationships" id="287" r:id="Reb312d8b7a504b18"/>
    <p:sldId xmlns:r="http://schemas.openxmlformats.org/officeDocument/2006/relationships" id="288" r:id="R69ed5357020c4ff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2ae779827494701" /><Relationship Type="http://schemas.openxmlformats.org/officeDocument/2006/relationships/slideMaster" Target="/ppt/slideMasters/slideMaster1.xml" Id="R7a1282608b644b71" /><Relationship Type="http://schemas.openxmlformats.org/officeDocument/2006/relationships/notesMaster" Target="/ppt/notesMasters/notesMaster1.xml" Id="R5d2d6a431c974cc9" /><Relationship Type="http://schemas.openxmlformats.org/officeDocument/2006/relationships/presProps" Target="/ppt/presProps.xml" Id="R075f746262f6496e" /><Relationship Type="http://schemas.openxmlformats.org/officeDocument/2006/relationships/tableStyles" Target="/ppt/tableStyles.xml" Id="R9c183488ac354e8d" /><Relationship Type="http://schemas.openxmlformats.org/officeDocument/2006/relationships/slide" Target="/ppt/slides/slide1.xml" Id="R159d4ceaecdd48fd" /><Relationship Type="http://schemas.openxmlformats.org/officeDocument/2006/relationships/slide" Target="/ppt/slides/slide2.xml" Id="Re02326faeec44e18" /><Relationship Type="http://schemas.openxmlformats.org/officeDocument/2006/relationships/slide" Target="/ppt/slides/slide3.xml" Id="Rb5084f7b0b5a4285" /><Relationship Type="http://schemas.openxmlformats.org/officeDocument/2006/relationships/slide" Target="/ppt/slides/slide4.xml" Id="R4ddb9ae7894e4a88" /><Relationship Type="http://schemas.openxmlformats.org/officeDocument/2006/relationships/slide" Target="/ppt/slides/slide5.xml" Id="R9e38870560154d6f" /><Relationship Type="http://schemas.openxmlformats.org/officeDocument/2006/relationships/slide" Target="/ppt/slides/slide6.xml" Id="Re711c9a2d6ce45d7" /><Relationship Type="http://schemas.openxmlformats.org/officeDocument/2006/relationships/slide" Target="/ppt/slides/slide7.xml" Id="R7c03060c14aa4da4" /><Relationship Type="http://schemas.openxmlformats.org/officeDocument/2006/relationships/slide" Target="/ppt/slides/slide8.xml" Id="R86ff4afc12cb43b5" /><Relationship Type="http://schemas.openxmlformats.org/officeDocument/2006/relationships/slide" Target="/ppt/slides/slide9.xml" Id="R2ad2d73290f045bf" /><Relationship Type="http://schemas.openxmlformats.org/officeDocument/2006/relationships/slide" Target="/ppt/slides/slide10.xml" Id="R4e9a5f06adab43ad" /><Relationship Type="http://schemas.openxmlformats.org/officeDocument/2006/relationships/slide" Target="/ppt/slides/slide11.xml" Id="R2aa14c1d07a24424" /><Relationship Type="http://schemas.openxmlformats.org/officeDocument/2006/relationships/slide" Target="/ppt/slides/slide12.xml" Id="R917d413d302040f2" /><Relationship Type="http://schemas.openxmlformats.org/officeDocument/2006/relationships/slide" Target="/ppt/slides/slide13.xml" Id="R8c52d324e6fd47e8" /><Relationship Type="http://schemas.openxmlformats.org/officeDocument/2006/relationships/slide" Target="/ppt/slides/slide14.xml" Id="R051eaedb14ce4e34" /><Relationship Type="http://schemas.openxmlformats.org/officeDocument/2006/relationships/slide" Target="/ppt/slides/slide15.xml" Id="Ra3b6c0d88b78475c" /><Relationship Type="http://schemas.openxmlformats.org/officeDocument/2006/relationships/slide" Target="/ppt/slides/slide16.xml" Id="Rb6d43362c5e0434c" /><Relationship Type="http://schemas.openxmlformats.org/officeDocument/2006/relationships/slide" Target="/ppt/slides/slide17.xml" Id="Re74f505563014c41" /><Relationship Type="http://schemas.openxmlformats.org/officeDocument/2006/relationships/slide" Target="/ppt/slides/slide18.xml" Id="Recdbea0e79ff4e21" /><Relationship Type="http://schemas.openxmlformats.org/officeDocument/2006/relationships/slide" Target="/ppt/slides/slide19.xml" Id="R472970512f8f4059" /><Relationship Type="http://schemas.openxmlformats.org/officeDocument/2006/relationships/slide" Target="/ppt/slides/slide20.xml" Id="Rf27421f1a2de404a" /><Relationship Type="http://schemas.openxmlformats.org/officeDocument/2006/relationships/slide" Target="/ppt/slides/slide21.xml" Id="Rc10ff313286d4836" /><Relationship Type="http://schemas.openxmlformats.org/officeDocument/2006/relationships/slide" Target="/ppt/slides/slide22.xml" Id="R072321d12f7a42ee" /><Relationship Type="http://schemas.openxmlformats.org/officeDocument/2006/relationships/slide" Target="/ppt/slides/slide23.xml" Id="R2c526b51aa634941" /><Relationship Type="http://schemas.openxmlformats.org/officeDocument/2006/relationships/slide" Target="/ppt/slides/slide24.xml" Id="R4da0a34edc8346b6" /><Relationship Type="http://schemas.openxmlformats.org/officeDocument/2006/relationships/slide" Target="/ppt/slides/slide25.xml" Id="R68dcd1100fc54a57" /><Relationship Type="http://schemas.openxmlformats.org/officeDocument/2006/relationships/slide" Target="/ppt/slides/slide26.xml" Id="R9d977c6637f54ef4" /><Relationship Type="http://schemas.openxmlformats.org/officeDocument/2006/relationships/slide" Target="/ppt/slides/slide27.xml" Id="Rde17c7c15958462d" /><Relationship Type="http://schemas.openxmlformats.org/officeDocument/2006/relationships/slide" Target="/ppt/slides/slide28.xml" Id="R69d6ffe9b4304a16" /><Relationship Type="http://schemas.openxmlformats.org/officeDocument/2006/relationships/slide" Target="/ppt/slides/slide29.xml" Id="Ra4cdaf65e2a24ac7" /><Relationship Type="http://schemas.openxmlformats.org/officeDocument/2006/relationships/slide" Target="/ppt/slides/slide30.xml" Id="R894f329c47a9425a" /><Relationship Type="http://schemas.openxmlformats.org/officeDocument/2006/relationships/slide" Target="/ppt/slides/slide31.xml" Id="Rce2e14b9d6c44a80" /><Relationship Type="http://schemas.openxmlformats.org/officeDocument/2006/relationships/slide" Target="/ppt/slides/slide32.xml" Id="Reb312d8b7a504b18" /><Relationship Type="http://schemas.openxmlformats.org/officeDocument/2006/relationships/slide" Target="/ppt/slides/slide33.xml" Id="R69ed5357020c4ff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fa342fff8774c9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9e4cf485f3c4e94" /><Relationship Type="http://schemas.openxmlformats.org/officeDocument/2006/relationships/notesMaster" Target="/ppt/notesMasters/notesMaster1.xml" Id="R79bfd876e8194bd4" /></Relationships>
</file>

<file path=ppt/notesSlides/_rels/notesSlide2.xml.rels>&#65279;<?xml version="1.0" encoding="utf-8"?><Relationships xmlns="http://schemas.openxmlformats.org/package/2006/relationships"><Relationship Type="http://schemas.openxmlformats.org/officeDocument/2006/relationships/slide" Target="/ppt/slides/slide2.xml" Id="R3e246371e1fa40db" /><Relationship Type="http://schemas.openxmlformats.org/officeDocument/2006/relationships/notesMaster" Target="/ppt/notesMasters/notesMaster1.xml" Id="Rf92b0cc15ef64a82" /></Relationships>
</file>

<file path=ppt/notesSlides/_rels/notesSlide3.xml.rels>&#65279;<?xml version="1.0" encoding="utf-8"?><Relationships xmlns="http://schemas.openxmlformats.org/package/2006/relationships"><Relationship Type="http://schemas.openxmlformats.org/officeDocument/2006/relationships/slide" Target="/ppt/slides/slide3.xml" Id="R199c74b878d24698" /><Relationship Type="http://schemas.openxmlformats.org/officeDocument/2006/relationships/notesMaster" Target="/ppt/notesMasters/notesMaster1.xml" Id="R8331161c8ff24bb5" /></Relationships>
</file>

<file path=ppt/notesSlides/_rels/notesSlide4.xml.rels>&#65279;<?xml version="1.0" encoding="utf-8"?><Relationships xmlns="http://schemas.openxmlformats.org/package/2006/relationships"><Relationship Type="http://schemas.openxmlformats.org/officeDocument/2006/relationships/slide" Target="/ppt/slides/slide4.xml" Id="R4c10425ba70b45bd" /><Relationship Type="http://schemas.openxmlformats.org/officeDocument/2006/relationships/notesMaster" Target="/ppt/notesMasters/notesMaster1.xml" Id="Re828437363d74ead" /></Relationships>
</file>

<file path=ppt/notesSlides/_rels/notesSlide5.xml.rels>&#65279;<?xml version="1.0" encoding="utf-8"?><Relationships xmlns="http://schemas.openxmlformats.org/package/2006/relationships"><Relationship Type="http://schemas.openxmlformats.org/officeDocument/2006/relationships/slide" Target="/ppt/slides/slide5.xml" Id="Rae560b97571d461d" /><Relationship Type="http://schemas.openxmlformats.org/officeDocument/2006/relationships/notesMaster" Target="/ppt/notesMasters/notesMaster1.xml" Id="Rb700404354594b1a" /></Relationships>
</file>

<file path=ppt/notesSlides/_rels/notesSlide6.xml.rels>&#65279;<?xml version="1.0" encoding="utf-8"?><Relationships xmlns="http://schemas.openxmlformats.org/package/2006/relationships"><Relationship Type="http://schemas.openxmlformats.org/officeDocument/2006/relationships/slide" Target="/ppt/slides/slide6.xml" Id="R815b7d6cb50443c1" /><Relationship Type="http://schemas.openxmlformats.org/officeDocument/2006/relationships/notesMaster" Target="/ppt/notesMasters/notesMaster1.xml" Id="Ra0041e281b984426" /></Relationships>
</file>

<file path=ppt/notesSlides/_rels/notesSlide7.xml.rels>&#65279;<?xml version="1.0" encoding="utf-8"?><Relationships xmlns="http://schemas.openxmlformats.org/package/2006/relationships"><Relationship Type="http://schemas.openxmlformats.org/officeDocument/2006/relationships/slide" Target="/ppt/slides/slide7.xml" Id="R097507d7ec2c4ae1" /><Relationship Type="http://schemas.openxmlformats.org/officeDocument/2006/relationships/notesMaster" Target="/ppt/notesMasters/notesMaster1.xml" Id="Rbd63f246e9db40de" /></Relationships>
</file>

<file path=ppt/notesSlides/_rels/notesSlide8.xml.rels>&#65279;<?xml version="1.0" encoding="utf-8"?><Relationships xmlns="http://schemas.openxmlformats.org/package/2006/relationships"><Relationship Type="http://schemas.openxmlformats.org/officeDocument/2006/relationships/slide" Target="/ppt/slides/slide8.xml" Id="R2d782ac9d5cb4ad9" /><Relationship Type="http://schemas.openxmlformats.org/officeDocument/2006/relationships/notesMaster" Target="/ppt/notesMasters/notesMaster1.xml" Id="R514b5e1d6a9e42a7" /></Relationships>
</file>

<file path=ppt/notesSlides/_rels/notesSlide9.xml.rels>&#65279;<?xml version="1.0" encoding="utf-8"?><Relationships xmlns="http://schemas.openxmlformats.org/package/2006/relationships"><Relationship Type="http://schemas.openxmlformats.org/officeDocument/2006/relationships/slide" Target="/ppt/slides/slide9.xml" Id="R02613311f5ce4837" /><Relationship Type="http://schemas.openxmlformats.org/officeDocument/2006/relationships/notesMaster" Target="/ppt/notesMasters/notesMaster1.xml" Id="R7dc074a8ded942a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fde5f90d72e42b4" /><Relationship Type="http://schemas.openxmlformats.org/officeDocument/2006/relationships/notesMaster" Target="/ppt/notesMasters/notesMaster1.xml" Id="R24615a5ee56342c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ca133cea4144f3d" /><Relationship Type="http://schemas.openxmlformats.org/officeDocument/2006/relationships/notesMaster" Target="/ppt/notesMasters/notesMaster1.xml" Id="Rdc42ebb153a8444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a5283a48a034285" /><Relationship Type="http://schemas.openxmlformats.org/officeDocument/2006/relationships/notesMaster" Target="/ppt/notesMasters/notesMaster1.xml" Id="R0bf4174585cd4e4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28de19b10484abd" /><Relationship Type="http://schemas.openxmlformats.org/officeDocument/2006/relationships/notesMaster" Target="/ppt/notesMasters/notesMaster1.xml" Id="Rd620496a2551439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f0a4cf7985b4854" /><Relationship Type="http://schemas.openxmlformats.org/officeDocument/2006/relationships/notesMaster" Target="/ppt/notesMasters/notesMaster1.xml" Id="Rf3d1b8537ecc49f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cd619a1797e4f1b" /><Relationship Type="http://schemas.openxmlformats.org/officeDocument/2006/relationships/notesMaster" Target="/ppt/notesMasters/notesMaster1.xml" Id="Rb6472394cefd444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a704cd76b0e49d9" /><Relationship Type="http://schemas.openxmlformats.org/officeDocument/2006/relationships/notesMaster" Target="/ppt/notesMasters/notesMaster1.xml" Id="R183b298fb14a410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b2338999375412c" /><Relationship Type="http://schemas.openxmlformats.org/officeDocument/2006/relationships/notesMaster" Target="/ppt/notesMasters/notesMaster1.xml" Id="R4c1d65dbdcfb4c2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9ef056c954946af" /><Relationship Type="http://schemas.openxmlformats.org/officeDocument/2006/relationships/notesMaster" Target="/ppt/notesMasters/notesMaster1.xml" Id="R76b78b1122fb4ae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6e87b462b0a4771" /><Relationship Type="http://schemas.openxmlformats.org/officeDocument/2006/relationships/notesMaster" Target="/ppt/notesMasters/notesMaster1.xml" Id="R19198bfc2155436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3e1f880444046c3" /><Relationship Type="http://schemas.openxmlformats.org/officeDocument/2006/relationships/notesMaster" Target="/ppt/notesMasters/notesMaster1.xml" Id="Rc091b0a1dc9b4d2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cd329d8444244aa" /><Relationship Type="http://schemas.openxmlformats.org/officeDocument/2006/relationships/notesMaster" Target="/ppt/notesMasters/notesMaster1.xml" Id="R178d49c130b1490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03e7e3ca23747ea" /><Relationship Type="http://schemas.openxmlformats.org/officeDocument/2006/relationships/notesMaster" Target="/ppt/notesMasters/notesMaster1.xml" Id="R3d2b635660ce433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b45c60cf8f24eee" /><Relationship Type="http://schemas.openxmlformats.org/officeDocument/2006/relationships/notesMaster" Target="/ppt/notesMasters/notesMaster1.xml" Id="R2cadb3427033448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433fa659ab1476e" /><Relationship Type="http://schemas.openxmlformats.org/officeDocument/2006/relationships/notesMaster" Target="/ppt/notesMasters/notesMaster1.xml" Id="Rc7c5d6b310cb4fa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90f4f6da13d426a" /><Relationship Type="http://schemas.openxmlformats.org/officeDocument/2006/relationships/notesMaster" Target="/ppt/notesMasters/notesMaster1.xml" Id="R476747793e324fb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4d74cc34e9e44e3" /><Relationship Type="http://schemas.openxmlformats.org/officeDocument/2006/relationships/notesMaster" Target="/ppt/notesMasters/notesMaster1.xml" Id="R20849d517c18402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ae0781166c84568" /><Relationship Type="http://schemas.openxmlformats.org/officeDocument/2006/relationships/notesMaster" Target="/ppt/notesMasters/notesMaster1.xml" Id="Rb500a0a26d9c4a8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eb4101230f840c6" /><Relationship Type="http://schemas.openxmlformats.org/officeDocument/2006/relationships/notesMaster" Target="/ppt/notesMasters/notesMaster1.xml" Id="R3c4c8b89c3e44ae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c007c181cf345f9" /><Relationship Type="http://schemas.openxmlformats.org/officeDocument/2006/relationships/notesMaster" Target="/ppt/notesMasters/notesMaster1.xml" Id="R515cd51acff64a5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366a1ffda5b421e" /><Relationship Type="http://schemas.openxmlformats.org/officeDocument/2006/relationships/notesMaster" Target="/ppt/notesMasters/notesMaster1.xml" Id="R4effe4a9432c434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8c5aeaf0fe184acd" /><Relationship Type="http://schemas.openxmlformats.org/officeDocument/2006/relationships/notesMaster" Target="/ppt/notesMasters/notesMaster1.xml" Id="R4ddc8d5fd5f64b0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28f7786de7d4fbf" /><Relationship Type="http://schemas.openxmlformats.org/officeDocument/2006/relationships/notesMaster" Target="/ppt/notesMasters/notesMaster1.xml" Id="Reb5eceaef6a14362"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99cf9f03e3b64c2b" /><Relationship Type="http://schemas.openxmlformats.org/officeDocument/2006/relationships/notesMaster" Target="/ppt/notesMasters/notesMaster1.xml" Id="R2084a7fb1b9945a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ASTRA는 입찰 여부를 대신 확정하는 시스템이 아니라, 담당자가 권한에 맞는 자료에서 근거를 찾고 답변의 오류 가능성을 빠르게 확인하도록 돕는 시스템입니다. 데이터 수집부터 평가용 질문, 검색, 로컬 생성, 환각 검증까지 실제 구축한 범위와 아직 검증 중인 범위를 나눠 설명하겠습니다.</a:t>
            </a:r>
          </a:p>
          <a:p xmlns:a="http://schemas.openxmlformats.org/drawingml/2006/main">
            <a:r>
              <a:t/>
            </a:r>
          </a:p>
          <a:p xmlns:a="http://schemas.openxmlformats.org/drawingml/2006/main">
            <a:r>
              <a:t>근거: project-docs/PPT_최종발표_제작_인수인계_프롬프트.md</a:t>
            </a:r>
          </a:p>
          <a:p xmlns:a="http://schemas.openxmlformats.org/drawingml/2006/main">
            <a:r>
              <a:t>표현 제한: 탐지 성능 우수 또는 운영 완성을 주장하지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완료 범위를 숫자로 보겠습니다. 3개월 공고 137,745행과 첨부 285,252개를 처리했고, 51건 표본을 원문 대조했습니다. 검색용 자산은 223문서와 3,275청크, 평가용 자산은 300문항입니다. 실제 생성 답변은 295건이고 5건은 권한 정책에 따라 모델 호출 전에 차단했습니다. 탐지 성능은 아직 최종값으로 발표하지 않습니다.</a:t>
            </a:r>
          </a:p>
          <a:p xmlns:a="http://schemas.openxmlformats.org/drawingml/2006/main">
            <a:r>
              <a:t/>
            </a:r>
          </a:p>
          <a:p xmlns:a="http://schemas.openxmlformats.org/drawingml/2006/main">
            <a:r>
              <a:t>근거: project-docs/데이터현황/3개월_통합현황.md; project-docs/RAG파일럿/workstation-275/index_manifest.json; project-docs/평가데이터/v2/validation/report.json; project-docs/RAG파일럿/workstation-275/evaluation/final_summary.json</a:t>
            </a:r>
          </a:p>
          <a:p xmlns:a="http://schemas.openxmlformats.org/drawingml/2006/main">
            <a:r>
              <a:t>표현 제한: 탐지 성능은 평가 진행 중</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발표는 여섯 부분입니다. 먼저 조달 문서가 왜 단순 검색으로 끝나지 않는지 설명합니다. 이어 데이터 수집과 원문 검수, 평가 데이터 설계를 보고, 권한 필터와 하이브리드 RAG, 로컬 생성과 탐지 흐름을 설명합니다. 마지막에는 실제 화면과 남은 검증 과제를 보여드리겠습니다.</a:t>
            </a:r>
          </a:p>
          <a:p xmlns:a="http://schemas.openxmlformats.org/drawingml/2006/main">
            <a:r>
              <a:t/>
            </a:r>
          </a:p>
          <a:p xmlns:a="http://schemas.openxmlformats.org/drawingml/2006/main">
            <a:r>
              <a:t>근거: project-docs/PPT_최종발표_제작_인수인계_프롬프트.md</a:t>
            </a:r>
          </a:p>
          <a:p xmlns:a="http://schemas.openxmlformats.org/drawingml/2006/main">
            <a:r>
              <a:t>표현 제한: 구조 안내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조달 검토의 어려움은 문서 수만 많아서가 아닙니다. 정정공고로 조건이 바뀌고, 같은 사업에서도 공고문과 제안요청서의 범위가 다를 수 있습니다. 회사 실적과 인력 자료는 공개 공고와 접근 권한이 다르고, 모델은 근거를 받더라도 숫자나 예외를 잘못 바꿀 수 있습니다. ASTRA는 이 네 문제를 한 흐름에서 다룹니다.</a:t>
            </a:r>
          </a:p>
          <a:p xmlns:a="http://schemas.openxmlformats.org/drawingml/2006/main">
            <a:r>
              <a:t/>
            </a:r>
          </a:p>
          <a:p xmlns:a="http://schemas.openxmlformats.org/drawingml/2006/main">
            <a:r>
              <a:t>근거: project-docs/나라장터_문제정의_1차리서치_팀원용.md; project-docs/표본_정보시스템/검수/재확인_원문대조_결과.md</a:t>
            </a:r>
          </a:p>
          <a:p xmlns:a="http://schemas.openxmlformats.org/drawingml/2006/main">
            <a:r>
              <a:t>표현 제한: 자동 적격 판정이나 분쟁 해결을 주장하지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왼쪽은 평가 방법을 더 명확히 제공하라는 공식 의결문 발췌입니다. 오른쪽은 팀의 원문대조 사례입니다. 경민대는 공고와 RFP의 1억 6천5백만원과 수집 메타데이터의 1억 8천1백5십만원을 분리했습니다. 동아보건대 마감과 천안 사업기간도 두 값이 실제 원문에 병존했습니다. 이 경우 ASTRA의 정답은 임의의 단일값이 아니라 출처별 값과 보류 사유입니다.</a:t>
            </a:r>
          </a:p>
          <a:p xmlns:a="http://schemas.openxmlformats.org/drawingml/2006/main">
            <a:r>
              <a:t/>
            </a:r>
          </a:p>
          <a:p xmlns:a="http://schemas.openxmlformats.org/drawingml/2006/main">
            <a:r>
              <a:t>근거: presentations/week3/source/acrc_order_excerpt.png; project-docs/표본_정보시스템/검수/재확인_원문대조_결과.md</a:t>
            </a:r>
          </a:p>
          <a:p xmlns:a="http://schemas.openxmlformats.org/drawingml/2006/main">
            <a:r>
              <a:t>표현 제한: 12건 전체 셀·법령 검증이 아니라 쟁점 재대조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4월 53,153행, 5월 40,241행, 6월 44,351행으로 총 137,745행을 수집했습니다. 최신 차수는 124,522건입니다. 첨부 285,252개 중 어댑터가 사용할 수 있다고 판정한 문서는 246,797개로 87%입니다. 재파싱 후 실패 3,301건도 숨기지 않고 남겼고, raw·parsed·jsonl과 해시를 분리해 재개 가능한 구조로 만들었습니다.</a:t>
            </a:r>
          </a:p>
          <a:p xmlns:a="http://schemas.openxmlformats.org/drawingml/2006/main">
            <a:r>
              <a:t/>
            </a:r>
          </a:p>
          <a:p xmlns:a="http://schemas.openxmlformats.org/drawingml/2006/main">
            <a:r>
              <a:t>근거: project-docs/데이터현황/3개월_통합현황.md</a:t>
            </a:r>
          </a:p>
          <a:p xmlns:a="http://schemas.openxmlformats.org/drawingml/2006/main">
            <a:r>
              <a:t>표현 제한: 공고 행은 차수 포함, 사용 가능은 어댑터 판정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용역은 50,717개 공고 중 완전 공고가 28,852건으로 57%입니다. 물품은 43%, 공사는 21%였습니다. 용역 안에서도 SW 개발과 운영·유지관리는 실적, 인력, 인증, 단가가 문서에 비교적 명시돼 있어 회사 자료와 대조하기 좋았습니다. 분야 선택은 이야기보다 데이터 규모와 문서 구조를 기준으로 했습니다.</a:t>
            </a:r>
          </a:p>
          <a:p xmlns:a="http://schemas.openxmlformats.org/drawingml/2006/main">
            <a:r>
              <a:t/>
            </a:r>
          </a:p>
          <a:p xmlns:a="http://schemas.openxmlformats.org/drawingml/2006/main">
            <a:r>
              <a:t>근거: project-docs/데이터현황/3개월_통합현황.md</a:t>
            </a:r>
          </a:p>
          <a:p xmlns:a="http://schemas.openxmlformats.org/drawingml/2006/main">
            <a:r>
              <a:t>표현 제한: 완전 공고 정의와 확정 집계를 유지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표본은 월별 17건씩 균등하게 51건을 구성했습니다. 분야는 SW 개발 32건과 운영·유지관리 19건입니다. 공고번호, 기관, 예산, 기한과 참가·평가 조건을 15열 요건 시트로 정리했습니다. 12개 쟁점 공고는 원문을 다시 대조했고, 나머지 39개는 기존 셀을 유지했습니다.</a:t>
            </a:r>
          </a:p>
          <a:p xmlns:a="http://schemas.openxmlformats.org/drawingml/2006/main">
            <a:r>
              <a:t/>
            </a:r>
          </a:p>
          <a:p xmlns:a="http://schemas.openxmlformats.org/drawingml/2006/main">
            <a:r>
              <a:t>근거: project-docs/데모개선/2026-09-14/existing51-distribution.json; project-docs/표본_정보시스템/검수/재확인_원문대조_결과.md</a:t>
            </a:r>
          </a:p>
          <a:p xmlns:a="http://schemas.openxmlformats.org/drawingml/2006/main">
            <a:r>
              <a:t>표현 제한: 확률표본 또는 전체 대표성 주장 금지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표본의 예산은 5천만원 미만 7건, 5천만원에서 1억원 20건, 1억원에서 3억원 16건, 3억원 이상 8건입니다. 조건 언급은 직접생산 42건, 공동수급 48건, 하도급 51건, 지역 46건, 서비스 인증 5건입니다. 다만 이 수치는 조건이 언급된 횟수이며, 허용이나 금지를 자동 판정한 결과가 아닙니다.</a:t>
            </a:r>
          </a:p>
          <a:p xmlns:a="http://schemas.openxmlformats.org/drawingml/2006/main">
            <a:r>
              <a:t/>
            </a:r>
          </a:p>
          <a:p xmlns:a="http://schemas.openxmlformats.org/drawingml/2006/main">
            <a:r>
              <a:t>근거: project-docs/데모개선/2026-09-14/existing51-distribution.json</a:t>
            </a:r>
          </a:p>
          <a:p xmlns:a="http://schemas.openxmlformats.org/drawingml/2006/main">
            <a:r>
              <a:t>표현 제한: 언급 집계와 의무·허용·금지 판정을 구분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12개 쟁점 공고 중 첨부 미확보 2건, 원문 문제 확인 6건, 일부 해소 4건으로 정리했습니다. 검수의 목적은 충돌을 없애는 것이 아니라 출처와 범위를 고정하는 것입니다. 정정공고나 발주기관 답변이 없으면 판단 보류를 유지하고, 표나 수식이 깨진 경우 임의로 값을 복원하지 않았습니다.</a:t>
            </a:r>
          </a:p>
          <a:p xmlns:a="http://schemas.openxmlformats.org/drawingml/2006/main">
            <a:r>
              <a:t/>
            </a:r>
          </a:p>
          <a:p xmlns:a="http://schemas.openxmlformats.org/drawingml/2006/main">
            <a:r>
              <a:t>근거: project-docs/표본_정보시스템/검수/재확인_원문대조_결과.md</a:t>
            </a:r>
          </a:p>
          <a:p xmlns:a="http://schemas.openxmlformats.org/drawingml/2006/main">
            <a:r>
              <a:t>표현 제한: 12개 쟁점 범위, 51건 전수 법률 검증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가상 기업 원장에는 5개 회사, 45명 인력, 16개 프로젝트, 111개 증빙 레코드와 45개 문서 템플릿이 있습니다. 회사 사실은 공고마다 바뀌지 않고, 금액 경계와 증빙 부족, 인증 기간, 잔여 FTE를 의도적으로 유지했습니다. 실제 기업 기밀 없이도 권한과 판단 경계를 반복 검증하기 위한 설계입니다.</a:t>
            </a:r>
          </a:p>
          <a:p xmlns:a="http://schemas.openxmlformats.org/drawingml/2006/main">
            <a:r>
              <a:t/>
            </a:r>
          </a:p>
          <a:p xmlns:a="http://schemas.openxmlformats.org/drawingml/2006/main">
            <a:r>
              <a:t>근거: project-docs/가상기업/v1/validation_report.json; project-docs/가상기업/v1/README.md</a:t>
            </a:r>
          </a:p>
          <a:p xmlns:a="http://schemas.openxmlformats.org/drawingml/2006/main">
            <a:r>
              <a:t>표현 제한: 모든 회사·인력·실적·인증·원가는 합성 설정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다섯 회사는 모두 다른 제약을 갖습니다. 한빛IT는 정보통신공사업 0036을 보유하지 않고, 해온시스템은 직접생산 인증 만료와 기술지원 확약서 부족이 있습니다. 인우블록은 실적 증빙, 누리클라우드는 서비스 CSAP와 공급권한, 새온에너지SW는 장비 견적이 부족합니다. 이런 제약을 유지해야 정상 통과 사례뿐 아니라 미충족과 자료부족도 평가할 수 있습니다.</a:t>
            </a:r>
          </a:p>
          <a:p xmlns:a="http://schemas.openxmlformats.org/drawingml/2006/main">
            <a:r>
              <a:t/>
            </a:r>
          </a:p>
          <a:p xmlns:a="http://schemas.openxmlformats.org/drawingml/2006/main">
            <a:r>
              <a:t>근거: project-docs/가상기업/v1/company_master.json; project-docs/가상기업/v1/generated/C01/r1/README.md; project-docs/가상기업/v1/generated/C02-C05/r1/README.md</a:t>
            </a:r>
          </a:p>
          <a:p xmlns:a="http://schemas.openxmlformats.org/drawingml/2006/main">
            <a:r>
              <a:t>표현 제한: 합성 설정이며 실제 제출 자료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검색 코퍼스는 L1 167문서와 3,002청크, L2 34문서와 159청크, L3 22문서와 114청크입니다. L1은 공개 공고, L2는 자기 회사의 실적·인력·인증, L3는 원가와 투찰 검토입니다. 등급 분류와 사용자 권한 검사는 구분되며, L2와 L3는 모두 합성 자료입니다.</a:t>
            </a:r>
          </a:p>
          <a:p xmlns:a="http://schemas.openxmlformats.org/drawingml/2006/main">
            <a:r>
              <a:t/>
            </a:r>
          </a:p>
          <a:p xmlns:a="http://schemas.openxmlformats.org/drawingml/2006/main">
            <a:r>
              <a:t>근거: project-docs/RAG파일럿/workstation-275/index_manifest.json</a:t>
            </a:r>
          </a:p>
          <a:p xmlns:a="http://schemas.openxmlformats.org/drawingml/2006/main">
            <a:r>
              <a:t>표현 제한: 로컬 실험 색인이며 production index가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평가 데이터는 51건 요건과 가상 기업 5곳을 조합해 회사당 60문항, 총 300문항으로 만들었습니다. 고유 공고 발췌는 299개, 회사 청크 연결은 237개입니다. 기대답과 라벨은 검색 문서에 넣지 않았고, 평가 파일도 별도 경로로 격리했습니다. 이 단계의 검증은 구조와 참조 검증이지 의미적 정답 보증은 아닙니다.</a:t>
            </a:r>
          </a:p>
          <a:p xmlns:a="http://schemas.openxmlformats.org/drawingml/2006/main">
            <a:r>
              <a:t/>
            </a:r>
          </a:p>
          <a:p xmlns:a="http://schemas.openxmlformats.org/drawingml/2006/main">
            <a:r>
              <a:t>근거: project-docs/평가데이터/v2/validation/report.json</a:t>
            </a:r>
          </a:p>
          <a:p xmlns:a="http://schemas.openxmlformats.org/drawingml/2006/main">
            <a:r>
              <a:t>표현 제한: 300개는 검색 코퍼스가 아님, 사람 승인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위쪽은 구축 파이프라인입니다. 공개 공고와 합성 기업 자료를 정본, 해시, 메타데이터와 함께 색인합니다. 가운데는 질의 파이프라인으로 질문, 권한 필터, 하이브리드 검색, 로컬 생성, 검증 순서입니다. 아래 출력은 답변만이 아니라 인용, 근거, 조건 상태와 의심 구절을 함께 반환합니다.</a:t>
            </a:r>
          </a:p>
          <a:p xmlns:a="http://schemas.openxmlformats.org/drawingml/2006/main">
            <a:r>
              <a:t/>
            </a:r>
          </a:p>
          <a:p xmlns:a="http://schemas.openxmlformats.org/drawingml/2006/main">
            <a:r>
              <a:t>근거: procurement-pipeline/rag_pilot.py; project-docs/RAG파일럿/workstation-275/index_manifest.json</a:t>
            </a:r>
          </a:p>
          <a:p xmlns:a="http://schemas.openxmlformats.org/drawingml/2006/main">
            <a:r>
              <a:t>표현 제한: 구축과 질의 실행을 구분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사용자는 공고와 회사를 선택하고 질문합니다. 서버는 세션의 tenant, 회사, 역할과 시나리오를 확인하고, 허용 문서 ID만 남깁니다. 그 안에서 키워드와 벡터 검색을 결합하고 최대 4개 근거로 로컬 답변을 생성합니다. 마지막으로 규칙과 탐지를 수행해 답변과 근거, 의심 구절을 표시합니다.</a:t>
            </a:r>
          </a:p>
          <a:p xmlns:a="http://schemas.openxmlformats.org/drawingml/2006/main">
            <a:r>
              <a:t/>
            </a:r>
          </a:p>
          <a:p xmlns:a="http://schemas.openxmlformats.org/drawingml/2006/main">
            <a:r>
              <a:t>근거: procurement-pipeline/rag_pilot.py; project-docs/데모개선/2026-09-15/local-integration/README.md</a:t>
            </a:r>
          </a:p>
          <a:p xmlns:a="http://schemas.openxmlformats.org/drawingml/2006/main">
            <a:r>
              <a:t>표현 제한: 파일럿 세션 정책과 운영 인증 체계를 구분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viewer는 공개 L1만, bid analyst는 자기 회사 L2까지, cost analyst와 bid approver는 허용된 L3까지 접근합니다. 역할만 확인하지 않고 로그인, 멤버십, tenant, 회사, 시나리오와 기준일을 함께 검사합니다. 평가 중 5건은 이 정책에 따라 모델 호출 전에 정상 차단했습니다.</a:t>
            </a:r>
          </a:p>
          <a:p xmlns:a="http://schemas.openxmlformats.org/drawingml/2006/main">
            <a:r>
              <a:t/>
            </a:r>
          </a:p>
          <a:p xmlns:a="http://schemas.openxmlformats.org/drawingml/2006/main">
            <a:r>
              <a:t>근거: procurement-pipeline/rag_pilot.py ROLE_LEVELS; project-docs/RAG파일럿/workstation-275/evaluation/final_summary.json</a:t>
            </a:r>
          </a:p>
          <a:p xmlns:a="http://schemas.openxmlformats.org/drawingml/2006/main">
            <a:r>
              <a:t>표현 제한: 파일럿 정책, 운영 인증·인가 완성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ACL은 검색 결과를 만든 후 숨기는 것이 아니라, 허용 문서 집합을 먼저 만든 뒤 그 안에서 점수를 계산합니다. 답변 인용과 문서 열람에도 같은 정책을 사용합니다. 가상기업 접근 규칙 20건, C01 메타데이터 규칙 189건을 검사했고, 데모 오류 주입에서도 타회사 문서와 L2 혼입을 거부했습니다. 다만 이는 실서비스 침투 테스트가 아닙니다.</a:t>
            </a:r>
          </a:p>
          <a:p xmlns:a="http://schemas.openxmlformats.org/drawingml/2006/main">
            <a:r>
              <a:t/>
            </a:r>
          </a:p>
          <a:p xmlns:a="http://schemas.openxmlformats.org/drawingml/2006/main">
            <a:r>
              <a:t>근거: project-docs/가상기업/v1/validation_report.json; project-docs/가상기업/v1/generated/C01/r1/README.md; project-docs/데모개선/2026-09-14/README.md</a:t>
            </a:r>
          </a:p>
          <a:p xmlns:a="http://schemas.openxmlformats.org/drawingml/2006/main">
            <a:r>
              <a:t>표현 제한: 오프라인·파일럿 검사와 운영 보안 검증을 구분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색인은 문서 ID와 버전, SHA-256을 보존합니다. parent chunk는 최대 1,800자, overlap 240자이며, 문자 위치는 Unicode code point의 시작 포함·끝 제외 규칙입니다. 16개 문서는 사용할 수 있는 텍스트가 없어 제외 사유를 남겼습니다. 생성과 탐지에는 실제 생성 당시 선택된 동일 근거를 사용합니다.</a:t>
            </a:r>
          </a:p>
          <a:p xmlns:a="http://schemas.openxmlformats.org/drawingml/2006/main">
            <a:r>
              <a:t/>
            </a:r>
          </a:p>
          <a:p xmlns:a="http://schemas.openxmlformats.org/drawingml/2006/main">
            <a:r>
              <a:t>근거: project-docs/RAG파일럿/workstation-275/index_manifest.json; project-docs/환각라벨링/detector-300-workstation-v1/README.md</a:t>
            </a:r>
          </a:p>
          <a:p xmlns:a="http://schemas.openxmlformats.org/drawingml/2006/main">
            <a:r>
              <a:t>표현 제한: 로컬 실험 색인, production index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3,275개 parent 청크를 460토큰 window와 420토큰 stride로 나눠 7,195개 임베딩을 만들었습니다. multilingual-e5-small 384차원 벡터를 L2 정규화하고, 같은 parent의 window 중 최대 유사도를 parent 점수로 사용합니다. 구축은 CPU float32, 배치 8, 스레드 4로 1,379.6초가 걸렸습니다.</a:t>
            </a:r>
          </a:p>
          <a:p xmlns:a="http://schemas.openxmlformats.org/drawingml/2006/main">
            <a:r>
              <a:t/>
            </a:r>
          </a:p>
          <a:p xmlns:a="http://schemas.openxmlformats.org/drawingml/2006/main">
            <a:r>
              <a:t>근거: project-docs/RAG파일럿/workstation-275/embedding_config.json; project-docs/RAG파일럿/workstation-275/validation/vector_validation.json</a:t>
            </a:r>
          </a:p>
          <a:p xmlns:a="http://schemas.openxmlformats.org/drawingml/2006/main">
            <a:r>
              <a:t>표현 제한: 임베딩 구축 시간은 해당 워크스테이션 1회 기록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키워드 검색은 코드, 금액, 날짜처럼 정확한 표현에 강합니다. 벡터 검색은 같은 의미의 다른 표현을 보완합니다. 두 검색의 원점수를 직접 섞지 않고 RRF k 60으로 순위를 결합합니다. 상위 parent를 최대 6개 선정하고, 생성에는 우선 최대 4개를 전달합니다.</a:t>
            </a:r>
          </a:p>
          <a:p xmlns:a="http://schemas.openxmlformats.org/drawingml/2006/main">
            <a:r>
              <a:t/>
            </a:r>
          </a:p>
          <a:p xmlns:a="http://schemas.openxmlformats.org/drawingml/2006/main">
            <a:r>
              <a:t>근거: procurement-pipeline/rag_pilot.py; project-docs/평가데이터/v2/retrieval_manifest.json</a:t>
            </a:r>
          </a:p>
          <a:p xmlns:a="http://schemas.openxmlformats.org/drawingml/2006/main">
            <a:r>
              <a:t>표현 제한: 별도 그래프 DB 기반 GraphRAG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생성 모델은 Qwen3-4B GGUF Q4_K_M입니다. context 4,096, 최대 출력 768토큰, 근거 최대 4개를 사용했습니다. 워크스테이션에서는 Vulkan으로 RTX A5000에 37개 레이어를 모두 offload했고, 기록된 peak GPU memory는 5,588 MiB입니다. 외부 API는 사용하지 않았으며 모델 파일 해시와 프로필을 기록했습니다.</a:t>
            </a:r>
          </a:p>
          <a:p xmlns:a="http://schemas.openxmlformats.org/drawingml/2006/main">
            <a:r>
              <a:t/>
            </a:r>
          </a:p>
          <a:p xmlns:a="http://schemas.openxmlformats.org/drawingml/2006/main">
            <a:r>
              <a:t>근거: project-docs/RAG파일럿/workstation-275/environment.json; project-docs/RAG파일럿/workstation-275/validation/runtime_tuning.json</a:t>
            </a:r>
          </a:p>
          <a:p xmlns:a="http://schemas.openxmlformats.org/drawingml/2006/main">
            <a:r>
              <a:t>표현 제한: GPU 수치는 해당 워크스테이션 실행 기록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최종 선택 결과는 생성 답변 295건과 정상 차단 5건입니다. 신규 275건의 에이전트 검토는 correct 73, partial 133, incorrect 69였고, 잘림 4건과 인용번호 오류 1건이 있었습니다. 하지만 이 분포는 사람이 승인한 독립 정확도가 아닙니다. 개발 자료에 대한 탐색적 품질 검토로만 사용합니다.</a:t>
            </a:r>
          </a:p>
          <a:p xmlns:a="http://schemas.openxmlformats.org/drawingml/2006/main">
            <a:r>
              <a:t/>
            </a:r>
          </a:p>
          <a:p xmlns:a="http://schemas.openxmlformats.org/drawingml/2006/main">
            <a:r>
              <a:t>근거: project-docs/RAG파일럿/workstation-275/evaluation/final_summary.json</a:t>
            </a:r>
          </a:p>
          <a:p xmlns:a="http://schemas.openxmlformats.org/drawingml/2006/main">
            <a:r>
              <a:t>표현 제한: 에이전트 검토를 정확도·독립 테스트 성능으로 표현 금지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탐지 입력은 질문, 정본 답변, 실제 생성 당시 prompt 근거입니다. 긴 근거는 window로 나누되 parent와 offset을 보존합니다. 토큰 분류 모델과 금액·날짜·자격 같은 규칙 검사를 별도로 적용하고, 최종 화면에는 Unicode 문자 위치로 의심 구절과 미검사 범위를 표시합니다. 인용 오류와 문장 품질은 내용 환각과 따로 평가합니다.</a:t>
            </a:r>
          </a:p>
          <a:p xmlns:a="http://schemas.openxmlformats.org/drawingml/2006/main">
            <a:r>
              <a:t/>
            </a:r>
          </a:p>
          <a:p xmlns:a="http://schemas.openxmlformats.org/drawingml/2006/main">
            <a:r>
              <a:t>근거: project-docs/환각라벨링/detector-300-workstation-v1/README.md; procurement-pipeline/detector300*.py</a:t>
            </a:r>
          </a:p>
          <a:p xmlns:a="http://schemas.openxmlformats.org/drawingml/2006/main">
            <a:r>
              <a:t>표현 제한: 모델 예측과 사람 승인 라벨을 구분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25문항에서 기존 68개 구절 의견을 받았고, 추가와 수정을 포함해 88개 조정안 구절을 만들었습니다. 라벨 분포는 unsupported 41, uncertain 16, contradiction 15, citation error 14, quality only 2입니다. 70개는 제안 수용, 16개는 보류, 2개는 품질만으로 정리됐습니다. 최종 사람 승인은 아직 pending이고 training ready도 false입니다.</a:t>
            </a:r>
          </a:p>
          <a:p xmlns:a="http://schemas.openxmlformats.org/drawingml/2006/main">
            <a:r>
              <a:t/>
            </a:r>
          </a:p>
          <a:p xmlns:a="http://schemas.openxmlformats.org/drawingml/2006/main">
            <a:r>
              <a:t>근거: project-docs/환각라벨링/pilot-25-human-review-v1/validation_report.json; project-docs/환각라벨링/pilot-25-human-review-v1/intake_manifest.json</a:t>
            </a:r>
          </a:p>
          <a:p xmlns:a="http://schemas.openxmlformats.org/drawingml/2006/main">
            <a:r>
              <a:t>표현 제한: 의도적으로 고른 개발 자료, 독립 테스트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세 후보는 같은 질문, 답변, 근거 window와 offset 계약으로 비교합니다. 기본 추론 슬롯은 885개이며 정상 차단 5건은 별도로 검사합니다. 답변 단위와 문자 구절 단위, 자동 판정과 보류, 회사와 오류 유형별 성능을 함께 보고해야 합니다. 현재는 평가 설계와 입력 정합성까지만 발표할 수 있고 성능 우열은 미확정입니다.</a:t>
            </a:r>
          </a:p>
          <a:p xmlns:a="http://schemas.openxmlformats.org/drawingml/2006/main">
            <a:r>
              <a:t/>
            </a:r>
          </a:p>
          <a:p xmlns:a="http://schemas.openxmlformats.org/drawingml/2006/main">
            <a:r>
              <a:t>근거: project-docs/환각라벨링/detector-300-workstation-v1/README.md; project-docs/환각라벨링/detector-300-workstation-v1/WORKSTATION_PROMPT.md</a:t>
            </a:r>
          </a:p>
          <a:p xmlns:a="http://schemas.openxmlformats.org/drawingml/2006/main">
            <a:r>
              <a:t>표현 제한: 성능 숫자·모델 우열 생성 금지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 사례는 근거가 서울·경기, 인천 포함이라고 했는데 답변이 인천을 제외해도 된다고 말한 모순입니다. 두 번째는 다른 인력 값을 재사용해 잔여 FTE를 0으로 만든 근거 없음 사례입니다. 세 번째는 prompt에 1번과 2번 인용만 있는데 3번을 사용한 인용 오류입니다. 탐지기는 답변 전체를 지우기보다 잘못된 구절과 이유를 표시해야 합니다.</a:t>
            </a:r>
          </a:p>
          <a:p xmlns:a="http://schemas.openxmlformats.org/drawingml/2006/main">
            <a:r>
              <a:t/>
            </a:r>
          </a:p>
          <a:p xmlns:a="http://schemas.openxmlformats.org/drawingml/2006/main">
            <a:r>
              <a:t>근거: project-docs/환각라벨링/pilot-25-human-review-v1 조정사항 및 검수 산출물</a:t>
            </a:r>
          </a:p>
          <a:p xmlns:a="http://schemas.openxmlformats.org/drawingml/2006/main">
            <a:r>
              <a:t>표현 제한: 대표 조정안이며 최종 사람 승인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상태를 한 표로 정리했습니다. 데이터와 색인, 생성 답변 보존은 완료 범위가 있습니다. 사람 라벨은 접수와 조정까지 완료됐지만 최종 승인 대기입니다. 탐지기는 입력을 동결했지만 885슬롯 전체 성능 평가가 진행 중입니다. UI도 저장 결과와 L1 로컬 질문은 검증했지만 운영 인증과 L2·L3 자유 질문은 남았습니다.</a:t>
            </a:r>
          </a:p>
          <a:p xmlns:a="http://schemas.openxmlformats.org/drawingml/2006/main">
            <a:r>
              <a:t/>
            </a:r>
          </a:p>
          <a:p xmlns:a="http://schemas.openxmlformats.org/drawingml/2006/main">
            <a:r>
              <a:t>근거: project-docs/프로젝트_진행현황_팀공유_2026-09-11.md; 각 최신 README와 manifest</a:t>
            </a:r>
          </a:p>
          <a:p xmlns:a="http://schemas.openxmlformats.org/drawingml/2006/main">
            <a:r>
              <a:t>표현 제한: 완료·pending·평가 중을 혼합하지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데모에서는 먼저 51개 공고와 문서 연결 구조를 보여줍니다. 이후 질문 화면에서 공고를 선택하고 질문을 입력한 뒤 답변의 인용을 눌러 실제 입력 근거를 확인합니다. 저장 결과 모드와 L1 실제 질문 모드, 탐지 미실시 상태를 화면에서 구분합니다. L2와 L3 자유 질문은 Live DB와 완전히 연결되지 않았습니다.</a:t>
            </a:r>
          </a:p>
          <a:p xmlns:a="http://schemas.openxmlformats.org/drawingml/2006/main">
            <a:r>
              <a:t/>
            </a:r>
          </a:p>
          <a:p xmlns:a="http://schemas.openxmlformats.org/drawingml/2006/main">
            <a:r>
              <a:t>근거: project-docs/데모개선/2026-09-14/README.md; project-docs/데모개선/2026-09-15/local-integration/README.md</a:t>
            </a:r>
          </a:p>
          <a:p xmlns:a="http://schemas.openxmlformats.org/drawingml/2006/main">
            <a:r>
              <a:t>표현 제한: 저장 결과 재생을 실시간 생성으로 표현하지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ASTRA는 3개월 수집과 51건 원문 검수, 합성기업 5곳, 223문서와 3,275청크, 평가 300문항과 295개의 정본 답변을 남겼습니다. 권한형 검색과 로컬 생성, 검수 구조도 연결했습니다. 남은 과제는 최종 사람 승인과 295답변 전체 탐지 평가, 운영 인증과 L2·L3 Live 연결입니다. 프로젝트의 결론은 사람이 근거를 더 빨리 확인하도록 돕는 시스템을 구축했다는 것입니다.</a:t>
            </a:r>
          </a:p>
          <a:p xmlns:a="http://schemas.openxmlformats.org/drawingml/2006/main">
            <a:r>
              <a:t/>
            </a:r>
          </a:p>
          <a:p xmlns:a="http://schemas.openxmlformats.org/drawingml/2006/main">
            <a:r>
              <a:t>근거: project-docs/PPT_최종발표_제작_인수인계_프롬프트.md; 각 최신 README와 manifest</a:t>
            </a:r>
          </a:p>
          <a:p xmlns:a="http://schemas.openxmlformats.org/drawingml/2006/main">
            <a:r>
              <a:t>표현 제한: 목표 미달 범위를 그대로 공개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부록에는 재현성 검사를 모았습니다. 가상기업 마스터 32개, C01 문서 56개, 접근 규칙 20개와 189개 메타데이터 검사, RAG 워크스테이션 167개 오프라인 회귀, 데모와 로컬 통합 프로토콜 검사가 통과했습니다. 이 수는 단계별 기록이며 서로 겹칠 수 있어 하나의 총 테스트 수로 합산하지 않습니다.</a:t>
            </a:r>
          </a:p>
          <a:p xmlns:a="http://schemas.openxmlformats.org/drawingml/2006/main">
            <a:r>
              <a:t/>
            </a:r>
          </a:p>
          <a:p xmlns:a="http://schemas.openxmlformats.org/drawingml/2006/main">
            <a:r>
              <a:t>근거: project-docs/가상기업/v1/validation_report.json; project-docs/가상기업/v1/generated/C01/r1/README.md; project-docs/RAG파일럿/workstation-275/validation/tests.json; project-docs/데모개선 README</a:t>
            </a:r>
          </a:p>
          <a:p xmlns:a="http://schemas.openxmlformats.org/drawingml/2006/main">
            <a:r>
              <a:t>표현 제한: 자동 검사와 모델 성능·운영 보안을 구분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장은 발표 수치 원장입니다. 각 값의 분모와 정의, 상태를 함께 적었습니다. 수집 확정값, 검수 완료, 로컬 색인, 구조 검증, 사람 승인 pending, 탐지 평가 진행 중을 서로 다른 상태로 읽어야 합니다. 질의응답에서 숫자의 의미를 확인할 때 사용합니다.</a:t>
            </a:r>
          </a:p>
          <a:p xmlns:a="http://schemas.openxmlformats.org/drawingml/2006/main">
            <a:r>
              <a:t/>
            </a:r>
          </a:p>
          <a:p xmlns:a="http://schemas.openxmlformats.org/drawingml/2006/main">
            <a:r>
              <a:t>근거: project-docs/데이터현황/3개월_통합현황.md; validation reports; index_manifest; final_summary</a:t>
            </a:r>
          </a:p>
          <a:p xmlns:a="http://schemas.openxmlformats.org/drawingml/2006/main">
            <a:r>
              <a:t>표현 제한: 상태 정의를 유지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마지막 부록은 발표의 주장 경계입니다. 구축한 연결 구조와 정본 보존은 말할 수 있지만 전체 검색 성능이나 탐지 정확도를 만들어 말할 수는 없습니다. 파일럿 권한 정책과 운영 인증, 25문항 개발 검수와 독립 gold, 저장 결과 UI와 실시간 모드를 구분합니다. 이 경계를 지키는 것이 결과를 재현 가능하게 만듭니다.</a:t>
            </a:r>
          </a:p>
          <a:p xmlns:a="http://schemas.openxmlformats.org/drawingml/2006/main">
            <a:r>
              <a:t/>
            </a:r>
          </a:p>
          <a:p xmlns:a="http://schemas.openxmlformats.org/drawingml/2006/main">
            <a:r>
              <a:t>근거: project-docs/PPT_최종발표_제작_인수인계_프롬프트.md</a:t>
            </a:r>
          </a:p>
          <a:p xmlns:a="http://schemas.openxmlformats.org/drawingml/2006/main">
            <a:r>
              <a:t>표현 제한: 검증되지 않은 성능·운영 완성 주장 금지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a47a3cb5f39426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d2958d77cde4571" /><Relationship Type="http://schemas.openxmlformats.org/officeDocument/2006/relationships/slideLayout" Target="/ppt/slideLayouts/slideLayout1.xml" Id="Re55740970e6d473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55740970e6d473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ed697fb50484bdb" /><Relationship Type="http://schemas.openxmlformats.org/officeDocument/2006/relationships/notesSlide" Target="/ppt/notesSlides/notesSlide1.xml" Id="R366d1132ad25410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6407551e6774395" /><Relationship Type="http://schemas.openxmlformats.org/officeDocument/2006/relationships/notesSlide" Target="/ppt/notesSlides/notesSlide2.xml" Id="Ra87736277b624c5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dcf90f4120c43b5" /><Relationship Type="http://schemas.openxmlformats.org/officeDocument/2006/relationships/notesSlide" Target="/ppt/notesSlides/notesSlide3.xml" Id="R54c9656a24b94b9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580fd23a1294156" /><Relationship Type="http://schemas.openxmlformats.org/officeDocument/2006/relationships/notesSlide" Target="/ppt/notesSlides/notesSlide4.xml" Id="Ra513ff693e254dc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b4c93622aad4c6d" /><Relationship Type="http://schemas.openxmlformats.org/officeDocument/2006/relationships/image" Target="/ppt/media/image.png" Id="Ra0887f69a618475f" /><Relationship Type="http://schemas.openxmlformats.org/officeDocument/2006/relationships/notesSlide" Target="/ppt/notesSlides/notesSlide5.xml" Id="Re6a3272dc055436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34c0c4e9be54b24" /><Relationship Type="http://schemas.openxmlformats.org/officeDocument/2006/relationships/chart" Target="/ppt/slides/charts/chart1.xml" Id="R6d4a08b5d5354a4d" /><Relationship Type="http://schemas.openxmlformats.org/officeDocument/2006/relationships/notesSlide" Target="/ppt/notesSlides/notesSlide6.xml" Id="R97da265d7ee34fb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122ebd6bdde4e02" /><Relationship Type="http://schemas.openxmlformats.org/officeDocument/2006/relationships/chart" Target="/ppt/slides/charts/chart2.xml" Id="R81fc1c09e0914ebf" /><Relationship Type="http://schemas.openxmlformats.org/officeDocument/2006/relationships/notesSlide" Target="/ppt/notesSlides/notesSlide7.xml" Id="R42882c4c352141a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6e7e777f4c24b0c" /><Relationship Type="http://schemas.openxmlformats.org/officeDocument/2006/relationships/notesSlide" Target="/ppt/notesSlides/notesSlide8.xml" Id="R3e432280f5eb432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728ecbabf3949e5" /><Relationship Type="http://schemas.openxmlformats.org/officeDocument/2006/relationships/chart" Target="/ppt/slides/charts/chart3.xml" Id="R0848a43ec31e46a6" /><Relationship Type="http://schemas.openxmlformats.org/officeDocument/2006/relationships/chart" Target="/ppt/slides/charts/chart4.xml" Id="Rbe8c51553cf348ff" /><Relationship Type="http://schemas.openxmlformats.org/officeDocument/2006/relationships/notesSlide" Target="/ppt/notesSlides/notesSlide9.xml" Id="R5ac3ac46d78c44b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6c54338ae3c4b35" /><Relationship Type="http://schemas.openxmlformats.org/officeDocument/2006/relationships/notesSlide" Target="/ppt/notesSlides/notesSlide10.xml" Id="R6391aa38c12540c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b6b2a304e4e4984" /><Relationship Type="http://schemas.openxmlformats.org/officeDocument/2006/relationships/notesSlide" Target="/ppt/notesSlides/notesSlide11.xml" Id="R782b76ddffc54b0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82e6d6b601242e7" /><Relationship Type="http://schemas.openxmlformats.org/officeDocument/2006/relationships/notesSlide" Target="/ppt/notesSlides/notesSlide12.xml" Id="Red6361dca4a943d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ac6132a8dc14749" /><Relationship Type="http://schemas.openxmlformats.org/officeDocument/2006/relationships/chart" Target="/ppt/slides/charts/chart5.xml" Id="Rd492cbe3517d418f" /><Relationship Type="http://schemas.openxmlformats.org/officeDocument/2006/relationships/chart" Target="/ppt/slides/charts/chart6.xml" Id="Rcd3d682cf8514b99" /><Relationship Type="http://schemas.openxmlformats.org/officeDocument/2006/relationships/notesSlide" Target="/ppt/notesSlides/notesSlide13.xml" Id="Rb81d79bd0ce7444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a702302f7d54919" /><Relationship Type="http://schemas.openxmlformats.org/officeDocument/2006/relationships/notesSlide" Target="/ppt/notesSlides/notesSlide14.xml" Id="R9115153b1363484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cc9f679b5114e32" /><Relationship Type="http://schemas.openxmlformats.org/officeDocument/2006/relationships/notesSlide" Target="/ppt/notesSlides/notesSlide15.xml" Id="Rb93729556b3d46d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516e23e4028462d" /><Relationship Type="http://schemas.openxmlformats.org/officeDocument/2006/relationships/notesSlide" Target="/ppt/notesSlides/notesSlide16.xml" Id="Ra77cb196aa854ef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324cd6a68464b05" /><Relationship Type="http://schemas.openxmlformats.org/officeDocument/2006/relationships/notesSlide" Target="/ppt/notesSlides/notesSlide17.xml" Id="R1ada02528b4b4ed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b5a7a46d636448f" /><Relationship Type="http://schemas.openxmlformats.org/officeDocument/2006/relationships/notesSlide" Target="/ppt/notesSlides/notesSlide18.xml" Id="R0f0b7733e02f428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3924dab37504cbd" /><Relationship Type="http://schemas.openxmlformats.org/officeDocument/2006/relationships/notesSlide" Target="/ppt/notesSlides/notesSlide19.xml" Id="R57e1a800f9df40d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1a1b588f58c4502" /><Relationship Type="http://schemas.openxmlformats.org/officeDocument/2006/relationships/notesSlide" Target="/ppt/notesSlides/notesSlide20.xml" Id="R9a3bab72bf3840f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09a633aa6864d4d" /><Relationship Type="http://schemas.openxmlformats.org/officeDocument/2006/relationships/notesSlide" Target="/ppt/notesSlides/notesSlide21.xml" Id="R151105854723489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46d3becc4f3040a0" /><Relationship Type="http://schemas.openxmlformats.org/officeDocument/2006/relationships/notesSlide" Target="/ppt/notesSlides/notesSlide22.xml" Id="R87d1ca17fa864b7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9326120f8b9d4861" /><Relationship Type="http://schemas.openxmlformats.org/officeDocument/2006/relationships/chart" Target="/ppt/slides/charts/chart7.xml" Id="Ra3364aeef3724d77" /><Relationship Type="http://schemas.openxmlformats.org/officeDocument/2006/relationships/notesSlide" Target="/ppt/notesSlides/notesSlide23.xml" Id="Rb7864a9359d94a0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318fc7743484e28" /><Relationship Type="http://schemas.openxmlformats.org/officeDocument/2006/relationships/notesSlide" Target="/ppt/notesSlides/notesSlide24.xml" Id="R7c269381b31a444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14706316bfdd479d" /><Relationship Type="http://schemas.openxmlformats.org/officeDocument/2006/relationships/chart" Target="/ppt/slides/charts/chart8.xml" Id="R4ebb28d5bd854f9d" /><Relationship Type="http://schemas.openxmlformats.org/officeDocument/2006/relationships/notesSlide" Target="/ppt/notesSlides/notesSlide25.xml" Id="R725970a9726043a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08be4e5660784fc3" /><Relationship Type="http://schemas.openxmlformats.org/officeDocument/2006/relationships/notesSlide" Target="/ppt/notesSlides/notesSlide26.xml" Id="Rf3f9885b6fca4ca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2fba05cc15594968" /><Relationship Type="http://schemas.openxmlformats.org/officeDocument/2006/relationships/notesSlide" Target="/ppt/notesSlides/notesSlide27.xml" Id="Rce9fcf7aa907481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197deb0cdcdc47ac" /><Relationship Type="http://schemas.openxmlformats.org/officeDocument/2006/relationships/notesSlide" Target="/ppt/notesSlides/notesSlide28.xml" Id="Re3a432c98300438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20529c61561c4e7a" /><Relationship Type="http://schemas.openxmlformats.org/officeDocument/2006/relationships/image" Target="/ppt/media/image.jpeg" Id="R9c5a64bc1f694edd" /><Relationship Type="http://schemas.openxmlformats.org/officeDocument/2006/relationships/image" Target="/ppt/media/image2.jpeg" Id="R25cb150a7d994446" /><Relationship Type="http://schemas.openxmlformats.org/officeDocument/2006/relationships/notesSlide" Target="/ppt/notesSlides/notesSlide29.xml" Id="R18a50d0bdd09463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f698074660ab4baa" /><Relationship Type="http://schemas.openxmlformats.org/officeDocument/2006/relationships/notesSlide" Target="/ppt/notesSlides/notesSlide30.xml" Id="R4f6740f4731b459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a9f8fdc01c344ff0" /><Relationship Type="http://schemas.openxmlformats.org/officeDocument/2006/relationships/notesSlide" Target="/ppt/notesSlides/notesSlide31.xml" Id="Re19b1de6e58a475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d642180876e74bc1" /><Relationship Type="http://schemas.openxmlformats.org/officeDocument/2006/relationships/notesSlide" Target="/ppt/notesSlides/notesSlide32.xml" Id="Rdb0e52555f7044f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10b091ececad4826" /><Relationship Type="http://schemas.openxmlformats.org/officeDocument/2006/relationships/notesSlide" Target="/ppt/notesSlides/notesSlide33.xml" Id="Rf74844b72a4645b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공고 행</c:v>
          </c:tx>
          <c:spPr>
            <a:solidFill xmlns:a="http://schemas.openxmlformats.org/drawingml/2006/main">
              <a:srgbClr val="2F6BFF"/>
            </a:solidFill>
          </c:spPr>
          <c:cat>
            <c:strRef>
              <c:f>'Chart Data'!$A$2:$A$4</c:f>
              <c:strCache>
                <c:ptCount val="3"/>
                <c:pt idx="0">
                  <c:v>4월</c:v>
                </c:pt>
                <c:pt idx="1">
                  <c:v>5월</c:v>
                </c:pt>
                <c:pt idx="2">
                  <c:v>6월</c:v>
                </c:pt>
              </c:strCache>
            </c:strRef>
          </c:cat>
          <c:val>
            <c:numRef>
              <c:f>'Chart Data'!$B$2:$B$4</c:f>
              <c:numCache>
                <c:formatCode>General</c:formatCode>
                <c:ptCount val="3"/>
                <c:pt idx="0">
                  <c:v>53153</c:v>
                </c:pt>
                <c:pt idx="1">
                  <c:v>40241</c:v>
                </c:pt>
                <c:pt idx="2">
                  <c:v>44351</c:v>
                </c:pt>
              </c:numCache>
            </c:numRef>
          </c:val>
        </c:ser>
        <c:ser>
          <c:idx val="1"/>
          <c:order val="1"/>
          <c:tx>
            <c:v>최신 차수</c:v>
          </c:tx>
          <c:spPr>
            <a:solidFill xmlns:a="http://schemas.openxmlformats.org/drawingml/2006/main">
              <a:srgbClr val="119C8B"/>
            </a:solidFill>
          </c:spPr>
          <c:cat>
            <c:strRef>
              <c:f>'Chart Data'!$C$2:$C$4</c:f>
              <c:strCache>
                <c:ptCount val="3"/>
                <c:pt idx="0">
                  <c:v>4월</c:v>
                </c:pt>
                <c:pt idx="1">
                  <c:v>5월</c:v>
                </c:pt>
                <c:pt idx="2">
                  <c:v>6월</c:v>
                </c:pt>
              </c:strCache>
            </c:strRef>
          </c:cat>
          <c:val>
            <c:numRef>
              <c:f>'Chart Data'!$D$2:$D$4</c:f>
              <c:numCache>
                <c:formatCode>General</c:formatCode>
                <c:ptCount val="3"/>
                <c:pt idx="0">
                  <c:v>48033</c:v>
                </c:pt>
                <c:pt idx="1">
                  <c:v>36419</c:v>
                </c:pt>
                <c:pt idx="2">
                  <c:v>40070</c:v>
                </c:pt>
              </c:numCache>
            </c:numRef>
          </c:val>
        </c:ser>
        <c:dLbls>
          <c:txPr>
            <a:bodyPr xmlns:a="http://schemas.openxmlformats.org/drawingml/2006/main" anchorCtr="1"/>
            <a:lstStyle xmlns:a="http://schemas.openxmlformats.org/drawingml/2006/main"/>
            <a:p xmlns:a="http://schemas.openxmlformats.org/drawingml/2006/main">
              <a:pPr>
                <a:defRPr>
                  <a:latin typeface="Noto Sans CJK KR"/>
                  <a:ea typeface="Noto Sans CJK KR"/>
                  <a:cs typeface="Noto Sans CJK KR"/>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Noto Sans CJK KR"/>
                <a:ea typeface="Noto Sans CJK KR"/>
                <a:cs typeface="Noto Sans CJK KR"/>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Noto Sans CJK KR"/>
                <a:ea typeface="Noto Sans CJK KR"/>
                <a:cs typeface="Noto Sans CJK KR"/>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a:latin typeface="Noto Sans CJK KR"/>
              <a:ea typeface="Noto Sans CJK KR"/>
              <a:cs typeface="Noto Sans CJK KR"/>
            </a:defRPr>
          </a:pPr>
        </a:p>
      </c:txPr>
    </c:legend>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완전 공고</c:v>
          </c:tx>
          <c:spPr>
            <a:solidFill xmlns:a="http://schemas.openxmlformats.org/drawingml/2006/main">
              <a:srgbClr val="2F6BFF"/>
            </a:solidFill>
          </c:spPr>
          <c:cat>
            <c:strRef>
              <c:f>'Chart Data'!$A$2:$A$4</c:f>
              <c:strCache>
                <c:ptCount val="3"/>
                <c:pt idx="0">
                  <c:v>용역</c:v>
                </c:pt>
                <c:pt idx="1">
                  <c:v>물품</c:v>
                </c:pt>
                <c:pt idx="2">
                  <c:v>공사</c:v>
                </c:pt>
              </c:strCache>
            </c:strRef>
          </c:cat>
          <c:val>
            <c:numRef>
              <c:f>'Chart Data'!$B$2:$B$4</c:f>
              <c:numCache>
                <c:formatCode>General</c:formatCode>
                <c:ptCount val="3"/>
                <c:pt idx="0">
                  <c:v>28852</c:v>
                </c:pt>
                <c:pt idx="1">
                  <c:v>14145</c:v>
                </c:pt>
                <c:pt idx="2">
                  <c:v>8082</c:v>
                </c:pt>
              </c:numCache>
            </c:numRef>
          </c:val>
        </c:ser>
        <c:dLbls>
          <c:txPr>
            <a:bodyPr xmlns:a="http://schemas.openxmlformats.org/drawingml/2006/main" anchorCtr="1"/>
            <a:lstStyle xmlns:a="http://schemas.openxmlformats.org/drawingml/2006/main"/>
            <a:p xmlns:a="http://schemas.openxmlformats.org/drawingml/2006/main">
              <a:pPr>
                <a:defRPr>
                  <a:latin typeface="Noto Sans CJK KR"/>
                  <a:ea typeface="Noto Sans CJK KR"/>
                  <a:cs typeface="Noto Sans CJK KR"/>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Noto Sans CJK KR"/>
                <a:ea typeface="Noto Sans CJK KR"/>
                <a:cs typeface="Noto Sans CJK KR"/>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Noto Sans CJK KR"/>
                <a:ea typeface="Noto Sans CJK KR"/>
                <a:cs typeface="Noto Sans CJK KR"/>
              </a:defRPr>
            </a:pPr>
          </a:p>
        </c:txPr>
        <c:crossAx val="48650112"/>
        <c:crossBetween val="between"/>
      </c:valAx>
    </c:plotArea>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공고 수</c:v>
          </c:tx>
          <c:spPr>
            <a:solidFill xmlns:a="http://schemas.openxmlformats.org/drawingml/2006/main">
              <a:srgbClr val="2F6BFF"/>
            </a:solidFill>
          </c:spPr>
          <c:cat>
            <c:strRef>
              <c:f>'Chart Data'!$A$2:$A$5</c:f>
              <c:strCache>
                <c:ptCount val="4"/>
                <c:pt idx="0">
                  <c:v>5천만 미만</c:v>
                </c:pt>
                <c:pt idx="1">
                  <c:v>5천만~1억</c:v>
                </c:pt>
                <c:pt idx="2">
                  <c:v>1~3억</c:v>
                </c:pt>
                <c:pt idx="3">
                  <c:v>3억 이상</c:v>
                </c:pt>
              </c:strCache>
            </c:strRef>
          </c:cat>
          <c:val>
            <c:numRef>
              <c:f>'Chart Data'!$B$2:$B$5</c:f>
              <c:numCache>
                <c:formatCode>General</c:formatCode>
                <c:ptCount val="4"/>
                <c:pt idx="0">
                  <c:v>7</c:v>
                </c:pt>
                <c:pt idx="1">
                  <c:v>20</c:v>
                </c:pt>
                <c:pt idx="2">
                  <c:v>16</c:v>
                </c:pt>
                <c:pt idx="3">
                  <c:v>8</c:v>
                </c:pt>
              </c:numCache>
            </c:numRef>
          </c:val>
        </c:ser>
        <c:dLbls>
          <c:txPr>
            <a:bodyPr xmlns:a="http://schemas.openxmlformats.org/drawingml/2006/main" anchorCtr="1"/>
            <a:lstStyle xmlns:a="http://schemas.openxmlformats.org/drawingml/2006/main"/>
            <a:p xmlns:a="http://schemas.openxmlformats.org/drawingml/2006/main">
              <a:pPr>
                <a:defRPr>
                  <a:latin typeface="Noto Sans CJK KR"/>
                  <a:ea typeface="Noto Sans CJK KR"/>
                  <a:cs typeface="Noto Sans CJK KR"/>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Noto Sans CJK KR"/>
                <a:ea typeface="Noto Sans CJK KR"/>
                <a:cs typeface="Noto Sans CJK KR"/>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Noto Sans CJK KR"/>
                <a:ea typeface="Noto Sans CJK KR"/>
                <a:cs typeface="Noto Sans CJK KR"/>
              </a:defRPr>
            </a:pPr>
          </a:p>
        </c:txPr>
        <c:crossAx val="48650112"/>
        <c:crossBetween val="between"/>
      </c:valAx>
    </c:plotArea>
    <c:plotVisOnly val="1"/>
  </c:chart>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언급 공고</c:v>
          </c:tx>
          <c:spPr>
            <a:solidFill xmlns:a="http://schemas.openxmlformats.org/drawingml/2006/main">
              <a:srgbClr val="119C8B"/>
            </a:solidFill>
          </c:spPr>
          <c:cat>
            <c:strRef>
              <c:f>'Chart Data'!$A$2:$A$6</c:f>
              <c:strCache>
                <c:ptCount val="5"/>
                <c:pt idx="0">
                  <c:v>직접생산</c:v>
                </c:pt>
                <c:pt idx="1">
                  <c:v>공동수급</c:v>
                </c:pt>
                <c:pt idx="2">
                  <c:v>하도급</c:v>
                </c:pt>
                <c:pt idx="3">
                  <c:v>지역</c:v>
                </c:pt>
                <c:pt idx="4">
                  <c:v>서비스 인증</c:v>
                </c:pt>
              </c:strCache>
            </c:strRef>
          </c:cat>
          <c:val>
            <c:numRef>
              <c:f>'Chart Data'!$B$2:$B$6</c:f>
              <c:numCache>
                <c:formatCode>General</c:formatCode>
                <c:ptCount val="5"/>
                <c:pt idx="0">
                  <c:v>42</c:v>
                </c:pt>
                <c:pt idx="1">
                  <c:v>48</c:v>
                </c:pt>
                <c:pt idx="2">
                  <c:v>51</c:v>
                </c:pt>
                <c:pt idx="3">
                  <c:v>46</c:v>
                </c:pt>
                <c:pt idx="4">
                  <c:v>5</c:v>
                </c:pt>
              </c:numCache>
            </c:numRef>
          </c:val>
        </c:ser>
        <c:dLbls>
          <c:txPr>
            <a:bodyPr xmlns:a="http://schemas.openxmlformats.org/drawingml/2006/main" anchorCtr="1"/>
            <a:lstStyle xmlns:a="http://schemas.openxmlformats.org/drawingml/2006/main"/>
            <a:p xmlns:a="http://schemas.openxmlformats.org/drawingml/2006/main">
              <a:pPr>
                <a:defRPr>
                  <a:latin typeface="Noto Sans CJK KR"/>
                  <a:ea typeface="Noto Sans CJK KR"/>
                  <a:cs typeface="Noto Sans CJK KR"/>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Noto Sans CJK KR"/>
                <a:ea typeface="Noto Sans CJK KR"/>
                <a:cs typeface="Noto Sans CJK KR"/>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Noto Sans CJK KR"/>
                <a:ea typeface="Noto Sans CJK KR"/>
                <a:cs typeface="Noto Sans CJK KR"/>
              </a:defRPr>
            </a:pPr>
          </a:p>
        </c:txPr>
        <c:crossAx val="48650112"/>
        <c:crossBetween val="between"/>
      </c:valAx>
    </c:plotArea>
    <c:plotVisOnly val="1"/>
  </c:chart>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문서</c:v>
          </c:tx>
          <c:spPr>
            <a:solidFill xmlns:a="http://schemas.openxmlformats.org/drawingml/2006/main">
              <a:srgbClr val="2F6BFF"/>
            </a:solidFill>
          </c:spPr>
          <c:cat>
            <c:strRef>
              <c:f>'Chart Data'!$A$2:$A$4</c:f>
              <c:strCache>
                <c:ptCount val="3"/>
                <c:pt idx="0">
                  <c:v>L1 공개</c:v>
                </c:pt>
                <c:pt idx="1">
                  <c:v>L2 회사</c:v>
                </c:pt>
                <c:pt idx="2">
                  <c:v>L3 민감</c:v>
                </c:pt>
              </c:strCache>
            </c:strRef>
          </c:cat>
          <c:val>
            <c:numRef>
              <c:f>'Chart Data'!$B$2:$B$4</c:f>
              <c:numCache>
                <c:formatCode>General</c:formatCode>
                <c:ptCount val="3"/>
                <c:pt idx="0">
                  <c:v>167</c:v>
                </c:pt>
                <c:pt idx="1">
                  <c:v>34</c:v>
                </c:pt>
                <c:pt idx="2">
                  <c:v>22</c:v>
                </c:pt>
              </c:numCache>
            </c:numRef>
          </c:val>
        </c:ser>
        <c:dLbls>
          <c:txPr>
            <a:bodyPr xmlns:a="http://schemas.openxmlformats.org/drawingml/2006/main" anchorCtr="1"/>
            <a:lstStyle xmlns:a="http://schemas.openxmlformats.org/drawingml/2006/main"/>
            <a:p xmlns:a="http://schemas.openxmlformats.org/drawingml/2006/main">
              <a:pPr>
                <a:defRPr>
                  <a:latin typeface="Noto Sans CJK KR"/>
                  <a:ea typeface="Noto Sans CJK KR"/>
                  <a:cs typeface="Noto Sans CJK KR"/>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Noto Sans CJK KR"/>
                <a:ea typeface="Noto Sans CJK KR"/>
                <a:cs typeface="Noto Sans CJK KR"/>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Noto Sans CJK KR"/>
                <a:ea typeface="Noto Sans CJK KR"/>
                <a:cs typeface="Noto Sans CJK KR"/>
              </a:defRPr>
            </a:pPr>
          </a:p>
        </c:txPr>
        <c:crossAx val="48650112"/>
        <c:crossBetween val="between"/>
      </c:valAx>
    </c:plotArea>
    <c:plotVisOnly val="1"/>
  </c:chart>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청크</c:v>
          </c:tx>
          <c:spPr>
            <a:solidFill xmlns:a="http://schemas.openxmlformats.org/drawingml/2006/main">
              <a:srgbClr val="119C8B"/>
            </a:solidFill>
          </c:spPr>
          <c:cat>
            <c:strRef>
              <c:f>'Chart Data'!$A$2:$A$4</c:f>
              <c:strCache>
                <c:ptCount val="3"/>
                <c:pt idx="0">
                  <c:v>L1 공개</c:v>
                </c:pt>
                <c:pt idx="1">
                  <c:v>L2 회사</c:v>
                </c:pt>
                <c:pt idx="2">
                  <c:v>L3 민감</c:v>
                </c:pt>
              </c:strCache>
            </c:strRef>
          </c:cat>
          <c:val>
            <c:numRef>
              <c:f>'Chart Data'!$B$2:$B$4</c:f>
              <c:numCache>
                <c:formatCode>General</c:formatCode>
                <c:ptCount val="3"/>
                <c:pt idx="0">
                  <c:v>3002</c:v>
                </c:pt>
                <c:pt idx="1">
                  <c:v>159</c:v>
                </c:pt>
                <c:pt idx="2">
                  <c:v>114</c:v>
                </c:pt>
              </c:numCache>
            </c:numRef>
          </c:val>
        </c:ser>
        <c:dLbls>
          <c:txPr>
            <a:bodyPr xmlns:a="http://schemas.openxmlformats.org/drawingml/2006/main" anchorCtr="1"/>
            <a:lstStyle xmlns:a="http://schemas.openxmlformats.org/drawingml/2006/main"/>
            <a:p xmlns:a="http://schemas.openxmlformats.org/drawingml/2006/main">
              <a:pPr>
                <a:defRPr>
                  <a:latin typeface="Noto Sans CJK KR"/>
                  <a:ea typeface="Noto Sans CJK KR"/>
                  <a:cs typeface="Noto Sans CJK KR"/>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Noto Sans CJK KR"/>
                <a:ea typeface="Noto Sans CJK KR"/>
                <a:cs typeface="Noto Sans CJK KR"/>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Noto Sans CJK KR"/>
                <a:ea typeface="Noto Sans CJK KR"/>
                <a:cs typeface="Noto Sans CJK KR"/>
              </a:defRPr>
            </a:pPr>
          </a:p>
        </c:txPr>
        <c:crossAx val="48650112"/>
        <c:crossBetween val="between"/>
      </c:valAx>
    </c:plotArea>
    <c:plotVisOnly val="1"/>
  </c:chart>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신규 275 에이전트 검토</c:v>
          </c:tx>
          <c:spPr>
            <a:solidFill xmlns:a="http://schemas.openxmlformats.org/drawingml/2006/main">
              <a:srgbClr val="2F6BFF"/>
            </a:solidFill>
          </c:spPr>
          <c:cat>
            <c:strRef>
              <c:f>'Chart Data'!$A$2:$A$4</c:f>
              <c:strCache>
                <c:ptCount val="3"/>
                <c:pt idx="0">
                  <c:v>correct</c:v>
                </c:pt>
                <c:pt idx="1">
                  <c:v>partial</c:v>
                </c:pt>
                <c:pt idx="2">
                  <c:v>incorrect</c:v>
                </c:pt>
              </c:strCache>
            </c:strRef>
          </c:cat>
          <c:val>
            <c:numRef>
              <c:f>'Chart Data'!$B$2:$B$4</c:f>
              <c:numCache>
                <c:formatCode>General</c:formatCode>
                <c:ptCount val="3"/>
                <c:pt idx="0">
                  <c:v>73</c:v>
                </c:pt>
                <c:pt idx="1">
                  <c:v>133</c:v>
                </c:pt>
                <c:pt idx="2">
                  <c:v>69</c:v>
                </c:pt>
              </c:numCache>
            </c:numRef>
          </c:val>
        </c:ser>
        <c:dLbls>
          <c:txPr>
            <a:bodyPr xmlns:a="http://schemas.openxmlformats.org/drawingml/2006/main" anchorCtr="1"/>
            <a:lstStyle xmlns:a="http://schemas.openxmlformats.org/drawingml/2006/main"/>
            <a:p xmlns:a="http://schemas.openxmlformats.org/drawingml/2006/main">
              <a:pPr>
                <a:defRPr>
                  <a:latin typeface="Noto Sans CJK KR"/>
                  <a:ea typeface="Noto Sans CJK KR"/>
                  <a:cs typeface="Noto Sans CJK KR"/>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Noto Sans CJK KR"/>
                <a:ea typeface="Noto Sans CJK KR"/>
                <a:cs typeface="Noto Sans CJK KR"/>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Noto Sans CJK KR"/>
                <a:ea typeface="Noto Sans CJK KR"/>
                <a:cs typeface="Noto Sans CJK KR"/>
              </a:defRPr>
            </a:pPr>
          </a:p>
        </c:txPr>
        <c:crossAx val="48650112"/>
        <c:crossBetween val="between"/>
      </c:valAx>
    </c:plotArea>
    <c:plotVisOnly val="1"/>
  </c:chart>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제안 구절</c:v>
          </c:tx>
          <c:spPr>
            <a:solidFill xmlns:a="http://schemas.openxmlformats.org/drawingml/2006/main">
              <a:srgbClr val="2F6BFF"/>
            </a:solidFill>
          </c:spPr>
          <c:cat>
            <c:strRef>
              <c:f>'Chart Data'!$A$2:$A$6</c:f>
              <c:strCache>
                <c:ptCount val="5"/>
                <c:pt idx="0">
                  <c:v>UNSUPPORTED</c:v>
                </c:pt>
                <c:pt idx="1">
                  <c:v>UNCERTAIN</c:v>
                </c:pt>
                <c:pt idx="2">
                  <c:v>CONTRADICTION</c:v>
                </c:pt>
                <c:pt idx="3">
                  <c:v>CITATION</c:v>
                </c:pt>
                <c:pt idx="4">
                  <c:v>QUALITY</c:v>
                </c:pt>
              </c:strCache>
            </c:strRef>
          </c:cat>
          <c:val>
            <c:numRef>
              <c:f>'Chart Data'!$B$2:$B$6</c:f>
              <c:numCache>
                <c:formatCode>General</c:formatCode>
                <c:ptCount val="5"/>
                <c:pt idx="0">
                  <c:v>41</c:v>
                </c:pt>
                <c:pt idx="1">
                  <c:v>16</c:v>
                </c:pt>
                <c:pt idx="2">
                  <c:v>15</c:v>
                </c:pt>
                <c:pt idx="3">
                  <c:v>14</c:v>
                </c:pt>
                <c:pt idx="4">
                  <c:v>2</c:v>
                </c:pt>
              </c:numCache>
            </c:numRef>
          </c:val>
        </c:ser>
        <c:dLbls>
          <c:txPr>
            <a:bodyPr xmlns:a="http://schemas.openxmlformats.org/drawingml/2006/main" anchorCtr="1"/>
            <a:lstStyle xmlns:a="http://schemas.openxmlformats.org/drawingml/2006/main"/>
            <a:p xmlns:a="http://schemas.openxmlformats.org/drawingml/2006/main">
              <a:pPr>
                <a:defRPr>
                  <a:latin typeface="Noto Sans CJK KR"/>
                  <a:ea typeface="Noto Sans CJK KR"/>
                  <a:cs typeface="Noto Sans CJK KR"/>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Noto Sans CJK KR"/>
                <a:ea typeface="Noto Sans CJK KR"/>
                <a:cs typeface="Noto Sans CJK KR"/>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Noto Sans CJK KR"/>
                <a:ea typeface="Noto Sans CJK KR"/>
                <a:cs typeface="Noto Sans CJK KR"/>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33C3A92-E18E-4E4F-B316-281901316C9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19C8B"/>
          </a:solidFill>
          <a:ln xmlns:a="http://schemas.openxmlformats.org/drawingml/2006/main" w="9525">
            <a:solidFill>
              <a:srgbClr val="119C8B"/>
            </a:solidFill>
          </a:ln>
        </p:spPr>
      </p:sp>
      <p:sp>
        <p:nvSpPr>
          <p:cNvPr id="2" name="">
            <a:extLst xmlns:a="http://schemas.openxmlformats.org/drawingml/2006/main">
              <a:ext uri="{FF2B5EF4-FFF2-40B4-BE49-F238E27FC236}">
                <a16:creationId xmlns:a16="http://schemas.microsoft.com/office/drawing/2014/main" id="{E05F7AA9-0C96-4D21-BAD1-F7C9E76DB871}"/>
              </a:ext>
            </a:extLst>
          </p:cNvPr>
          <p:cNvSpPr>
            <a:spLocks xmlns:a="http://schemas.openxmlformats.org/drawingml/2006/main" noGrp="1"/>
          </p:cNvSpPr>
          <p:nvPr/>
        </p:nvSpPr>
        <p:spPr>
          <a:xfrm xmlns:a="http://schemas.openxmlformats.org/drawingml/2006/main">
            <a:off x="590550" y="400050"/>
            <a:ext cx="247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119C8B"/>
                </a:solidFill>
                <a:latin typeface="Noto Sans CJK KR"/>
                <a:ea typeface="Noto Sans CJK KR"/>
                <a:cs typeface="Noto Sans CJK KR"/>
              </a:defRPr>
            </a:pPr>
            <a:r>
              <a:rPr sz="1800" b="1">
                <a:solidFill>
                  <a:srgbClr val="119C8B"/>
                </a:solidFill>
                <a:latin typeface="Noto Sans CJK KR"/>
                <a:ea typeface="Noto Sans CJK KR"/>
                <a:cs typeface="Noto Sans CJK KR"/>
              </a:rPr>
              <a:t>ASTRA</a:t>
            </a:r>
          </a:p>
        </p:txBody>
      </p:sp>
      <p:sp>
        <p:nvSpPr>
          <p:cNvPr id="3" name="">
            <a:extLst xmlns:a="http://schemas.openxmlformats.org/drawingml/2006/main">
              <a:ext uri="{FF2B5EF4-FFF2-40B4-BE49-F238E27FC236}">
                <a16:creationId xmlns:a16="http://schemas.microsoft.com/office/drawing/2014/main" id="{2F6A8416-E385-4305-A9D8-F2B80B68EA75}"/>
              </a:ext>
            </a:extLst>
          </p:cNvPr>
          <p:cNvSpPr>
            <a:spLocks xmlns:a="http://schemas.openxmlformats.org/drawingml/2006/main" noGrp="1"/>
          </p:cNvSpPr>
          <p:nvPr/>
        </p:nvSpPr>
        <p:spPr>
          <a:xfrm xmlns:a="http://schemas.openxmlformats.org/drawingml/2006/main">
            <a:off x="609600" y="78105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1">
                <a:solidFill>
                  <a:srgbClr val="52657A"/>
                </a:solidFill>
                <a:latin typeface="Noto Sans CJK KR"/>
                <a:ea typeface="Noto Sans CJK KR"/>
                <a:cs typeface="Noto Sans CJK KR"/>
              </a:defRPr>
            </a:pPr>
            <a:r>
              <a:rPr sz="825" b="1">
                <a:solidFill>
                  <a:srgbClr val="52657A"/>
                </a:solidFill>
                <a:latin typeface="Noto Sans CJK KR"/>
                <a:ea typeface="Noto Sans CJK KR"/>
                <a:cs typeface="Noto Sans CJK KR"/>
              </a:rPr>
              <a:t>PROCUREMENT INTELLIGENCE</a:t>
            </a:r>
          </a:p>
        </p:txBody>
      </p:sp>
      <p:sp>
        <p:nvSpPr>
          <p:cNvPr id="4" name="">
            <a:extLst xmlns:a="http://schemas.openxmlformats.org/drawingml/2006/main">
              <a:ext uri="{FF2B5EF4-FFF2-40B4-BE49-F238E27FC236}">
                <a16:creationId xmlns:a16="http://schemas.microsoft.com/office/drawing/2014/main" id="{8611C750-CD9F-4FE0-85B5-918626550EDE}"/>
              </a:ext>
            </a:extLst>
          </p:cNvPr>
          <p:cNvSpPr>
            <a:spLocks xmlns:a="http://schemas.openxmlformats.org/drawingml/2006/main" noGrp="1"/>
          </p:cNvSpPr>
          <p:nvPr/>
        </p:nvSpPr>
        <p:spPr>
          <a:xfrm xmlns:a="http://schemas.openxmlformats.org/drawingml/2006/main">
            <a:off x="590550" y="1495425"/>
            <a:ext cx="962025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32238"/>
                </a:solidFill>
                <a:latin typeface="Noto Sans CJK KR"/>
                <a:ea typeface="Noto Sans CJK KR"/>
                <a:cs typeface="Noto Sans CJK KR"/>
              </a:defRPr>
            </a:pPr>
            <a:r>
              <a:rPr sz="3225" b="1">
                <a:solidFill>
                  <a:srgbClr val="132238"/>
                </a:solidFill>
                <a:latin typeface="Noto Sans CJK KR"/>
                <a:ea typeface="Noto Sans CJK KR"/>
                <a:cs typeface="Noto Sans CJK KR"/>
              </a:rPr>
              <a:t>근거를 찾고, 권한을 지키고,</a:t>
            </a:r>
          </a:p>
          <a:p xmlns:a="http://schemas.openxmlformats.org/drawingml/2006/main">
            <a:pPr>
              <a:defRPr sz="3225" b="1">
                <a:solidFill>
                  <a:srgbClr val="132238"/>
                </a:solidFill>
                <a:latin typeface="Noto Sans CJK KR"/>
                <a:ea typeface="Noto Sans CJK KR"/>
                <a:cs typeface="Noto Sans CJK KR"/>
              </a:defRPr>
            </a:pPr>
            <a:r>
              <a:rPr sz="3225" b="1">
                <a:solidFill>
                  <a:srgbClr val="132238"/>
                </a:solidFill>
                <a:latin typeface="Noto Sans CJK KR"/>
                <a:ea typeface="Noto Sans CJK KR"/>
                <a:cs typeface="Noto Sans CJK KR"/>
              </a:rPr>
              <a:t>답변의 의심 구절까지 확인하는 조달 검토 시스템</a:t>
            </a:r>
          </a:p>
        </p:txBody>
      </p:sp>
      <p:sp>
        <p:nvSpPr>
          <p:cNvPr id="5" name="">
            <a:extLst xmlns:a="http://schemas.openxmlformats.org/drawingml/2006/main">
              <a:ext uri="{FF2B5EF4-FFF2-40B4-BE49-F238E27FC236}">
                <a16:creationId xmlns:a16="http://schemas.microsoft.com/office/drawing/2014/main" id="{D756EE17-605C-4302-AB74-EA5E835E56D3}"/>
              </a:ext>
            </a:extLst>
          </p:cNvPr>
          <p:cNvSpPr>
            <a:spLocks xmlns:a="http://schemas.openxmlformats.org/drawingml/2006/main" noGrp="1"/>
          </p:cNvSpPr>
          <p:nvPr/>
        </p:nvSpPr>
        <p:spPr>
          <a:xfrm xmlns:a="http://schemas.openxmlformats.org/drawingml/2006/main">
            <a:off x="609600" y="3114675"/>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2657A"/>
                </a:solidFill>
                <a:latin typeface="Noto Sans CJK KR"/>
                <a:ea typeface="Noto Sans CJK KR"/>
                <a:cs typeface="Noto Sans CJK KR"/>
              </a:defRPr>
            </a:pPr>
            <a:r>
              <a:rPr sz="1425" b="0">
                <a:solidFill>
                  <a:srgbClr val="52657A"/>
                </a:solidFill>
                <a:latin typeface="Noto Sans CJK KR"/>
                <a:ea typeface="Noto Sans CJK KR"/>
                <a:cs typeface="Noto Sans CJK KR"/>
              </a:rPr>
              <a:t>나라장터 공개 공고 · 합성 기업 자료 · 권한형 하이브리드 RAG · 구절 단위 환각 검증</a:t>
            </a:r>
          </a:p>
        </p:txBody>
      </p:sp>
      <p:sp>
        <p:nvSpPr>
          <p:cNvPr id="6" name="">
            <a:extLst xmlns:a="http://schemas.openxmlformats.org/drawingml/2006/main">
              <a:ext uri="{FF2B5EF4-FFF2-40B4-BE49-F238E27FC236}">
                <a16:creationId xmlns:a16="http://schemas.microsoft.com/office/drawing/2014/main" id="{3369BCC1-B715-45AF-A2C3-711D59A1FDB5}"/>
              </a:ext>
            </a:extLst>
          </p:cNvPr>
          <p:cNvSpPr>
            <a:spLocks xmlns:a="http://schemas.openxmlformats.org/drawingml/2006/main" noGrp="1"/>
          </p:cNvSpPr>
          <p:nvPr/>
        </p:nvSpPr>
        <p:spPr>
          <a:xfrm xmlns:a="http://schemas.openxmlformats.org/drawingml/2006/main">
            <a:off x="609600" y="3914775"/>
            <a:ext cx="3333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CFD9E6"/>
            </a:solidFill>
          </a:ln>
        </p:spPr>
      </p:sp>
      <p:sp>
        <p:nvSpPr>
          <p:cNvPr id="7" name="">
            <a:extLst xmlns:a="http://schemas.openxmlformats.org/drawingml/2006/main">
              <a:ext uri="{FF2B5EF4-FFF2-40B4-BE49-F238E27FC236}">
                <a16:creationId xmlns:a16="http://schemas.microsoft.com/office/drawing/2014/main" id="{69A642FF-FCE7-4023-AB69-E38A78B61922}"/>
              </a:ext>
            </a:extLst>
          </p:cNvPr>
          <p:cNvSpPr>
            <a:spLocks xmlns:a="http://schemas.openxmlformats.org/drawingml/2006/main" noGrp="1"/>
          </p:cNvSpPr>
          <p:nvPr/>
        </p:nvSpPr>
        <p:spPr>
          <a:xfrm xmlns:a="http://schemas.openxmlformats.org/drawingml/2006/main">
            <a:off x="781050" y="4076700"/>
            <a:ext cx="704850" cy="257175"/>
          </a:xfrm>
          <a:prstGeom xmlns:a="http://schemas.openxmlformats.org/drawingml/2006/main" prst="roundRect">
            <a:avLst>
              <a:gd name="adj" fmla="val 29630"/>
            </a:avLst>
          </a:prstGeom>
          <a:solidFill xmlns:a="http://schemas.openxmlformats.org/drawingml/2006/main">
            <a:srgbClr val="2F6BFF"/>
          </a:solidFill>
          <a:ln xmlns:a="http://schemas.openxmlformats.org/drawingml/2006/main" w="9525">
            <a:solidFill>
              <a:srgbClr val="2F6BFF"/>
            </a:solidFill>
          </a:ln>
        </p:spPr>
      </p:sp>
      <p:sp>
        <p:nvSpPr>
          <p:cNvPr id="8" name="">
            <a:extLst xmlns:a="http://schemas.openxmlformats.org/drawingml/2006/main">
              <a:ext uri="{FF2B5EF4-FFF2-40B4-BE49-F238E27FC236}">
                <a16:creationId xmlns:a16="http://schemas.microsoft.com/office/drawing/2014/main" id="{7F190AD8-D578-4687-9BAE-ADC9AA4B6AD8}"/>
              </a:ext>
            </a:extLst>
          </p:cNvPr>
          <p:cNvSpPr>
            <a:spLocks xmlns:a="http://schemas.openxmlformats.org/drawingml/2006/main" noGrp="1"/>
          </p:cNvSpPr>
          <p:nvPr/>
        </p:nvSpPr>
        <p:spPr>
          <a:xfrm xmlns:a="http://schemas.openxmlformats.org/drawingml/2006/main">
            <a:off x="781050" y="4114800"/>
            <a:ext cx="704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FFFFFF"/>
                </a:solidFill>
                <a:latin typeface="Noto Sans CJK KR"/>
                <a:ea typeface="Noto Sans CJK KR"/>
                <a:cs typeface="Noto Sans CJK KR"/>
              </a:defRPr>
            </a:pPr>
            <a:r>
              <a:rPr sz="900" b="1">
                <a:solidFill>
                  <a:srgbClr val="FFFFFF"/>
                </a:solidFill>
                <a:latin typeface="Noto Sans CJK KR"/>
                <a:ea typeface="Noto Sans CJK KR"/>
                <a:cs typeface="Noto Sans CJK KR"/>
              </a:rPr>
              <a:t>DATA</a:t>
            </a:r>
          </a:p>
        </p:txBody>
      </p:sp>
      <p:sp>
        <p:nvSpPr>
          <p:cNvPr id="9" name="">
            <a:extLst xmlns:a="http://schemas.openxmlformats.org/drawingml/2006/main">
              <a:ext uri="{FF2B5EF4-FFF2-40B4-BE49-F238E27FC236}">
                <a16:creationId xmlns:a16="http://schemas.microsoft.com/office/drawing/2014/main" id="{E7D7BB4B-84CD-4642-B39A-D5ACF1B89BF0}"/>
              </a:ext>
            </a:extLst>
          </p:cNvPr>
          <p:cNvSpPr>
            <a:spLocks xmlns:a="http://schemas.openxmlformats.org/drawingml/2006/main" noGrp="1"/>
          </p:cNvSpPr>
          <p:nvPr/>
        </p:nvSpPr>
        <p:spPr>
          <a:xfrm xmlns:a="http://schemas.openxmlformats.org/drawingml/2006/main">
            <a:off x="781050" y="4495800"/>
            <a:ext cx="2990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1">
                <a:solidFill>
                  <a:srgbClr val="132238"/>
                </a:solidFill>
                <a:latin typeface="Noto Sans CJK KR"/>
                <a:ea typeface="Noto Sans CJK KR"/>
                <a:cs typeface="Noto Sans CJK KR"/>
              </a:defRPr>
            </a:pPr>
            <a:r>
              <a:rPr sz="1425" b="1">
                <a:solidFill>
                  <a:srgbClr val="132238"/>
                </a:solidFill>
                <a:latin typeface="Noto Sans CJK KR"/>
                <a:ea typeface="Noto Sans CJK KR"/>
                <a:cs typeface="Noto Sans CJK KR"/>
              </a:rPr>
              <a:t>3개월 수집과 51건 원문 검수</a:t>
            </a:r>
          </a:p>
        </p:txBody>
      </p:sp>
      <p:sp>
        <p:nvSpPr>
          <p:cNvPr id="10" name="">
            <a:extLst xmlns:a="http://schemas.openxmlformats.org/drawingml/2006/main">
              <a:ext uri="{FF2B5EF4-FFF2-40B4-BE49-F238E27FC236}">
                <a16:creationId xmlns:a16="http://schemas.microsoft.com/office/drawing/2014/main" id="{7E726725-EDC2-4209-9B55-C213B4106D98}"/>
              </a:ext>
            </a:extLst>
          </p:cNvPr>
          <p:cNvSpPr>
            <a:spLocks xmlns:a="http://schemas.openxmlformats.org/drawingml/2006/main" noGrp="1"/>
          </p:cNvSpPr>
          <p:nvPr/>
        </p:nvSpPr>
        <p:spPr>
          <a:xfrm xmlns:a="http://schemas.openxmlformats.org/drawingml/2006/main">
            <a:off x="4286250" y="3914775"/>
            <a:ext cx="3333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CFD9E6"/>
            </a:solidFill>
          </a:ln>
        </p:spPr>
      </p:sp>
      <p:sp>
        <p:nvSpPr>
          <p:cNvPr id="11" name="">
            <a:extLst xmlns:a="http://schemas.openxmlformats.org/drawingml/2006/main">
              <a:ext uri="{FF2B5EF4-FFF2-40B4-BE49-F238E27FC236}">
                <a16:creationId xmlns:a16="http://schemas.microsoft.com/office/drawing/2014/main" id="{39E11B6C-70D2-4EA3-94B3-DE4F54A5167F}"/>
              </a:ext>
            </a:extLst>
          </p:cNvPr>
          <p:cNvSpPr>
            <a:spLocks xmlns:a="http://schemas.openxmlformats.org/drawingml/2006/main" noGrp="1"/>
          </p:cNvSpPr>
          <p:nvPr/>
        </p:nvSpPr>
        <p:spPr>
          <a:xfrm xmlns:a="http://schemas.openxmlformats.org/drawingml/2006/main">
            <a:off x="4457700" y="4076700"/>
            <a:ext cx="704850" cy="257175"/>
          </a:xfrm>
          <a:prstGeom xmlns:a="http://schemas.openxmlformats.org/drawingml/2006/main" prst="roundRect">
            <a:avLst>
              <a:gd name="adj" fmla="val 29630"/>
            </a:avLst>
          </a:prstGeom>
          <a:solidFill xmlns:a="http://schemas.openxmlformats.org/drawingml/2006/main">
            <a:srgbClr val="119C8B"/>
          </a:solidFill>
          <a:ln xmlns:a="http://schemas.openxmlformats.org/drawingml/2006/main" w="9525">
            <a:solidFill>
              <a:srgbClr val="119C8B"/>
            </a:solidFill>
          </a:ln>
        </p:spPr>
      </p:sp>
      <p:sp>
        <p:nvSpPr>
          <p:cNvPr id="12" name="">
            <a:extLst xmlns:a="http://schemas.openxmlformats.org/drawingml/2006/main">
              <a:ext uri="{FF2B5EF4-FFF2-40B4-BE49-F238E27FC236}">
                <a16:creationId xmlns:a16="http://schemas.microsoft.com/office/drawing/2014/main" id="{701C7109-2966-494C-941F-82344326E91B}"/>
              </a:ext>
            </a:extLst>
          </p:cNvPr>
          <p:cNvSpPr>
            <a:spLocks xmlns:a="http://schemas.openxmlformats.org/drawingml/2006/main" noGrp="1"/>
          </p:cNvSpPr>
          <p:nvPr/>
        </p:nvSpPr>
        <p:spPr>
          <a:xfrm xmlns:a="http://schemas.openxmlformats.org/drawingml/2006/main">
            <a:off x="4457700" y="4114800"/>
            <a:ext cx="704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FFFFFF"/>
                </a:solidFill>
                <a:latin typeface="Noto Sans CJK KR"/>
                <a:ea typeface="Noto Sans CJK KR"/>
                <a:cs typeface="Noto Sans CJK KR"/>
              </a:defRPr>
            </a:pPr>
            <a:r>
              <a:rPr sz="900" b="1">
                <a:solidFill>
                  <a:srgbClr val="FFFFFF"/>
                </a:solidFill>
                <a:latin typeface="Noto Sans CJK KR"/>
                <a:ea typeface="Noto Sans CJK KR"/>
                <a:cs typeface="Noto Sans CJK KR"/>
              </a:rPr>
              <a:t>RAG</a:t>
            </a:r>
          </a:p>
        </p:txBody>
      </p:sp>
      <p:sp>
        <p:nvSpPr>
          <p:cNvPr id="13" name="">
            <a:extLst xmlns:a="http://schemas.openxmlformats.org/drawingml/2006/main">
              <a:ext uri="{FF2B5EF4-FFF2-40B4-BE49-F238E27FC236}">
                <a16:creationId xmlns:a16="http://schemas.microsoft.com/office/drawing/2014/main" id="{D52EE8F2-5C39-44A9-A4F2-5FE0445E2F5A}"/>
              </a:ext>
            </a:extLst>
          </p:cNvPr>
          <p:cNvSpPr>
            <a:spLocks xmlns:a="http://schemas.openxmlformats.org/drawingml/2006/main" noGrp="1"/>
          </p:cNvSpPr>
          <p:nvPr/>
        </p:nvSpPr>
        <p:spPr>
          <a:xfrm xmlns:a="http://schemas.openxmlformats.org/drawingml/2006/main">
            <a:off x="4457700" y="4495800"/>
            <a:ext cx="2990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1">
                <a:solidFill>
                  <a:srgbClr val="132238"/>
                </a:solidFill>
                <a:latin typeface="Noto Sans CJK KR"/>
                <a:ea typeface="Noto Sans CJK KR"/>
                <a:cs typeface="Noto Sans CJK KR"/>
              </a:defRPr>
            </a:pPr>
            <a:r>
              <a:rPr sz="1425" b="1">
                <a:solidFill>
                  <a:srgbClr val="132238"/>
                </a:solidFill>
                <a:latin typeface="Noto Sans CJK KR"/>
                <a:ea typeface="Noto Sans CJK KR"/>
                <a:cs typeface="Noto Sans CJK KR"/>
              </a:rPr>
              <a:t>223문서 · 3,275청크</a:t>
            </a:r>
          </a:p>
        </p:txBody>
      </p:sp>
      <p:sp>
        <p:nvSpPr>
          <p:cNvPr id="14" name="">
            <a:extLst xmlns:a="http://schemas.openxmlformats.org/drawingml/2006/main">
              <a:ext uri="{FF2B5EF4-FFF2-40B4-BE49-F238E27FC236}">
                <a16:creationId xmlns:a16="http://schemas.microsoft.com/office/drawing/2014/main" id="{DC5029CA-7D4A-4A83-BDDB-1BD639693FFF}"/>
              </a:ext>
            </a:extLst>
          </p:cNvPr>
          <p:cNvSpPr>
            <a:spLocks xmlns:a="http://schemas.openxmlformats.org/drawingml/2006/main" noGrp="1"/>
          </p:cNvSpPr>
          <p:nvPr/>
        </p:nvSpPr>
        <p:spPr>
          <a:xfrm xmlns:a="http://schemas.openxmlformats.org/drawingml/2006/main">
            <a:off x="7962900" y="3914775"/>
            <a:ext cx="3333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CFD9E6"/>
            </a:solidFill>
          </a:ln>
        </p:spPr>
      </p:sp>
      <p:sp>
        <p:nvSpPr>
          <p:cNvPr id="15" name="">
            <a:extLst xmlns:a="http://schemas.openxmlformats.org/drawingml/2006/main">
              <a:ext uri="{FF2B5EF4-FFF2-40B4-BE49-F238E27FC236}">
                <a16:creationId xmlns:a16="http://schemas.microsoft.com/office/drawing/2014/main" id="{E157257F-F5D1-44FC-AE49-A88D7AF433FC}"/>
              </a:ext>
            </a:extLst>
          </p:cNvPr>
          <p:cNvSpPr>
            <a:spLocks xmlns:a="http://schemas.openxmlformats.org/drawingml/2006/main" noGrp="1"/>
          </p:cNvSpPr>
          <p:nvPr/>
        </p:nvSpPr>
        <p:spPr>
          <a:xfrm xmlns:a="http://schemas.openxmlformats.org/drawingml/2006/main">
            <a:off x="8134350" y="4076700"/>
            <a:ext cx="704850" cy="257175"/>
          </a:xfrm>
          <a:prstGeom xmlns:a="http://schemas.openxmlformats.org/drawingml/2006/main" prst="roundRect">
            <a:avLst>
              <a:gd name="adj" fmla="val 29630"/>
            </a:avLst>
          </a:prstGeom>
          <a:solidFill xmlns:a="http://schemas.openxmlformats.org/drawingml/2006/main">
            <a:srgbClr val="F29B38"/>
          </a:solidFill>
          <a:ln xmlns:a="http://schemas.openxmlformats.org/drawingml/2006/main" w="9525">
            <a:solidFill>
              <a:srgbClr val="F29B38"/>
            </a:solidFill>
          </a:ln>
        </p:spPr>
      </p:sp>
      <p:sp>
        <p:nvSpPr>
          <p:cNvPr id="16" name="">
            <a:extLst xmlns:a="http://schemas.openxmlformats.org/drawingml/2006/main">
              <a:ext uri="{FF2B5EF4-FFF2-40B4-BE49-F238E27FC236}">
                <a16:creationId xmlns:a16="http://schemas.microsoft.com/office/drawing/2014/main" id="{A31AF1B6-1D21-4C9F-8F98-8EB44ACD3000}"/>
              </a:ext>
            </a:extLst>
          </p:cNvPr>
          <p:cNvSpPr>
            <a:spLocks xmlns:a="http://schemas.openxmlformats.org/drawingml/2006/main" noGrp="1"/>
          </p:cNvSpPr>
          <p:nvPr/>
        </p:nvSpPr>
        <p:spPr>
          <a:xfrm xmlns:a="http://schemas.openxmlformats.org/drawingml/2006/main">
            <a:off x="8134350" y="4114800"/>
            <a:ext cx="704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FFFFFF"/>
                </a:solidFill>
                <a:latin typeface="Noto Sans CJK KR"/>
                <a:ea typeface="Noto Sans CJK KR"/>
                <a:cs typeface="Noto Sans CJK KR"/>
              </a:defRPr>
            </a:pPr>
            <a:r>
              <a:rPr sz="900" b="1">
                <a:solidFill>
                  <a:srgbClr val="FFFFFF"/>
                </a:solidFill>
                <a:latin typeface="Noto Sans CJK KR"/>
                <a:ea typeface="Noto Sans CJK KR"/>
                <a:cs typeface="Noto Sans CJK KR"/>
              </a:rPr>
              <a:t>EVAL</a:t>
            </a:r>
          </a:p>
        </p:txBody>
      </p:sp>
      <p:sp>
        <p:nvSpPr>
          <p:cNvPr id="17" name="">
            <a:extLst xmlns:a="http://schemas.openxmlformats.org/drawingml/2006/main">
              <a:ext uri="{FF2B5EF4-FFF2-40B4-BE49-F238E27FC236}">
                <a16:creationId xmlns:a16="http://schemas.microsoft.com/office/drawing/2014/main" id="{9DB85984-D930-413D-8641-49CD30A5F209}"/>
              </a:ext>
            </a:extLst>
          </p:cNvPr>
          <p:cNvSpPr>
            <a:spLocks xmlns:a="http://schemas.openxmlformats.org/drawingml/2006/main" noGrp="1"/>
          </p:cNvSpPr>
          <p:nvPr/>
        </p:nvSpPr>
        <p:spPr>
          <a:xfrm xmlns:a="http://schemas.openxmlformats.org/drawingml/2006/main">
            <a:off x="8134350" y="4495800"/>
            <a:ext cx="2990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1">
                <a:solidFill>
                  <a:srgbClr val="132238"/>
                </a:solidFill>
                <a:latin typeface="Noto Sans CJK KR"/>
                <a:ea typeface="Noto Sans CJK KR"/>
                <a:cs typeface="Noto Sans CJK KR"/>
              </a:defRPr>
            </a:pPr>
            <a:r>
              <a:rPr sz="1425" b="1">
                <a:solidFill>
                  <a:srgbClr val="132238"/>
                </a:solidFill>
                <a:latin typeface="Noto Sans CJK KR"/>
                <a:ea typeface="Noto Sans CJK KR"/>
                <a:cs typeface="Noto Sans CJK KR"/>
              </a:rPr>
              <a:t>300문항 · 생성답변 295건</a:t>
            </a:r>
          </a:p>
        </p:txBody>
      </p:sp>
      <p:sp>
        <p:nvSpPr>
          <p:cNvPr id="18" name="">
            <a:extLst xmlns:a="http://schemas.openxmlformats.org/drawingml/2006/main">
              <a:ext uri="{FF2B5EF4-FFF2-40B4-BE49-F238E27FC236}">
                <a16:creationId xmlns:a16="http://schemas.microsoft.com/office/drawing/2014/main" id="{0AB5804C-0BDB-4BD1-B2EE-1883FAA328FA}"/>
              </a:ext>
            </a:extLst>
          </p:cNvPr>
          <p:cNvSpPr>
            <a:spLocks xmlns:a="http://schemas.openxmlformats.org/drawingml/2006/main" noGrp="1"/>
          </p:cNvSpPr>
          <p:nvPr/>
        </p:nvSpPr>
        <p:spPr>
          <a:xfrm xmlns:a="http://schemas.openxmlformats.org/drawingml/2006/main">
            <a:off x="609600" y="565785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183B5B"/>
                </a:solidFill>
                <a:latin typeface="Noto Sans CJK KR"/>
                <a:ea typeface="Noto Sans CJK KR"/>
                <a:cs typeface="Noto Sans CJK KR"/>
              </a:defRPr>
            </a:pPr>
            <a:r>
              <a:rPr sz="1275" b="1">
                <a:solidFill>
                  <a:srgbClr val="183B5B"/>
                </a:solidFill>
                <a:latin typeface="Noto Sans CJK KR"/>
                <a:ea typeface="Noto Sans CJK KR"/>
                <a:cs typeface="Noto Sans CJK KR"/>
              </a:rPr>
              <a:t>ko-LettuceDetect / ASTRA · B1조 최종발표</a:t>
            </a:r>
          </a:p>
        </p:txBody>
      </p:sp>
      <p:sp>
        <p:nvSpPr>
          <p:cNvPr id="19" name="">
            <a:extLst xmlns:a="http://schemas.openxmlformats.org/drawingml/2006/main">
              <a:ext uri="{FF2B5EF4-FFF2-40B4-BE49-F238E27FC236}">
                <a16:creationId xmlns:a16="http://schemas.microsoft.com/office/drawing/2014/main" id="{DE1E228F-B977-4E63-97C1-464BDD58EBAE}"/>
              </a:ext>
            </a:extLst>
          </p:cNvPr>
          <p:cNvSpPr>
            <a:spLocks xmlns:a="http://schemas.openxmlformats.org/drawingml/2006/main" noGrp="1"/>
          </p:cNvSpPr>
          <p:nvPr/>
        </p:nvSpPr>
        <p:spPr>
          <a:xfrm xmlns:a="http://schemas.openxmlformats.org/drawingml/2006/main">
            <a:off x="609600" y="601980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57A"/>
                </a:solidFill>
                <a:latin typeface="Noto Sans CJK KR"/>
                <a:ea typeface="Noto Sans CJK KR"/>
                <a:cs typeface="Noto Sans CJK KR"/>
              </a:defRPr>
            </a:pPr>
            <a:r>
              <a:rPr sz="1125" b="0">
                <a:solidFill>
                  <a:srgbClr val="52657A"/>
                </a:solidFill>
                <a:latin typeface="Noto Sans CJK KR"/>
                <a:ea typeface="Noto Sans CJK KR"/>
                <a:cs typeface="Noto Sans CJK KR"/>
              </a:rPr>
              <a:t>2026.10.02</a:t>
            </a:r>
          </a:p>
        </p:txBody>
      </p:sp>
    </p:spTree>
    <p:extLst>
      <p:ext uri="{BB962C8B-B14F-4D97-AF65-F5344CB8AC3E}">
        <p14:creationId xmlns:p14="http://schemas.microsoft.com/office/powerpoint/2010/main" val="74531521"/>
      </p:ext>
    </p:extLst>
  </p:cSld>
</p:sld>
</file>

<file path=ppt/slides/slide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6F244A4E-07C8-49D8-BEA9-FA90F3AEB308}"/>
              </a:ext>
            </a:extLst>
          </p:cNvPr>
          <p:cNvSpPr>
            <a:spLocks xmlns:a="http://schemas.openxmlformats.org/drawingml/2006/main" noGrp="1"/>
          </p:cNvSpPr>
          <p:nvPr/>
        </p:nvSpPr>
        <p:spPr>
          <a:xfrm xmlns:a="http://schemas.openxmlformats.org/drawingml/2006/main">
            <a:off x="5143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119C8B"/>
                </a:solidFill>
                <a:latin typeface="Noto Sans CJK KR"/>
                <a:ea typeface="Noto Sans CJK KR"/>
                <a:cs typeface="Noto Sans CJK KR"/>
              </a:defRPr>
            </a:pPr>
            <a:r>
              <a:rPr sz="975" b="1">
                <a:solidFill>
                  <a:srgbClr val="119C8B"/>
                </a:solidFill>
                <a:latin typeface="Noto Sans CJK KR"/>
                <a:ea typeface="Noto Sans CJK KR"/>
                <a:cs typeface="Noto Sans CJK KR"/>
              </a:rPr>
              <a:t>문제 정의</a:t>
            </a:r>
          </a:p>
        </p:txBody>
      </p:sp>
      <p:sp>
        <p:nvSpPr>
          <p:cNvPr id="2" name="">
            <a:extLst xmlns:a="http://schemas.openxmlformats.org/drawingml/2006/main">
              <a:ext uri="{FF2B5EF4-FFF2-40B4-BE49-F238E27FC236}">
                <a16:creationId xmlns:a16="http://schemas.microsoft.com/office/drawing/2014/main" id="{028A2BE3-DC10-4FC9-95DF-9430D9A50D31}"/>
              </a:ext>
            </a:extLst>
          </p:cNvPr>
          <p:cNvSpPr>
            <a:spLocks xmlns:a="http://schemas.openxmlformats.org/drawingml/2006/main" noGrp="1"/>
          </p:cNvSpPr>
          <p:nvPr/>
        </p:nvSpPr>
        <p:spPr>
          <a:xfrm xmlns:a="http://schemas.openxmlformats.org/drawingml/2006/main">
            <a:off x="514350" y="457200"/>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132238"/>
                </a:solidFill>
                <a:latin typeface="Noto Sans CJK KR"/>
                <a:ea typeface="Noto Sans CJK KR"/>
                <a:cs typeface="Noto Sans CJK KR"/>
              </a:defRPr>
            </a:pPr>
            <a:r>
              <a:rPr sz="2325" b="1">
                <a:solidFill>
                  <a:srgbClr val="132238"/>
                </a:solidFill>
                <a:latin typeface="Noto Sans CJK KR"/>
                <a:ea typeface="Noto Sans CJK KR"/>
                <a:cs typeface="Noto Sans CJK KR"/>
              </a:rPr>
              <a:t>프로젝트 결과를 먼저 숫자로 요약하면</a:t>
            </a:r>
          </a:p>
        </p:txBody>
      </p:sp>
      <p:sp>
        <p:nvSpPr>
          <p:cNvPr id="3" name="">
            <a:extLst xmlns:a="http://schemas.openxmlformats.org/drawingml/2006/main">
              <a:ext uri="{FF2B5EF4-FFF2-40B4-BE49-F238E27FC236}">
                <a16:creationId xmlns:a16="http://schemas.microsoft.com/office/drawing/2014/main" id="{E87D5214-5E3C-4823-A21B-D977AD288D96}"/>
              </a:ext>
            </a:extLst>
          </p:cNvPr>
          <p:cNvSpPr>
            <a:spLocks xmlns:a="http://schemas.openxmlformats.org/drawingml/2006/main" noGrp="1"/>
          </p:cNvSpPr>
          <p:nvPr/>
        </p:nvSpPr>
        <p:spPr>
          <a:xfrm xmlns:a="http://schemas.openxmlformats.org/drawingml/2006/main">
            <a:off x="533400" y="923925"/>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2657A"/>
                </a:solidFill>
                <a:latin typeface="Noto Sans CJK KR"/>
                <a:ea typeface="Noto Sans CJK KR"/>
                <a:cs typeface="Noto Sans CJK KR"/>
              </a:defRPr>
            </a:pPr>
            <a:r>
              <a:rPr sz="1200" b="0">
                <a:solidFill>
                  <a:srgbClr val="52657A"/>
                </a:solidFill>
                <a:latin typeface="Noto Sans CJK KR"/>
                <a:ea typeface="Noto Sans CJK KR"/>
                <a:cs typeface="Noto Sans CJK KR"/>
              </a:rPr>
              <a:t>수집·검수·색인·생성은 완료 범위가 있고, 탐지 성능은 평가 진행 중이다</a:t>
            </a:r>
          </a:p>
        </p:txBody>
      </p:sp>
      <p:sp>
        <p:nvSpPr>
          <p:cNvPr id="4" name="">
            <a:extLst xmlns:a="http://schemas.openxmlformats.org/drawingml/2006/main">
              <a:ext uri="{FF2B5EF4-FFF2-40B4-BE49-F238E27FC236}">
                <a16:creationId xmlns:a16="http://schemas.microsoft.com/office/drawing/2014/main" id="{D1817E81-577B-476A-806A-A3369604AD42}"/>
              </a:ext>
            </a:extLst>
          </p:cNvPr>
          <p:cNvSpPr>
            <a:spLocks xmlns:a="http://schemas.openxmlformats.org/drawingml/2006/main" noGrp="1"/>
          </p:cNvSpPr>
          <p:nvPr/>
        </p:nvSpPr>
        <p:spPr>
          <a:xfrm xmlns:a="http://schemas.openxmlformats.org/drawingml/2006/main">
            <a:off x="514350" y="1257300"/>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5" name="">
            <a:extLst xmlns:a="http://schemas.openxmlformats.org/drawingml/2006/main">
              <a:ext uri="{FF2B5EF4-FFF2-40B4-BE49-F238E27FC236}">
                <a16:creationId xmlns:a16="http://schemas.microsoft.com/office/drawing/2014/main" id="{CD447103-20DC-4D6D-AC41-9E2C20C893D5}"/>
              </a:ext>
            </a:extLst>
          </p:cNvPr>
          <p:cNvSpPr>
            <a:spLocks xmlns:a="http://schemas.openxmlformats.org/drawingml/2006/main" noGrp="1"/>
          </p:cNvSpPr>
          <p:nvPr/>
        </p:nvSpPr>
        <p:spPr>
          <a:xfrm xmlns:a="http://schemas.openxmlformats.org/drawingml/2006/main">
            <a:off x="11201400" y="209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52657A"/>
                </a:solidFill>
                <a:latin typeface="Noto Sans CJK KR"/>
                <a:ea typeface="Noto Sans CJK KR"/>
                <a:cs typeface="Noto Sans CJK KR"/>
              </a:defRPr>
            </a:pPr>
            <a:r>
              <a:rPr sz="975" b="1">
                <a:solidFill>
                  <a:srgbClr val="52657A"/>
                </a:solidFill>
                <a:latin typeface="Noto Sans CJK KR"/>
                <a:ea typeface="Noto Sans CJK KR"/>
                <a:cs typeface="Noto Sans CJK KR"/>
              </a:rPr>
              <a:t>02</a:t>
            </a:r>
          </a:p>
        </p:txBody>
      </p:sp>
      <p:sp>
        <p:nvSpPr>
          <p:cNvPr id="6" name="">
            <a:extLst xmlns:a="http://schemas.openxmlformats.org/drawingml/2006/main">
              <a:ext uri="{FF2B5EF4-FFF2-40B4-BE49-F238E27FC236}">
                <a16:creationId xmlns:a16="http://schemas.microsoft.com/office/drawing/2014/main" id="{63A05FFA-E8C0-4E46-9047-3E187FB83454}"/>
              </a:ext>
            </a:extLst>
          </p:cNvPr>
          <p:cNvSpPr>
            <a:spLocks xmlns:a="http://schemas.openxmlformats.org/drawingml/2006/main" noGrp="1"/>
          </p:cNvSpPr>
          <p:nvPr/>
        </p:nvSpPr>
        <p:spPr>
          <a:xfrm xmlns:a="http://schemas.openxmlformats.org/drawingml/2006/main">
            <a:off x="514350" y="1562100"/>
            <a:ext cx="3448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FD9E6"/>
            </a:solidFill>
          </a:ln>
        </p:spPr>
      </p:sp>
      <p:sp>
        <p:nvSpPr>
          <p:cNvPr id="7" name="">
            <a:extLst xmlns:a="http://schemas.openxmlformats.org/drawingml/2006/main">
              <a:ext uri="{FF2B5EF4-FFF2-40B4-BE49-F238E27FC236}">
                <a16:creationId xmlns:a16="http://schemas.microsoft.com/office/drawing/2014/main" id="{C275333F-CD29-43BE-93BB-12C4BFCA3820}"/>
              </a:ext>
            </a:extLst>
          </p:cNvPr>
          <p:cNvSpPr>
            <a:spLocks xmlns:a="http://schemas.openxmlformats.org/drawingml/2006/main" noGrp="1"/>
          </p:cNvSpPr>
          <p:nvPr/>
        </p:nvSpPr>
        <p:spPr>
          <a:xfrm xmlns:a="http://schemas.openxmlformats.org/drawingml/2006/main">
            <a:off x="666750" y="16954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2F6BFF"/>
                </a:solidFill>
                <a:latin typeface="Noto Sans CJK KR"/>
                <a:ea typeface="Noto Sans CJK KR"/>
                <a:cs typeface="Noto Sans CJK KR"/>
              </a:defRPr>
            </a:pPr>
            <a:r>
              <a:rPr sz="2400" b="1">
                <a:solidFill>
                  <a:srgbClr val="2F6BFF"/>
                </a:solidFill>
                <a:latin typeface="Noto Sans CJK KR"/>
                <a:ea typeface="Noto Sans CJK KR"/>
                <a:cs typeface="Noto Sans CJK KR"/>
              </a:rPr>
              <a:t>137,745</a:t>
            </a:r>
          </a:p>
        </p:txBody>
      </p:sp>
      <p:sp>
        <p:nvSpPr>
          <p:cNvPr id="8" name="">
            <a:extLst xmlns:a="http://schemas.openxmlformats.org/drawingml/2006/main">
              <a:ext uri="{FF2B5EF4-FFF2-40B4-BE49-F238E27FC236}">
                <a16:creationId xmlns:a16="http://schemas.microsoft.com/office/drawing/2014/main" id="{568E1113-A8B2-417E-AA9E-A5C2ACFF7683}"/>
              </a:ext>
            </a:extLst>
          </p:cNvPr>
          <p:cNvSpPr>
            <a:spLocks xmlns:a="http://schemas.openxmlformats.org/drawingml/2006/main" noGrp="1"/>
          </p:cNvSpPr>
          <p:nvPr/>
        </p:nvSpPr>
        <p:spPr>
          <a:xfrm xmlns:a="http://schemas.openxmlformats.org/drawingml/2006/main">
            <a:off x="666750" y="2143125"/>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132238"/>
                </a:solidFill>
                <a:latin typeface="Noto Sans CJK KR"/>
                <a:ea typeface="Noto Sans CJK KR"/>
                <a:cs typeface="Noto Sans CJK KR"/>
              </a:defRPr>
            </a:pPr>
            <a:r>
              <a:rPr sz="1125" b="1">
                <a:solidFill>
                  <a:srgbClr val="132238"/>
                </a:solidFill>
                <a:latin typeface="Noto Sans CJK KR"/>
                <a:ea typeface="Noto Sans CJK KR"/>
                <a:cs typeface="Noto Sans CJK KR"/>
              </a:rPr>
              <a:t>공고 행</a:t>
            </a:r>
          </a:p>
        </p:txBody>
      </p:sp>
      <p:sp>
        <p:nvSpPr>
          <p:cNvPr id="9" name="">
            <a:extLst xmlns:a="http://schemas.openxmlformats.org/drawingml/2006/main">
              <a:ext uri="{FF2B5EF4-FFF2-40B4-BE49-F238E27FC236}">
                <a16:creationId xmlns:a16="http://schemas.microsoft.com/office/drawing/2014/main" id="{09606931-A56F-49A6-81E5-CB7299F30BEE}"/>
              </a:ext>
            </a:extLst>
          </p:cNvPr>
          <p:cNvSpPr>
            <a:spLocks xmlns:a="http://schemas.openxmlformats.org/drawingml/2006/main" noGrp="1"/>
          </p:cNvSpPr>
          <p:nvPr/>
        </p:nvSpPr>
        <p:spPr>
          <a:xfrm xmlns:a="http://schemas.openxmlformats.org/drawingml/2006/main">
            <a:off x="666750" y="2381250"/>
            <a:ext cx="3143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0">
                <a:solidFill>
                  <a:srgbClr val="52657A"/>
                </a:solidFill>
                <a:latin typeface="Noto Sans CJK KR"/>
                <a:ea typeface="Noto Sans CJK KR"/>
                <a:cs typeface="Noto Sans CJK KR"/>
              </a:defRPr>
            </a:pPr>
            <a:r>
              <a:rPr sz="825" b="0">
                <a:solidFill>
                  <a:srgbClr val="52657A"/>
                </a:solidFill>
                <a:latin typeface="Noto Sans CJK KR"/>
                <a:ea typeface="Noto Sans CJK KR"/>
                <a:cs typeface="Noto Sans CJK KR"/>
              </a:rPr>
              <a:t>4~6월 · 차수 포함</a:t>
            </a:r>
          </a:p>
        </p:txBody>
      </p:sp>
      <p:sp>
        <p:nvSpPr>
          <p:cNvPr id="10" name="">
            <a:extLst xmlns:a="http://schemas.openxmlformats.org/drawingml/2006/main">
              <a:ext uri="{FF2B5EF4-FFF2-40B4-BE49-F238E27FC236}">
                <a16:creationId xmlns:a16="http://schemas.microsoft.com/office/drawing/2014/main" id="{44486D17-B93A-4562-AAE6-DE592F3412D1}"/>
              </a:ext>
            </a:extLst>
          </p:cNvPr>
          <p:cNvSpPr>
            <a:spLocks xmlns:a="http://schemas.openxmlformats.org/drawingml/2006/main" noGrp="1"/>
          </p:cNvSpPr>
          <p:nvPr/>
        </p:nvSpPr>
        <p:spPr>
          <a:xfrm xmlns:a="http://schemas.openxmlformats.org/drawingml/2006/main">
            <a:off x="4229100" y="1562100"/>
            <a:ext cx="3448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FD9E6"/>
            </a:solidFill>
          </a:ln>
        </p:spPr>
      </p:sp>
      <p:sp>
        <p:nvSpPr>
          <p:cNvPr id="11" name="">
            <a:extLst xmlns:a="http://schemas.openxmlformats.org/drawingml/2006/main">
              <a:ext uri="{FF2B5EF4-FFF2-40B4-BE49-F238E27FC236}">
                <a16:creationId xmlns:a16="http://schemas.microsoft.com/office/drawing/2014/main" id="{BECF094D-1BB3-4574-B9CC-8CF811938AEC}"/>
              </a:ext>
            </a:extLst>
          </p:cNvPr>
          <p:cNvSpPr>
            <a:spLocks xmlns:a="http://schemas.openxmlformats.org/drawingml/2006/main" noGrp="1"/>
          </p:cNvSpPr>
          <p:nvPr/>
        </p:nvSpPr>
        <p:spPr>
          <a:xfrm xmlns:a="http://schemas.openxmlformats.org/drawingml/2006/main">
            <a:off x="4381500" y="16954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119C8B"/>
                </a:solidFill>
                <a:latin typeface="Noto Sans CJK KR"/>
                <a:ea typeface="Noto Sans CJK KR"/>
                <a:cs typeface="Noto Sans CJK KR"/>
              </a:defRPr>
            </a:pPr>
            <a:r>
              <a:rPr sz="2400" b="1">
                <a:solidFill>
                  <a:srgbClr val="119C8B"/>
                </a:solidFill>
                <a:latin typeface="Noto Sans CJK KR"/>
                <a:ea typeface="Noto Sans CJK KR"/>
                <a:cs typeface="Noto Sans CJK KR"/>
              </a:rPr>
              <a:t>246,797</a:t>
            </a:r>
          </a:p>
        </p:txBody>
      </p:sp>
      <p:sp>
        <p:nvSpPr>
          <p:cNvPr id="12" name="">
            <a:extLst xmlns:a="http://schemas.openxmlformats.org/drawingml/2006/main">
              <a:ext uri="{FF2B5EF4-FFF2-40B4-BE49-F238E27FC236}">
                <a16:creationId xmlns:a16="http://schemas.microsoft.com/office/drawing/2014/main" id="{D37B26E5-37BA-4324-9474-954B7EC0DC08}"/>
              </a:ext>
            </a:extLst>
          </p:cNvPr>
          <p:cNvSpPr>
            <a:spLocks xmlns:a="http://schemas.openxmlformats.org/drawingml/2006/main" noGrp="1"/>
          </p:cNvSpPr>
          <p:nvPr/>
        </p:nvSpPr>
        <p:spPr>
          <a:xfrm xmlns:a="http://schemas.openxmlformats.org/drawingml/2006/main">
            <a:off x="4381500" y="2143125"/>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132238"/>
                </a:solidFill>
                <a:latin typeface="Noto Sans CJK KR"/>
                <a:ea typeface="Noto Sans CJK KR"/>
                <a:cs typeface="Noto Sans CJK KR"/>
              </a:defRPr>
            </a:pPr>
            <a:r>
              <a:rPr sz="1125" b="1">
                <a:solidFill>
                  <a:srgbClr val="132238"/>
                </a:solidFill>
                <a:latin typeface="Noto Sans CJK KR"/>
                <a:ea typeface="Noto Sans CJK KR"/>
                <a:cs typeface="Noto Sans CJK KR"/>
              </a:rPr>
              <a:t>사용 가능 첨부</a:t>
            </a:r>
          </a:p>
        </p:txBody>
      </p:sp>
      <p:sp>
        <p:nvSpPr>
          <p:cNvPr id="13" name="">
            <a:extLst xmlns:a="http://schemas.openxmlformats.org/drawingml/2006/main">
              <a:ext uri="{FF2B5EF4-FFF2-40B4-BE49-F238E27FC236}">
                <a16:creationId xmlns:a16="http://schemas.microsoft.com/office/drawing/2014/main" id="{9E297F12-B536-45F0-AD3D-2B495ECEFA33}"/>
              </a:ext>
            </a:extLst>
          </p:cNvPr>
          <p:cNvSpPr>
            <a:spLocks xmlns:a="http://schemas.openxmlformats.org/drawingml/2006/main" noGrp="1"/>
          </p:cNvSpPr>
          <p:nvPr/>
        </p:nvSpPr>
        <p:spPr>
          <a:xfrm xmlns:a="http://schemas.openxmlformats.org/drawingml/2006/main">
            <a:off x="4381500" y="2381250"/>
            <a:ext cx="3143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0">
                <a:solidFill>
                  <a:srgbClr val="52657A"/>
                </a:solidFill>
                <a:latin typeface="Noto Sans CJK KR"/>
                <a:ea typeface="Noto Sans CJK KR"/>
                <a:cs typeface="Noto Sans CJK KR"/>
              </a:defRPr>
            </a:pPr>
            <a:r>
              <a:rPr sz="825" b="0">
                <a:solidFill>
                  <a:srgbClr val="52657A"/>
                </a:solidFill>
                <a:latin typeface="Noto Sans CJK KR"/>
                <a:ea typeface="Noto Sans CJK KR"/>
                <a:cs typeface="Noto Sans CJK KR"/>
              </a:rPr>
              <a:t>전체 285,252개 중 87%</a:t>
            </a:r>
          </a:p>
        </p:txBody>
      </p:sp>
      <p:sp>
        <p:nvSpPr>
          <p:cNvPr id="14" name="">
            <a:extLst xmlns:a="http://schemas.openxmlformats.org/drawingml/2006/main">
              <a:ext uri="{FF2B5EF4-FFF2-40B4-BE49-F238E27FC236}">
                <a16:creationId xmlns:a16="http://schemas.microsoft.com/office/drawing/2014/main" id="{D0D1B011-3E68-442B-92E4-F9E95E35F02C}"/>
              </a:ext>
            </a:extLst>
          </p:cNvPr>
          <p:cNvSpPr>
            <a:spLocks xmlns:a="http://schemas.openxmlformats.org/drawingml/2006/main" noGrp="1"/>
          </p:cNvSpPr>
          <p:nvPr/>
        </p:nvSpPr>
        <p:spPr>
          <a:xfrm xmlns:a="http://schemas.openxmlformats.org/drawingml/2006/main">
            <a:off x="7943850" y="1562100"/>
            <a:ext cx="3448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FD9E6"/>
            </a:solidFill>
          </a:ln>
        </p:spPr>
      </p:sp>
      <p:sp>
        <p:nvSpPr>
          <p:cNvPr id="15" name="">
            <a:extLst xmlns:a="http://schemas.openxmlformats.org/drawingml/2006/main">
              <a:ext uri="{FF2B5EF4-FFF2-40B4-BE49-F238E27FC236}">
                <a16:creationId xmlns:a16="http://schemas.microsoft.com/office/drawing/2014/main" id="{382900BE-CC3B-4AA5-9C7C-3B4A54A58CE7}"/>
              </a:ext>
            </a:extLst>
          </p:cNvPr>
          <p:cNvSpPr>
            <a:spLocks xmlns:a="http://schemas.openxmlformats.org/drawingml/2006/main" noGrp="1"/>
          </p:cNvSpPr>
          <p:nvPr/>
        </p:nvSpPr>
        <p:spPr>
          <a:xfrm xmlns:a="http://schemas.openxmlformats.org/drawingml/2006/main">
            <a:off x="8096250" y="16954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F29B38"/>
                </a:solidFill>
                <a:latin typeface="Noto Sans CJK KR"/>
                <a:ea typeface="Noto Sans CJK KR"/>
                <a:cs typeface="Noto Sans CJK KR"/>
              </a:defRPr>
            </a:pPr>
            <a:r>
              <a:rPr sz="2400" b="1">
                <a:solidFill>
                  <a:srgbClr val="F29B38"/>
                </a:solidFill>
                <a:latin typeface="Noto Sans CJK KR"/>
                <a:ea typeface="Noto Sans CJK KR"/>
                <a:cs typeface="Noto Sans CJK KR"/>
              </a:rPr>
              <a:t>51</a:t>
            </a:r>
          </a:p>
        </p:txBody>
      </p:sp>
      <p:sp>
        <p:nvSpPr>
          <p:cNvPr id="16" name="">
            <a:extLst xmlns:a="http://schemas.openxmlformats.org/drawingml/2006/main">
              <a:ext uri="{FF2B5EF4-FFF2-40B4-BE49-F238E27FC236}">
                <a16:creationId xmlns:a16="http://schemas.microsoft.com/office/drawing/2014/main" id="{2F4CE598-674E-4FA7-86EA-EB1168FA2762}"/>
              </a:ext>
            </a:extLst>
          </p:cNvPr>
          <p:cNvSpPr>
            <a:spLocks xmlns:a="http://schemas.openxmlformats.org/drawingml/2006/main" noGrp="1"/>
          </p:cNvSpPr>
          <p:nvPr/>
        </p:nvSpPr>
        <p:spPr>
          <a:xfrm xmlns:a="http://schemas.openxmlformats.org/drawingml/2006/main">
            <a:off x="8096250" y="2143125"/>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132238"/>
                </a:solidFill>
                <a:latin typeface="Noto Sans CJK KR"/>
                <a:ea typeface="Noto Sans CJK KR"/>
                <a:cs typeface="Noto Sans CJK KR"/>
              </a:defRPr>
            </a:pPr>
            <a:r>
              <a:rPr sz="1125" b="1">
                <a:solidFill>
                  <a:srgbClr val="132238"/>
                </a:solidFill>
                <a:latin typeface="Noto Sans CJK KR"/>
                <a:ea typeface="Noto Sans CJK KR"/>
                <a:cs typeface="Noto Sans CJK KR"/>
              </a:rPr>
              <a:t>검수 표본</a:t>
            </a:r>
          </a:p>
        </p:txBody>
      </p:sp>
      <p:sp>
        <p:nvSpPr>
          <p:cNvPr id="17" name="">
            <a:extLst xmlns:a="http://schemas.openxmlformats.org/drawingml/2006/main">
              <a:ext uri="{FF2B5EF4-FFF2-40B4-BE49-F238E27FC236}">
                <a16:creationId xmlns:a16="http://schemas.microsoft.com/office/drawing/2014/main" id="{07FFE319-9055-405A-A0E6-6A31F3C82DC9}"/>
              </a:ext>
            </a:extLst>
          </p:cNvPr>
          <p:cNvSpPr>
            <a:spLocks xmlns:a="http://schemas.openxmlformats.org/drawingml/2006/main" noGrp="1"/>
          </p:cNvSpPr>
          <p:nvPr/>
        </p:nvSpPr>
        <p:spPr>
          <a:xfrm xmlns:a="http://schemas.openxmlformats.org/drawingml/2006/main">
            <a:off x="8096250" y="2381250"/>
            <a:ext cx="3143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0">
                <a:solidFill>
                  <a:srgbClr val="52657A"/>
                </a:solidFill>
                <a:latin typeface="Noto Sans CJK KR"/>
                <a:ea typeface="Noto Sans CJK KR"/>
                <a:cs typeface="Noto Sans CJK KR"/>
              </a:defRPr>
            </a:pPr>
            <a:r>
              <a:rPr sz="825" b="0">
                <a:solidFill>
                  <a:srgbClr val="52657A"/>
                </a:solidFill>
                <a:latin typeface="Noto Sans CJK KR"/>
                <a:ea typeface="Noto Sans CJK KR"/>
                <a:cs typeface="Noto Sans CJK KR"/>
              </a:rPr>
              <a:t>SW 개발 32 · 운영 19</a:t>
            </a:r>
          </a:p>
        </p:txBody>
      </p:sp>
      <p:sp>
        <p:nvSpPr>
          <p:cNvPr id="18" name="">
            <a:extLst xmlns:a="http://schemas.openxmlformats.org/drawingml/2006/main">
              <a:ext uri="{FF2B5EF4-FFF2-40B4-BE49-F238E27FC236}">
                <a16:creationId xmlns:a16="http://schemas.microsoft.com/office/drawing/2014/main" id="{A4EC7803-EDB5-4E3F-B1A8-C6443899C949}"/>
              </a:ext>
            </a:extLst>
          </p:cNvPr>
          <p:cNvSpPr>
            <a:spLocks xmlns:a="http://schemas.openxmlformats.org/drawingml/2006/main" noGrp="1"/>
          </p:cNvSpPr>
          <p:nvPr/>
        </p:nvSpPr>
        <p:spPr>
          <a:xfrm xmlns:a="http://schemas.openxmlformats.org/drawingml/2006/main">
            <a:off x="514350" y="2857500"/>
            <a:ext cx="3448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FD9E6"/>
            </a:solidFill>
          </a:ln>
        </p:spPr>
      </p:sp>
      <p:sp>
        <p:nvSpPr>
          <p:cNvPr id="19" name="">
            <a:extLst xmlns:a="http://schemas.openxmlformats.org/drawingml/2006/main">
              <a:ext uri="{FF2B5EF4-FFF2-40B4-BE49-F238E27FC236}">
                <a16:creationId xmlns:a16="http://schemas.microsoft.com/office/drawing/2014/main" id="{C55066C9-9F01-4644-9B28-5CE45F5AA259}"/>
              </a:ext>
            </a:extLst>
          </p:cNvPr>
          <p:cNvSpPr>
            <a:spLocks xmlns:a="http://schemas.openxmlformats.org/drawingml/2006/main" noGrp="1"/>
          </p:cNvSpPr>
          <p:nvPr/>
        </p:nvSpPr>
        <p:spPr>
          <a:xfrm xmlns:a="http://schemas.openxmlformats.org/drawingml/2006/main">
            <a:off x="666750" y="29908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7657C8"/>
                </a:solidFill>
                <a:latin typeface="Noto Sans CJK KR"/>
                <a:ea typeface="Noto Sans CJK KR"/>
                <a:cs typeface="Noto Sans CJK KR"/>
              </a:defRPr>
            </a:pPr>
            <a:r>
              <a:rPr sz="2400" b="1">
                <a:solidFill>
                  <a:srgbClr val="7657C8"/>
                </a:solidFill>
                <a:latin typeface="Noto Sans CJK KR"/>
                <a:ea typeface="Noto Sans CJK KR"/>
                <a:cs typeface="Noto Sans CJK KR"/>
              </a:rPr>
              <a:t>223 / 3,275</a:t>
            </a:r>
          </a:p>
        </p:txBody>
      </p:sp>
      <p:sp>
        <p:nvSpPr>
          <p:cNvPr id="20" name="">
            <a:extLst xmlns:a="http://schemas.openxmlformats.org/drawingml/2006/main">
              <a:ext uri="{FF2B5EF4-FFF2-40B4-BE49-F238E27FC236}">
                <a16:creationId xmlns:a16="http://schemas.microsoft.com/office/drawing/2014/main" id="{F5E402F2-0A44-47FE-BEBA-DE0F102B5460}"/>
              </a:ext>
            </a:extLst>
          </p:cNvPr>
          <p:cNvSpPr>
            <a:spLocks xmlns:a="http://schemas.openxmlformats.org/drawingml/2006/main" noGrp="1"/>
          </p:cNvSpPr>
          <p:nvPr/>
        </p:nvSpPr>
        <p:spPr>
          <a:xfrm xmlns:a="http://schemas.openxmlformats.org/drawingml/2006/main">
            <a:off x="666750" y="3438525"/>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132238"/>
                </a:solidFill>
                <a:latin typeface="Noto Sans CJK KR"/>
                <a:ea typeface="Noto Sans CJK KR"/>
                <a:cs typeface="Noto Sans CJK KR"/>
              </a:defRPr>
            </a:pPr>
            <a:r>
              <a:rPr sz="1125" b="1">
                <a:solidFill>
                  <a:srgbClr val="132238"/>
                </a:solidFill>
                <a:latin typeface="Noto Sans CJK KR"/>
                <a:ea typeface="Noto Sans CJK KR"/>
                <a:cs typeface="Noto Sans CJK KR"/>
              </a:rPr>
              <a:t>문서 / 청크</a:t>
            </a:r>
          </a:p>
        </p:txBody>
      </p:sp>
      <p:sp>
        <p:nvSpPr>
          <p:cNvPr id="21" name="">
            <a:extLst xmlns:a="http://schemas.openxmlformats.org/drawingml/2006/main">
              <a:ext uri="{FF2B5EF4-FFF2-40B4-BE49-F238E27FC236}">
                <a16:creationId xmlns:a16="http://schemas.microsoft.com/office/drawing/2014/main" id="{47406449-8D46-4771-94AF-D55CE03DFD40}"/>
              </a:ext>
            </a:extLst>
          </p:cNvPr>
          <p:cNvSpPr>
            <a:spLocks xmlns:a="http://schemas.openxmlformats.org/drawingml/2006/main" noGrp="1"/>
          </p:cNvSpPr>
          <p:nvPr/>
        </p:nvSpPr>
        <p:spPr>
          <a:xfrm xmlns:a="http://schemas.openxmlformats.org/drawingml/2006/main">
            <a:off x="666750" y="3676650"/>
            <a:ext cx="3143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0">
                <a:solidFill>
                  <a:srgbClr val="52657A"/>
                </a:solidFill>
                <a:latin typeface="Noto Sans CJK KR"/>
                <a:ea typeface="Noto Sans CJK KR"/>
                <a:cs typeface="Noto Sans CJK KR"/>
              </a:defRPr>
            </a:pPr>
            <a:r>
              <a:rPr sz="825" b="0">
                <a:solidFill>
                  <a:srgbClr val="52657A"/>
                </a:solidFill>
                <a:latin typeface="Noto Sans CJK KR"/>
                <a:ea typeface="Noto Sans CJK KR"/>
                <a:cs typeface="Noto Sans CJK KR"/>
              </a:rPr>
              <a:t>L1·L2·L3 로컬 색인</a:t>
            </a:r>
          </a:p>
        </p:txBody>
      </p:sp>
      <p:sp>
        <p:nvSpPr>
          <p:cNvPr id="22" name="">
            <a:extLst xmlns:a="http://schemas.openxmlformats.org/drawingml/2006/main">
              <a:ext uri="{FF2B5EF4-FFF2-40B4-BE49-F238E27FC236}">
                <a16:creationId xmlns:a16="http://schemas.microsoft.com/office/drawing/2014/main" id="{13D5A50A-F188-4235-BD36-819F0031C714}"/>
              </a:ext>
            </a:extLst>
          </p:cNvPr>
          <p:cNvSpPr>
            <a:spLocks xmlns:a="http://schemas.openxmlformats.org/drawingml/2006/main" noGrp="1"/>
          </p:cNvSpPr>
          <p:nvPr/>
        </p:nvSpPr>
        <p:spPr>
          <a:xfrm xmlns:a="http://schemas.openxmlformats.org/drawingml/2006/main">
            <a:off x="4229100" y="2857500"/>
            <a:ext cx="3448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FD9E6"/>
            </a:solidFill>
          </a:ln>
        </p:spPr>
      </p:sp>
      <p:sp>
        <p:nvSpPr>
          <p:cNvPr id="23" name="">
            <a:extLst xmlns:a="http://schemas.openxmlformats.org/drawingml/2006/main">
              <a:ext uri="{FF2B5EF4-FFF2-40B4-BE49-F238E27FC236}">
                <a16:creationId xmlns:a16="http://schemas.microsoft.com/office/drawing/2014/main" id="{9AB46DD8-E688-4185-9DD5-6089CE207881}"/>
              </a:ext>
            </a:extLst>
          </p:cNvPr>
          <p:cNvSpPr>
            <a:spLocks xmlns:a="http://schemas.openxmlformats.org/drawingml/2006/main" noGrp="1"/>
          </p:cNvSpPr>
          <p:nvPr/>
        </p:nvSpPr>
        <p:spPr>
          <a:xfrm xmlns:a="http://schemas.openxmlformats.org/drawingml/2006/main">
            <a:off x="4381500" y="29908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2F6BFF"/>
                </a:solidFill>
                <a:latin typeface="Noto Sans CJK KR"/>
                <a:ea typeface="Noto Sans CJK KR"/>
                <a:cs typeface="Noto Sans CJK KR"/>
              </a:defRPr>
            </a:pPr>
            <a:r>
              <a:rPr sz="2400" b="1">
                <a:solidFill>
                  <a:srgbClr val="2F6BFF"/>
                </a:solidFill>
                <a:latin typeface="Noto Sans CJK KR"/>
                <a:ea typeface="Noto Sans CJK KR"/>
                <a:cs typeface="Noto Sans CJK KR"/>
              </a:rPr>
              <a:t>300</a:t>
            </a:r>
          </a:p>
        </p:txBody>
      </p:sp>
      <p:sp>
        <p:nvSpPr>
          <p:cNvPr id="24" name="">
            <a:extLst xmlns:a="http://schemas.openxmlformats.org/drawingml/2006/main">
              <a:ext uri="{FF2B5EF4-FFF2-40B4-BE49-F238E27FC236}">
                <a16:creationId xmlns:a16="http://schemas.microsoft.com/office/drawing/2014/main" id="{9647A2BC-9D22-4DBB-B585-196B14300371}"/>
              </a:ext>
            </a:extLst>
          </p:cNvPr>
          <p:cNvSpPr>
            <a:spLocks xmlns:a="http://schemas.openxmlformats.org/drawingml/2006/main" noGrp="1"/>
          </p:cNvSpPr>
          <p:nvPr/>
        </p:nvSpPr>
        <p:spPr>
          <a:xfrm xmlns:a="http://schemas.openxmlformats.org/drawingml/2006/main">
            <a:off x="4381500" y="3438525"/>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132238"/>
                </a:solidFill>
                <a:latin typeface="Noto Sans CJK KR"/>
                <a:ea typeface="Noto Sans CJK KR"/>
                <a:cs typeface="Noto Sans CJK KR"/>
              </a:defRPr>
            </a:pPr>
            <a:r>
              <a:rPr sz="1125" b="1">
                <a:solidFill>
                  <a:srgbClr val="132238"/>
                </a:solidFill>
                <a:latin typeface="Noto Sans CJK KR"/>
                <a:ea typeface="Noto Sans CJK KR"/>
                <a:cs typeface="Noto Sans CJK KR"/>
              </a:rPr>
              <a:t>평가 문항</a:t>
            </a:r>
          </a:p>
        </p:txBody>
      </p:sp>
      <p:sp>
        <p:nvSpPr>
          <p:cNvPr id="25" name="">
            <a:extLst xmlns:a="http://schemas.openxmlformats.org/drawingml/2006/main">
              <a:ext uri="{FF2B5EF4-FFF2-40B4-BE49-F238E27FC236}">
                <a16:creationId xmlns:a16="http://schemas.microsoft.com/office/drawing/2014/main" id="{7FBEC23C-8438-4427-B4B9-3F3CAAF608DA}"/>
              </a:ext>
            </a:extLst>
          </p:cNvPr>
          <p:cNvSpPr>
            <a:spLocks xmlns:a="http://schemas.openxmlformats.org/drawingml/2006/main" noGrp="1"/>
          </p:cNvSpPr>
          <p:nvPr/>
        </p:nvSpPr>
        <p:spPr>
          <a:xfrm xmlns:a="http://schemas.openxmlformats.org/drawingml/2006/main">
            <a:off x="4381500" y="3676650"/>
            <a:ext cx="3143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0">
                <a:solidFill>
                  <a:srgbClr val="52657A"/>
                </a:solidFill>
                <a:latin typeface="Noto Sans CJK KR"/>
                <a:ea typeface="Noto Sans CJK KR"/>
                <a:cs typeface="Noto Sans CJK KR"/>
              </a:defRPr>
            </a:pPr>
            <a:r>
              <a:rPr sz="825" b="0">
                <a:solidFill>
                  <a:srgbClr val="52657A"/>
                </a:solidFill>
                <a:latin typeface="Noto Sans CJK KR"/>
                <a:ea typeface="Noto Sans CJK KR"/>
                <a:cs typeface="Noto Sans CJK KR"/>
              </a:rPr>
              <a:t>합성 기업 5곳 × 60</a:t>
            </a:r>
          </a:p>
        </p:txBody>
      </p:sp>
      <p:sp>
        <p:nvSpPr>
          <p:cNvPr id="26" name="">
            <a:extLst xmlns:a="http://schemas.openxmlformats.org/drawingml/2006/main">
              <a:ext uri="{FF2B5EF4-FFF2-40B4-BE49-F238E27FC236}">
                <a16:creationId xmlns:a16="http://schemas.microsoft.com/office/drawing/2014/main" id="{0DB37982-187F-467D-9210-8F1754A1EF5C}"/>
              </a:ext>
            </a:extLst>
          </p:cNvPr>
          <p:cNvSpPr>
            <a:spLocks xmlns:a="http://schemas.openxmlformats.org/drawingml/2006/main" noGrp="1"/>
          </p:cNvSpPr>
          <p:nvPr/>
        </p:nvSpPr>
        <p:spPr>
          <a:xfrm xmlns:a="http://schemas.openxmlformats.org/drawingml/2006/main">
            <a:off x="7943850" y="2857500"/>
            <a:ext cx="3448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FD9E6"/>
            </a:solidFill>
          </a:ln>
        </p:spPr>
      </p:sp>
      <p:sp>
        <p:nvSpPr>
          <p:cNvPr id="27" name="">
            <a:extLst xmlns:a="http://schemas.openxmlformats.org/drawingml/2006/main">
              <a:ext uri="{FF2B5EF4-FFF2-40B4-BE49-F238E27FC236}">
                <a16:creationId xmlns:a16="http://schemas.microsoft.com/office/drawing/2014/main" id="{28EC5D4C-6F29-4E50-B56A-C8075F05B697}"/>
              </a:ext>
            </a:extLst>
          </p:cNvPr>
          <p:cNvSpPr>
            <a:spLocks xmlns:a="http://schemas.openxmlformats.org/drawingml/2006/main" noGrp="1"/>
          </p:cNvSpPr>
          <p:nvPr/>
        </p:nvSpPr>
        <p:spPr>
          <a:xfrm xmlns:a="http://schemas.openxmlformats.org/drawingml/2006/main">
            <a:off x="8096250" y="29908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119C8B"/>
                </a:solidFill>
                <a:latin typeface="Noto Sans CJK KR"/>
                <a:ea typeface="Noto Sans CJK KR"/>
                <a:cs typeface="Noto Sans CJK KR"/>
              </a:defRPr>
            </a:pPr>
            <a:r>
              <a:rPr sz="2400" b="1">
                <a:solidFill>
                  <a:srgbClr val="119C8B"/>
                </a:solidFill>
                <a:latin typeface="Noto Sans CJK KR"/>
                <a:ea typeface="Noto Sans CJK KR"/>
                <a:cs typeface="Noto Sans CJK KR"/>
              </a:rPr>
              <a:t>295 + 5</a:t>
            </a:r>
          </a:p>
        </p:txBody>
      </p:sp>
      <p:sp>
        <p:nvSpPr>
          <p:cNvPr id="28" name="">
            <a:extLst xmlns:a="http://schemas.openxmlformats.org/drawingml/2006/main">
              <a:ext uri="{FF2B5EF4-FFF2-40B4-BE49-F238E27FC236}">
                <a16:creationId xmlns:a16="http://schemas.microsoft.com/office/drawing/2014/main" id="{2EF69F1F-8BED-48C9-BFFD-47B6454C88BC}"/>
              </a:ext>
            </a:extLst>
          </p:cNvPr>
          <p:cNvSpPr>
            <a:spLocks xmlns:a="http://schemas.openxmlformats.org/drawingml/2006/main" noGrp="1"/>
          </p:cNvSpPr>
          <p:nvPr/>
        </p:nvSpPr>
        <p:spPr>
          <a:xfrm xmlns:a="http://schemas.openxmlformats.org/drawingml/2006/main">
            <a:off x="8096250" y="3438525"/>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132238"/>
                </a:solidFill>
                <a:latin typeface="Noto Sans CJK KR"/>
                <a:ea typeface="Noto Sans CJK KR"/>
                <a:cs typeface="Noto Sans CJK KR"/>
              </a:defRPr>
            </a:pPr>
            <a:r>
              <a:rPr sz="1125" b="1">
                <a:solidFill>
                  <a:srgbClr val="132238"/>
                </a:solidFill>
                <a:latin typeface="Noto Sans CJK KR"/>
                <a:ea typeface="Noto Sans CJK KR"/>
                <a:cs typeface="Noto Sans CJK KR"/>
              </a:rPr>
              <a:t>생성 / 차단</a:t>
            </a:r>
          </a:p>
        </p:txBody>
      </p:sp>
      <p:sp>
        <p:nvSpPr>
          <p:cNvPr id="29" name="">
            <a:extLst xmlns:a="http://schemas.openxmlformats.org/drawingml/2006/main">
              <a:ext uri="{FF2B5EF4-FFF2-40B4-BE49-F238E27FC236}">
                <a16:creationId xmlns:a16="http://schemas.microsoft.com/office/drawing/2014/main" id="{083B00D7-0FE2-4900-AD7C-F00830F15332}"/>
              </a:ext>
            </a:extLst>
          </p:cNvPr>
          <p:cNvSpPr>
            <a:spLocks xmlns:a="http://schemas.openxmlformats.org/drawingml/2006/main" noGrp="1"/>
          </p:cNvSpPr>
          <p:nvPr/>
        </p:nvSpPr>
        <p:spPr>
          <a:xfrm xmlns:a="http://schemas.openxmlformats.org/drawingml/2006/main">
            <a:off x="8096250" y="3676650"/>
            <a:ext cx="3143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0">
                <a:solidFill>
                  <a:srgbClr val="52657A"/>
                </a:solidFill>
                <a:latin typeface="Noto Sans CJK KR"/>
                <a:ea typeface="Noto Sans CJK KR"/>
                <a:cs typeface="Noto Sans CJK KR"/>
              </a:defRPr>
            </a:pPr>
            <a:r>
              <a:rPr sz="825" b="0">
                <a:solidFill>
                  <a:srgbClr val="52657A"/>
                </a:solidFill>
                <a:latin typeface="Noto Sans CJK KR"/>
                <a:ea typeface="Noto Sans CJK KR"/>
                <a:cs typeface="Noto Sans CJK KR"/>
              </a:rPr>
              <a:t>실제 답변 295 · 정상 차단 5</a:t>
            </a:r>
          </a:p>
        </p:txBody>
      </p:sp>
      <p:sp>
        <p:nvSpPr>
          <p:cNvPr id="30" name="">
            <a:extLst xmlns:a="http://schemas.openxmlformats.org/drawingml/2006/main">
              <a:ext uri="{FF2B5EF4-FFF2-40B4-BE49-F238E27FC236}">
                <a16:creationId xmlns:a16="http://schemas.microsoft.com/office/drawing/2014/main" id="{0D183573-60F0-4E48-BC00-EF7DDFD393E6}"/>
              </a:ext>
            </a:extLst>
          </p:cNvPr>
          <p:cNvSpPr>
            <a:spLocks xmlns:a="http://schemas.openxmlformats.org/drawingml/2006/main" noGrp="1"/>
          </p:cNvSpPr>
          <p:nvPr/>
        </p:nvSpPr>
        <p:spPr>
          <a:xfrm xmlns:a="http://schemas.openxmlformats.org/drawingml/2006/main">
            <a:off x="514350" y="4295775"/>
            <a:ext cx="11163300" cy="1133475"/>
          </a:xfrm>
          <a:prstGeom xmlns:a="http://schemas.openxmlformats.org/drawingml/2006/main" prst="roundRect">
            <a:avLst>
              <a:gd name="adj" fmla="val 6723"/>
            </a:avLst>
          </a:prstGeom>
          <a:solidFill xmlns:a="http://schemas.openxmlformats.org/drawingml/2006/main">
            <a:srgbClr val="FFF2DE"/>
          </a:solidFill>
          <a:ln xmlns:a="http://schemas.openxmlformats.org/drawingml/2006/main" w="9525">
            <a:solidFill>
              <a:srgbClr val="F6CF91"/>
            </a:solidFill>
          </a:ln>
        </p:spPr>
      </p:sp>
      <p:sp>
        <p:nvSpPr>
          <p:cNvPr id="31" name="">
            <a:extLst xmlns:a="http://schemas.openxmlformats.org/drawingml/2006/main">
              <a:ext uri="{FF2B5EF4-FFF2-40B4-BE49-F238E27FC236}">
                <a16:creationId xmlns:a16="http://schemas.microsoft.com/office/drawing/2014/main" id="{BC152B8E-2867-4066-91C9-9DE6EBCAEC1E}"/>
              </a:ext>
            </a:extLst>
          </p:cNvPr>
          <p:cNvSpPr>
            <a:spLocks xmlns:a="http://schemas.openxmlformats.org/drawingml/2006/main" noGrp="1"/>
          </p:cNvSpPr>
          <p:nvPr/>
        </p:nvSpPr>
        <p:spPr>
          <a:xfrm xmlns:a="http://schemas.openxmlformats.org/drawingml/2006/main">
            <a:off x="704850" y="446722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F29B38"/>
                </a:solidFill>
                <a:latin typeface="Noto Sans CJK KR"/>
                <a:ea typeface="Noto Sans CJK KR"/>
                <a:cs typeface="Noto Sans CJK KR"/>
              </a:defRPr>
            </a:pPr>
            <a:r>
              <a:rPr sz="1350" b="1">
                <a:solidFill>
                  <a:srgbClr val="F29B38"/>
                </a:solidFill>
                <a:latin typeface="Noto Sans CJK KR"/>
                <a:ea typeface="Noto Sans CJK KR"/>
                <a:cs typeface="Noto Sans CJK KR"/>
              </a:rPr>
              <a:t>현재 발표 가능한 결론</a:t>
            </a:r>
          </a:p>
        </p:txBody>
      </p:sp>
      <p:sp>
        <p:nvSpPr>
          <p:cNvPr id="32" name="">
            <a:extLst xmlns:a="http://schemas.openxmlformats.org/drawingml/2006/main">
              <a:ext uri="{FF2B5EF4-FFF2-40B4-BE49-F238E27FC236}">
                <a16:creationId xmlns:a16="http://schemas.microsoft.com/office/drawing/2014/main" id="{9FE9971C-7661-4AFB-A4F8-3660A688C994}"/>
              </a:ext>
            </a:extLst>
          </p:cNvPr>
          <p:cNvSpPr>
            <a:spLocks xmlns:a="http://schemas.openxmlformats.org/drawingml/2006/main" noGrp="1"/>
          </p:cNvSpPr>
          <p:nvPr/>
        </p:nvSpPr>
        <p:spPr>
          <a:xfrm xmlns:a="http://schemas.openxmlformats.org/drawingml/2006/main">
            <a:off x="3086100" y="4438650"/>
            <a:ext cx="8305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177800" indent="-88900">
              <a:spcAft>
                <a:spcPts val="400"/>
              </a:spcAft>
              <a:buChar char="•"/>
              <a:defRPr sz="1125" b="0">
                <a:solidFill>
                  <a:srgbClr val="132238"/>
                </a:solidFill>
                <a:latin typeface="Noto Sans CJK KR"/>
                <a:ea typeface="Noto Sans CJK KR"/>
                <a:cs typeface="Noto Sans CJK KR"/>
              </a:defRPr>
            </a:pPr>
            <a:r>
              <a:rPr sz="1125" b="0">
                <a:solidFill>
                  <a:srgbClr val="132238"/>
                </a:solidFill>
                <a:latin typeface="Noto Sans CJK KR"/>
                <a:ea typeface="Noto Sans CJK KR"/>
                <a:cs typeface="Noto Sans CJK KR"/>
              </a:rPr>
              <a:t>데이터와 정본 답변, 근거 연결, 권한 차단은 재현 가능한 산출물로 보존</a:t>
            </a:r>
          </a:p>
          <a:p xmlns:a="http://schemas.openxmlformats.org/drawingml/2006/main">
            <a:pPr marL="177800" indent="-88900">
              <a:spcAft>
                <a:spcPts val="400"/>
              </a:spcAft>
              <a:buChar char="•"/>
              <a:defRPr sz="1125" b="0">
                <a:solidFill>
                  <a:srgbClr val="132238"/>
                </a:solidFill>
                <a:latin typeface="Noto Sans CJK KR"/>
                <a:ea typeface="Noto Sans CJK KR"/>
                <a:cs typeface="Noto Sans CJK KR"/>
              </a:defRPr>
            </a:pPr>
            <a:r>
              <a:rPr sz="1125" b="0">
                <a:solidFill>
                  <a:srgbClr val="132238"/>
                </a:solidFill>
                <a:latin typeface="Noto Sans CJK KR"/>
                <a:ea typeface="Noto Sans CJK KR"/>
                <a:cs typeface="Noto Sans CJK KR"/>
              </a:rPr>
              <a:t>KLUE·XLM-R·BGE-M3의 295답변 전체 비교 수치는 아직 확정하지 않음</a:t>
            </a:r>
          </a:p>
          <a:p xmlns:a="http://schemas.openxmlformats.org/drawingml/2006/main">
            <a:pPr marL="177800" indent="-88900">
              <a:spcAft>
                <a:spcPts val="400"/>
              </a:spcAft>
              <a:buChar char="•"/>
              <a:defRPr sz="1125" b="0">
                <a:solidFill>
                  <a:srgbClr val="132238"/>
                </a:solidFill>
                <a:latin typeface="Noto Sans CJK KR"/>
                <a:ea typeface="Noto Sans CJK KR"/>
                <a:cs typeface="Noto Sans CJK KR"/>
              </a:defRPr>
            </a:pPr>
            <a:r>
              <a:rPr sz="1125" b="0">
                <a:solidFill>
                  <a:srgbClr val="132238"/>
                </a:solidFill>
                <a:latin typeface="Noto Sans CJK KR"/>
                <a:ea typeface="Noto Sans CJK KR"/>
                <a:cs typeface="Noto Sans CJK KR"/>
              </a:rPr>
              <a:t>25문항 사람 검수는 접수 완료, 최종 승인과 학습 내보내기는 pending</a:t>
            </a:r>
          </a:p>
        </p:txBody>
      </p:sp>
      <p:sp>
        <p:nvSpPr>
          <p:cNvPr id="33" name="">
            <a:extLst xmlns:a="http://schemas.openxmlformats.org/drawingml/2006/main">
              <a:ext uri="{FF2B5EF4-FFF2-40B4-BE49-F238E27FC236}">
                <a16:creationId xmlns:a16="http://schemas.microsoft.com/office/drawing/2014/main" id="{DE9345D2-A985-4158-9285-AF099F39E889}"/>
              </a:ext>
            </a:extLst>
          </p:cNvPr>
          <p:cNvSpPr>
            <a:spLocks xmlns:a="http://schemas.openxmlformats.org/drawingml/2006/main" noGrp="1"/>
          </p:cNvSpPr>
          <p:nvPr/>
        </p:nvSpPr>
        <p:spPr>
          <a:xfrm xmlns:a="http://schemas.openxmlformats.org/drawingml/2006/main">
            <a:off x="514350" y="6353175"/>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34" name="">
            <a:extLst xmlns:a="http://schemas.openxmlformats.org/drawingml/2006/main">
              <a:ext uri="{FF2B5EF4-FFF2-40B4-BE49-F238E27FC236}">
                <a16:creationId xmlns:a16="http://schemas.microsoft.com/office/drawing/2014/main" id="{02268C41-B96C-46FC-A412-221DFD231092}"/>
              </a:ext>
            </a:extLst>
          </p:cNvPr>
          <p:cNvSpPr>
            <a:spLocks xmlns:a="http://schemas.openxmlformats.org/drawingml/2006/main" noGrp="1"/>
          </p:cNvSpPr>
          <p:nvPr/>
        </p:nvSpPr>
        <p:spPr>
          <a:xfrm xmlns:a="http://schemas.openxmlformats.org/drawingml/2006/main">
            <a:off x="533400" y="6457950"/>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0">
                <a:solidFill>
                  <a:srgbClr val="52657A"/>
                </a:solidFill>
                <a:latin typeface="Noto Sans CJK KR"/>
                <a:ea typeface="Noto Sans CJK KR"/>
                <a:cs typeface="Noto Sans CJK KR"/>
              </a:defRPr>
            </a:pPr>
            <a:r>
              <a:rPr sz="825" b="0">
                <a:solidFill>
                  <a:srgbClr val="52657A"/>
                </a:solidFill>
                <a:latin typeface="Noto Sans CJK KR"/>
                <a:ea typeface="Noto Sans CJK KR"/>
                <a:cs typeface="Noto Sans CJK KR"/>
              </a:rPr>
              <a:t>근거: 3개월 통합현황 · index_manifest · QA validation · workstation final_summary</a:t>
            </a:r>
          </a:p>
        </p:txBody>
      </p:sp>
      <p:sp>
        <p:nvSpPr>
          <p:cNvPr id="35" name="">
            <a:extLst xmlns:a="http://schemas.openxmlformats.org/drawingml/2006/main">
              <a:ext uri="{FF2B5EF4-FFF2-40B4-BE49-F238E27FC236}">
                <a16:creationId xmlns:a16="http://schemas.microsoft.com/office/drawing/2014/main" id="{578B902B-2D4F-41A1-BFAC-979FCFED6978}"/>
              </a:ext>
            </a:extLst>
          </p:cNvPr>
          <p:cNvSpPr>
            <a:spLocks xmlns:a="http://schemas.openxmlformats.org/drawingml/2006/main" noGrp="1"/>
          </p:cNvSpPr>
          <p:nvPr/>
        </p:nvSpPr>
        <p:spPr>
          <a:xfrm xmlns:a="http://schemas.openxmlformats.org/drawingml/2006/main">
            <a:off x="10001250" y="6457950"/>
            <a:ext cx="1676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1">
                <a:solidFill>
                  <a:srgbClr val="183B5B"/>
                </a:solidFill>
                <a:latin typeface="Noto Sans CJK KR"/>
                <a:ea typeface="Noto Sans CJK KR"/>
                <a:cs typeface="Noto Sans CJK KR"/>
              </a:defRPr>
            </a:pPr>
            <a:r>
              <a:rPr sz="825" b="1">
                <a:solidFill>
                  <a:srgbClr val="183B5B"/>
                </a:solidFill>
                <a:latin typeface="Noto Sans CJK KR"/>
                <a:ea typeface="Noto Sans CJK KR"/>
                <a:cs typeface="Noto Sans CJK KR"/>
              </a:rPr>
              <a:t>ASTRA · ko-LettuceDetect</a:t>
            </a:r>
          </a:p>
        </p:txBody>
      </p:sp>
    </p:spTree>
    <p:extLst>
      <p:ext uri="{BB962C8B-B14F-4D97-AF65-F5344CB8AC3E}">
        <p14:creationId xmlns:p14="http://schemas.microsoft.com/office/powerpoint/2010/main" val="325180629"/>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1A3DE2FA-F862-4851-9207-915FD212DCBA}"/>
              </a:ext>
            </a:extLst>
          </p:cNvPr>
          <p:cNvSpPr>
            <a:spLocks xmlns:a="http://schemas.openxmlformats.org/drawingml/2006/main" noGrp="1"/>
          </p:cNvSpPr>
          <p:nvPr/>
        </p:nvSpPr>
        <p:spPr>
          <a:xfrm xmlns:a="http://schemas.openxmlformats.org/drawingml/2006/main">
            <a:off x="5143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119C8B"/>
                </a:solidFill>
                <a:latin typeface="Noto Sans CJK KR"/>
                <a:ea typeface="Noto Sans CJK KR"/>
                <a:cs typeface="Noto Sans CJK KR"/>
              </a:defRPr>
            </a:pPr>
            <a:r>
              <a:rPr sz="975" b="1">
                <a:solidFill>
                  <a:srgbClr val="119C8B"/>
                </a:solidFill>
                <a:latin typeface="Noto Sans CJK KR"/>
                <a:ea typeface="Noto Sans CJK KR"/>
                <a:cs typeface="Noto Sans CJK KR"/>
              </a:rPr>
              <a:t>문제 정의</a:t>
            </a:r>
          </a:p>
        </p:txBody>
      </p:sp>
      <p:sp>
        <p:nvSpPr>
          <p:cNvPr id="2" name="">
            <a:extLst xmlns:a="http://schemas.openxmlformats.org/drawingml/2006/main">
              <a:ext uri="{FF2B5EF4-FFF2-40B4-BE49-F238E27FC236}">
                <a16:creationId xmlns:a16="http://schemas.microsoft.com/office/drawing/2014/main" id="{E0ADEB60-34C2-4D98-B28F-14FDF661F891}"/>
              </a:ext>
            </a:extLst>
          </p:cNvPr>
          <p:cNvSpPr>
            <a:spLocks xmlns:a="http://schemas.openxmlformats.org/drawingml/2006/main" noGrp="1"/>
          </p:cNvSpPr>
          <p:nvPr/>
        </p:nvSpPr>
        <p:spPr>
          <a:xfrm xmlns:a="http://schemas.openxmlformats.org/drawingml/2006/main">
            <a:off x="514350" y="457200"/>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132238"/>
                </a:solidFill>
                <a:latin typeface="Noto Sans CJK KR"/>
                <a:ea typeface="Noto Sans CJK KR"/>
                <a:cs typeface="Noto Sans CJK KR"/>
              </a:defRPr>
            </a:pPr>
            <a:r>
              <a:rPr sz="2325" b="1">
                <a:solidFill>
                  <a:srgbClr val="132238"/>
                </a:solidFill>
                <a:latin typeface="Noto Sans CJK KR"/>
                <a:ea typeface="Noto Sans CJK KR"/>
                <a:cs typeface="Noto Sans CJK KR"/>
              </a:rPr>
              <a:t>발표 흐름</a:t>
            </a:r>
          </a:p>
        </p:txBody>
      </p:sp>
      <p:sp>
        <p:nvSpPr>
          <p:cNvPr id="3" name="">
            <a:extLst xmlns:a="http://schemas.openxmlformats.org/drawingml/2006/main">
              <a:ext uri="{FF2B5EF4-FFF2-40B4-BE49-F238E27FC236}">
                <a16:creationId xmlns:a16="http://schemas.microsoft.com/office/drawing/2014/main" id="{EFC69015-F045-4F71-823A-89ECDC63C158}"/>
              </a:ext>
            </a:extLst>
          </p:cNvPr>
          <p:cNvSpPr>
            <a:spLocks xmlns:a="http://schemas.openxmlformats.org/drawingml/2006/main" noGrp="1"/>
          </p:cNvSpPr>
          <p:nvPr/>
        </p:nvSpPr>
        <p:spPr>
          <a:xfrm xmlns:a="http://schemas.openxmlformats.org/drawingml/2006/main">
            <a:off x="533400" y="923925"/>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2657A"/>
                </a:solidFill>
                <a:latin typeface="Noto Sans CJK KR"/>
                <a:ea typeface="Noto Sans CJK KR"/>
                <a:cs typeface="Noto Sans CJK KR"/>
              </a:defRPr>
            </a:pPr>
            <a:r>
              <a:rPr sz="1200" b="0">
                <a:solidFill>
                  <a:srgbClr val="52657A"/>
                </a:solidFill>
                <a:latin typeface="Noto Sans CJK KR"/>
                <a:ea typeface="Noto Sans CJK KR"/>
                <a:cs typeface="Noto Sans CJK KR"/>
              </a:rPr>
              <a:t>문제 → 데이터 → 평가 설계 → 권한형 RAG → 생성·탐지 → 시연 순으로 연결한다</a:t>
            </a:r>
          </a:p>
        </p:txBody>
      </p:sp>
      <p:sp>
        <p:nvSpPr>
          <p:cNvPr id="4" name="">
            <a:extLst xmlns:a="http://schemas.openxmlformats.org/drawingml/2006/main">
              <a:ext uri="{FF2B5EF4-FFF2-40B4-BE49-F238E27FC236}">
                <a16:creationId xmlns:a16="http://schemas.microsoft.com/office/drawing/2014/main" id="{89FAD655-C3C1-4D6B-A734-FC8DFFE5ABB5}"/>
              </a:ext>
            </a:extLst>
          </p:cNvPr>
          <p:cNvSpPr>
            <a:spLocks xmlns:a="http://schemas.openxmlformats.org/drawingml/2006/main" noGrp="1"/>
          </p:cNvSpPr>
          <p:nvPr/>
        </p:nvSpPr>
        <p:spPr>
          <a:xfrm xmlns:a="http://schemas.openxmlformats.org/drawingml/2006/main">
            <a:off x="514350" y="1257300"/>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5" name="">
            <a:extLst xmlns:a="http://schemas.openxmlformats.org/drawingml/2006/main">
              <a:ext uri="{FF2B5EF4-FFF2-40B4-BE49-F238E27FC236}">
                <a16:creationId xmlns:a16="http://schemas.microsoft.com/office/drawing/2014/main" id="{5E5333B8-5B64-41C8-B836-0225391BEB84}"/>
              </a:ext>
            </a:extLst>
          </p:cNvPr>
          <p:cNvSpPr>
            <a:spLocks xmlns:a="http://schemas.openxmlformats.org/drawingml/2006/main" noGrp="1"/>
          </p:cNvSpPr>
          <p:nvPr/>
        </p:nvSpPr>
        <p:spPr>
          <a:xfrm xmlns:a="http://schemas.openxmlformats.org/drawingml/2006/main">
            <a:off x="11201400" y="209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52657A"/>
                </a:solidFill>
                <a:latin typeface="Noto Sans CJK KR"/>
                <a:ea typeface="Noto Sans CJK KR"/>
                <a:cs typeface="Noto Sans CJK KR"/>
              </a:defRPr>
            </a:pPr>
            <a:r>
              <a:rPr sz="975" b="1">
                <a:solidFill>
                  <a:srgbClr val="52657A"/>
                </a:solidFill>
                <a:latin typeface="Noto Sans CJK KR"/>
                <a:ea typeface="Noto Sans CJK KR"/>
                <a:cs typeface="Noto Sans CJK KR"/>
              </a:rPr>
              <a:t>03</a:t>
            </a:r>
          </a:p>
        </p:txBody>
      </p:sp>
      <p:sp>
        <p:nvSpPr>
          <p:cNvPr id="6" name="">
            <a:extLst xmlns:a="http://schemas.openxmlformats.org/drawingml/2006/main">
              <a:ext uri="{FF2B5EF4-FFF2-40B4-BE49-F238E27FC236}">
                <a16:creationId xmlns:a16="http://schemas.microsoft.com/office/drawing/2014/main" id="{D1413CD0-13F1-4753-9D24-86E636C81E6F}"/>
              </a:ext>
            </a:extLst>
          </p:cNvPr>
          <p:cNvSpPr>
            <a:spLocks xmlns:a="http://schemas.openxmlformats.org/drawingml/2006/main" noGrp="1"/>
          </p:cNvSpPr>
          <p:nvPr/>
        </p:nvSpPr>
        <p:spPr>
          <a:xfrm xmlns:a="http://schemas.openxmlformats.org/drawingml/2006/main">
            <a:off x="514350" y="1581150"/>
            <a:ext cx="3448050" cy="1552575"/>
          </a:xfrm>
          <a:prstGeom xmlns:a="http://schemas.openxmlformats.org/drawingml/2006/main" prst="roundRect">
            <a:avLst>
              <a:gd name="adj" fmla="val 4908"/>
            </a:avLst>
          </a:prstGeom>
          <a:solidFill xmlns:a="http://schemas.openxmlformats.org/drawingml/2006/main">
            <a:srgbClr val="FFFFFF"/>
          </a:solidFill>
          <a:ln xmlns:a="http://schemas.openxmlformats.org/drawingml/2006/main" w="9525">
            <a:solidFill>
              <a:srgbClr val="CFD9E6"/>
            </a:solidFill>
          </a:ln>
        </p:spPr>
      </p:sp>
      <p:sp>
        <p:nvSpPr>
          <p:cNvPr id="7" name="">
            <a:extLst xmlns:a="http://schemas.openxmlformats.org/drawingml/2006/main">
              <a:ext uri="{FF2B5EF4-FFF2-40B4-BE49-F238E27FC236}">
                <a16:creationId xmlns:a16="http://schemas.microsoft.com/office/drawing/2014/main" id="{36B68CE6-5CA7-4178-A38E-CCDADF4FBEE4}"/>
              </a:ext>
            </a:extLst>
          </p:cNvPr>
          <p:cNvSpPr>
            <a:spLocks xmlns:a="http://schemas.openxmlformats.org/drawingml/2006/main" noGrp="1"/>
          </p:cNvSpPr>
          <p:nvPr/>
        </p:nvSpPr>
        <p:spPr>
          <a:xfrm xmlns:a="http://schemas.openxmlformats.org/drawingml/2006/main">
            <a:off x="685800" y="17430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119C8B"/>
                </a:solidFill>
                <a:latin typeface="Noto Sans CJK KR"/>
                <a:ea typeface="Noto Sans CJK KR"/>
                <a:cs typeface="Noto Sans CJK KR"/>
              </a:defRPr>
            </a:pPr>
            <a:r>
              <a:rPr sz="1200" b="1">
                <a:solidFill>
                  <a:srgbClr val="119C8B"/>
                </a:solidFill>
                <a:latin typeface="Noto Sans CJK KR"/>
                <a:ea typeface="Noto Sans CJK KR"/>
                <a:cs typeface="Noto Sans CJK KR"/>
              </a:rPr>
              <a:t>01</a:t>
            </a:r>
          </a:p>
        </p:txBody>
      </p:sp>
      <p:sp>
        <p:nvSpPr>
          <p:cNvPr id="8" name="">
            <a:extLst xmlns:a="http://schemas.openxmlformats.org/drawingml/2006/main">
              <a:ext uri="{FF2B5EF4-FFF2-40B4-BE49-F238E27FC236}">
                <a16:creationId xmlns:a16="http://schemas.microsoft.com/office/drawing/2014/main" id="{1B493668-79FE-4A0C-8771-EA0120426058}"/>
              </a:ext>
            </a:extLst>
          </p:cNvPr>
          <p:cNvSpPr>
            <a:spLocks xmlns:a="http://schemas.openxmlformats.org/drawingml/2006/main" noGrp="1"/>
          </p:cNvSpPr>
          <p:nvPr/>
        </p:nvSpPr>
        <p:spPr>
          <a:xfrm xmlns:a="http://schemas.openxmlformats.org/drawingml/2006/main">
            <a:off x="685800" y="2105025"/>
            <a:ext cx="3105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132238"/>
                </a:solidFill>
                <a:latin typeface="Noto Sans CJK KR"/>
                <a:ea typeface="Noto Sans CJK KR"/>
                <a:cs typeface="Noto Sans CJK KR"/>
              </a:defRPr>
            </a:pPr>
            <a:r>
              <a:rPr sz="1575" b="1">
                <a:solidFill>
                  <a:srgbClr val="132238"/>
                </a:solidFill>
                <a:latin typeface="Noto Sans CJK KR"/>
                <a:ea typeface="Noto Sans CJK KR"/>
                <a:cs typeface="Noto Sans CJK KR"/>
              </a:rPr>
              <a:t>왜 조달 검토가 어려운가</a:t>
            </a:r>
          </a:p>
        </p:txBody>
      </p:sp>
      <p:sp>
        <p:nvSpPr>
          <p:cNvPr id="9" name="">
            <a:extLst xmlns:a="http://schemas.openxmlformats.org/drawingml/2006/main">
              <a:ext uri="{FF2B5EF4-FFF2-40B4-BE49-F238E27FC236}">
                <a16:creationId xmlns:a16="http://schemas.microsoft.com/office/drawing/2014/main" id="{5DA5F638-FF2E-4F58-8EC3-78AF5B104A6D}"/>
              </a:ext>
            </a:extLst>
          </p:cNvPr>
          <p:cNvSpPr>
            <a:spLocks xmlns:a="http://schemas.openxmlformats.org/drawingml/2006/main" noGrp="1"/>
          </p:cNvSpPr>
          <p:nvPr/>
        </p:nvSpPr>
        <p:spPr>
          <a:xfrm xmlns:a="http://schemas.openxmlformats.org/drawingml/2006/main">
            <a:off x="685800" y="2571750"/>
            <a:ext cx="3105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57A"/>
                </a:solidFill>
                <a:latin typeface="Noto Sans CJK KR"/>
                <a:ea typeface="Noto Sans CJK KR"/>
                <a:cs typeface="Noto Sans CJK KR"/>
              </a:defRPr>
            </a:pPr>
            <a:r>
              <a:rPr sz="1125" b="0">
                <a:solidFill>
                  <a:srgbClr val="52657A"/>
                </a:solidFill>
                <a:latin typeface="Noto Sans CJK KR"/>
                <a:ea typeface="Noto Sans CJK KR"/>
                <a:cs typeface="Noto Sans CJK KR"/>
              </a:rPr>
              <a:t>정정·충돌·누락·권한</a:t>
            </a:r>
          </a:p>
        </p:txBody>
      </p:sp>
      <p:sp>
        <p:nvSpPr>
          <p:cNvPr id="10" name="">
            <a:extLst xmlns:a="http://schemas.openxmlformats.org/drawingml/2006/main">
              <a:ext uri="{FF2B5EF4-FFF2-40B4-BE49-F238E27FC236}">
                <a16:creationId xmlns:a16="http://schemas.microsoft.com/office/drawing/2014/main" id="{79AE0679-CF8B-404E-B983-6EEE496104E3}"/>
              </a:ext>
            </a:extLst>
          </p:cNvPr>
          <p:cNvSpPr>
            <a:spLocks xmlns:a="http://schemas.openxmlformats.org/drawingml/2006/main" noGrp="1"/>
          </p:cNvSpPr>
          <p:nvPr/>
        </p:nvSpPr>
        <p:spPr>
          <a:xfrm xmlns:a="http://schemas.openxmlformats.org/drawingml/2006/main">
            <a:off x="4229100" y="1581150"/>
            <a:ext cx="3448050" cy="1552575"/>
          </a:xfrm>
          <a:prstGeom xmlns:a="http://schemas.openxmlformats.org/drawingml/2006/main" prst="roundRect">
            <a:avLst>
              <a:gd name="adj" fmla="val 4908"/>
            </a:avLst>
          </a:prstGeom>
          <a:solidFill xmlns:a="http://schemas.openxmlformats.org/drawingml/2006/main">
            <a:srgbClr val="FFFFFF"/>
          </a:solidFill>
          <a:ln xmlns:a="http://schemas.openxmlformats.org/drawingml/2006/main" w="9525">
            <a:solidFill>
              <a:srgbClr val="CFD9E6"/>
            </a:solidFill>
          </a:ln>
        </p:spPr>
      </p:sp>
      <p:sp>
        <p:nvSpPr>
          <p:cNvPr id="11" name="">
            <a:extLst xmlns:a="http://schemas.openxmlformats.org/drawingml/2006/main">
              <a:ext uri="{FF2B5EF4-FFF2-40B4-BE49-F238E27FC236}">
                <a16:creationId xmlns:a16="http://schemas.microsoft.com/office/drawing/2014/main" id="{865D1969-AE5D-4650-A80B-D8283BBB49C7}"/>
              </a:ext>
            </a:extLst>
          </p:cNvPr>
          <p:cNvSpPr>
            <a:spLocks xmlns:a="http://schemas.openxmlformats.org/drawingml/2006/main" noGrp="1"/>
          </p:cNvSpPr>
          <p:nvPr/>
        </p:nvSpPr>
        <p:spPr>
          <a:xfrm xmlns:a="http://schemas.openxmlformats.org/drawingml/2006/main">
            <a:off x="4400550" y="17430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119C8B"/>
                </a:solidFill>
                <a:latin typeface="Noto Sans CJK KR"/>
                <a:ea typeface="Noto Sans CJK KR"/>
                <a:cs typeface="Noto Sans CJK KR"/>
              </a:defRPr>
            </a:pPr>
            <a:r>
              <a:rPr sz="1200" b="1">
                <a:solidFill>
                  <a:srgbClr val="119C8B"/>
                </a:solidFill>
                <a:latin typeface="Noto Sans CJK KR"/>
                <a:ea typeface="Noto Sans CJK KR"/>
                <a:cs typeface="Noto Sans CJK KR"/>
              </a:rPr>
              <a:t>02</a:t>
            </a:r>
          </a:p>
        </p:txBody>
      </p:sp>
      <p:sp>
        <p:nvSpPr>
          <p:cNvPr id="12" name="">
            <a:extLst xmlns:a="http://schemas.openxmlformats.org/drawingml/2006/main">
              <a:ext uri="{FF2B5EF4-FFF2-40B4-BE49-F238E27FC236}">
                <a16:creationId xmlns:a16="http://schemas.microsoft.com/office/drawing/2014/main" id="{18E3CED5-F2B4-46BC-B0E6-A84FF709A2D3}"/>
              </a:ext>
            </a:extLst>
          </p:cNvPr>
          <p:cNvSpPr>
            <a:spLocks xmlns:a="http://schemas.openxmlformats.org/drawingml/2006/main" noGrp="1"/>
          </p:cNvSpPr>
          <p:nvPr/>
        </p:nvSpPr>
        <p:spPr>
          <a:xfrm xmlns:a="http://schemas.openxmlformats.org/drawingml/2006/main">
            <a:off x="4400550" y="2105025"/>
            <a:ext cx="3105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132238"/>
                </a:solidFill>
                <a:latin typeface="Noto Sans CJK KR"/>
                <a:ea typeface="Noto Sans CJK KR"/>
                <a:cs typeface="Noto Sans CJK KR"/>
              </a:defRPr>
            </a:pPr>
            <a:r>
              <a:rPr sz="1575" b="1">
                <a:solidFill>
                  <a:srgbClr val="132238"/>
                </a:solidFill>
                <a:latin typeface="Noto Sans CJK KR"/>
                <a:ea typeface="Noto Sans CJK KR"/>
                <a:cs typeface="Noto Sans CJK KR"/>
              </a:rPr>
              <a:t>어떤 데이터를 구축했는가</a:t>
            </a:r>
          </a:p>
        </p:txBody>
      </p:sp>
      <p:sp>
        <p:nvSpPr>
          <p:cNvPr id="13" name="">
            <a:extLst xmlns:a="http://schemas.openxmlformats.org/drawingml/2006/main">
              <a:ext uri="{FF2B5EF4-FFF2-40B4-BE49-F238E27FC236}">
                <a16:creationId xmlns:a16="http://schemas.microsoft.com/office/drawing/2014/main" id="{1732EE59-E99A-459F-A019-1082FDC4B529}"/>
              </a:ext>
            </a:extLst>
          </p:cNvPr>
          <p:cNvSpPr>
            <a:spLocks xmlns:a="http://schemas.openxmlformats.org/drawingml/2006/main" noGrp="1"/>
          </p:cNvSpPr>
          <p:nvPr/>
        </p:nvSpPr>
        <p:spPr>
          <a:xfrm xmlns:a="http://schemas.openxmlformats.org/drawingml/2006/main">
            <a:off x="4400550" y="2571750"/>
            <a:ext cx="3105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57A"/>
                </a:solidFill>
                <a:latin typeface="Noto Sans CJK KR"/>
                <a:ea typeface="Noto Sans CJK KR"/>
                <a:cs typeface="Noto Sans CJK KR"/>
              </a:defRPr>
            </a:pPr>
            <a:r>
              <a:rPr sz="1125" b="0">
                <a:solidFill>
                  <a:srgbClr val="52657A"/>
                </a:solidFill>
                <a:latin typeface="Noto Sans CJK KR"/>
                <a:ea typeface="Noto Sans CJK KR"/>
                <a:cs typeface="Noto Sans CJK KR"/>
              </a:rPr>
              <a:t>3개월 수집·51건 검수·합성기업</a:t>
            </a:r>
          </a:p>
        </p:txBody>
      </p:sp>
      <p:sp>
        <p:nvSpPr>
          <p:cNvPr id="14" name="">
            <a:extLst xmlns:a="http://schemas.openxmlformats.org/drawingml/2006/main">
              <a:ext uri="{FF2B5EF4-FFF2-40B4-BE49-F238E27FC236}">
                <a16:creationId xmlns:a16="http://schemas.microsoft.com/office/drawing/2014/main" id="{3AF70F97-120F-4582-92DE-DAD888EA3E41}"/>
              </a:ext>
            </a:extLst>
          </p:cNvPr>
          <p:cNvSpPr>
            <a:spLocks xmlns:a="http://schemas.openxmlformats.org/drawingml/2006/main" noGrp="1"/>
          </p:cNvSpPr>
          <p:nvPr/>
        </p:nvSpPr>
        <p:spPr>
          <a:xfrm xmlns:a="http://schemas.openxmlformats.org/drawingml/2006/main">
            <a:off x="7943850" y="1581150"/>
            <a:ext cx="3448050" cy="1552575"/>
          </a:xfrm>
          <a:prstGeom xmlns:a="http://schemas.openxmlformats.org/drawingml/2006/main" prst="roundRect">
            <a:avLst>
              <a:gd name="adj" fmla="val 4908"/>
            </a:avLst>
          </a:prstGeom>
          <a:solidFill xmlns:a="http://schemas.openxmlformats.org/drawingml/2006/main">
            <a:srgbClr val="FFFFFF"/>
          </a:solidFill>
          <a:ln xmlns:a="http://schemas.openxmlformats.org/drawingml/2006/main" w="9525">
            <a:solidFill>
              <a:srgbClr val="CFD9E6"/>
            </a:solidFill>
          </a:ln>
        </p:spPr>
      </p:sp>
      <p:sp>
        <p:nvSpPr>
          <p:cNvPr id="15" name="">
            <a:extLst xmlns:a="http://schemas.openxmlformats.org/drawingml/2006/main">
              <a:ext uri="{FF2B5EF4-FFF2-40B4-BE49-F238E27FC236}">
                <a16:creationId xmlns:a16="http://schemas.microsoft.com/office/drawing/2014/main" id="{6F965A27-09A0-47DC-B608-835D6A024ABB}"/>
              </a:ext>
            </a:extLst>
          </p:cNvPr>
          <p:cNvSpPr>
            <a:spLocks xmlns:a="http://schemas.openxmlformats.org/drawingml/2006/main" noGrp="1"/>
          </p:cNvSpPr>
          <p:nvPr/>
        </p:nvSpPr>
        <p:spPr>
          <a:xfrm xmlns:a="http://schemas.openxmlformats.org/drawingml/2006/main">
            <a:off x="8115300" y="17430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119C8B"/>
                </a:solidFill>
                <a:latin typeface="Noto Sans CJK KR"/>
                <a:ea typeface="Noto Sans CJK KR"/>
                <a:cs typeface="Noto Sans CJK KR"/>
              </a:defRPr>
            </a:pPr>
            <a:r>
              <a:rPr sz="1200" b="1">
                <a:solidFill>
                  <a:srgbClr val="119C8B"/>
                </a:solidFill>
                <a:latin typeface="Noto Sans CJK KR"/>
                <a:ea typeface="Noto Sans CJK KR"/>
                <a:cs typeface="Noto Sans CJK KR"/>
              </a:rPr>
              <a:t>03</a:t>
            </a:r>
          </a:p>
        </p:txBody>
      </p:sp>
      <p:sp>
        <p:nvSpPr>
          <p:cNvPr id="16" name="">
            <a:extLst xmlns:a="http://schemas.openxmlformats.org/drawingml/2006/main">
              <a:ext uri="{FF2B5EF4-FFF2-40B4-BE49-F238E27FC236}">
                <a16:creationId xmlns:a16="http://schemas.microsoft.com/office/drawing/2014/main" id="{3A4AC9AA-9C50-4A28-B3AA-04CEE0B190D5}"/>
              </a:ext>
            </a:extLst>
          </p:cNvPr>
          <p:cNvSpPr>
            <a:spLocks xmlns:a="http://schemas.openxmlformats.org/drawingml/2006/main" noGrp="1"/>
          </p:cNvSpPr>
          <p:nvPr/>
        </p:nvSpPr>
        <p:spPr>
          <a:xfrm xmlns:a="http://schemas.openxmlformats.org/drawingml/2006/main">
            <a:off x="8115300" y="2105025"/>
            <a:ext cx="3105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132238"/>
                </a:solidFill>
                <a:latin typeface="Noto Sans CJK KR"/>
                <a:ea typeface="Noto Sans CJK KR"/>
                <a:cs typeface="Noto Sans CJK KR"/>
              </a:defRPr>
            </a:pPr>
            <a:r>
              <a:rPr sz="1575" b="1">
                <a:solidFill>
                  <a:srgbClr val="132238"/>
                </a:solidFill>
                <a:latin typeface="Noto Sans CJK KR"/>
                <a:ea typeface="Noto Sans CJK KR"/>
                <a:cs typeface="Noto Sans CJK KR"/>
              </a:rPr>
              <a:t>무엇으로 평가하는가</a:t>
            </a:r>
          </a:p>
        </p:txBody>
      </p:sp>
      <p:sp>
        <p:nvSpPr>
          <p:cNvPr id="17" name="">
            <a:extLst xmlns:a="http://schemas.openxmlformats.org/drawingml/2006/main">
              <a:ext uri="{FF2B5EF4-FFF2-40B4-BE49-F238E27FC236}">
                <a16:creationId xmlns:a16="http://schemas.microsoft.com/office/drawing/2014/main" id="{88005F93-F615-4CD2-82C6-05DF32FE427C}"/>
              </a:ext>
            </a:extLst>
          </p:cNvPr>
          <p:cNvSpPr>
            <a:spLocks xmlns:a="http://schemas.openxmlformats.org/drawingml/2006/main" noGrp="1"/>
          </p:cNvSpPr>
          <p:nvPr/>
        </p:nvSpPr>
        <p:spPr>
          <a:xfrm xmlns:a="http://schemas.openxmlformats.org/drawingml/2006/main">
            <a:off x="8115300" y="2571750"/>
            <a:ext cx="3105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57A"/>
                </a:solidFill>
                <a:latin typeface="Noto Sans CJK KR"/>
                <a:ea typeface="Noto Sans CJK KR"/>
                <a:cs typeface="Noto Sans CJK KR"/>
              </a:defRPr>
            </a:pPr>
            <a:r>
              <a:rPr sz="1125" b="0">
                <a:solidFill>
                  <a:srgbClr val="52657A"/>
                </a:solidFill>
                <a:latin typeface="Noto Sans CJK KR"/>
                <a:ea typeface="Noto Sans CJK KR"/>
                <a:cs typeface="Noto Sans CJK KR"/>
              </a:rPr>
              <a:t>300 Q-A-R·정본·근거</a:t>
            </a:r>
          </a:p>
        </p:txBody>
      </p:sp>
      <p:sp>
        <p:nvSpPr>
          <p:cNvPr id="18" name="">
            <a:extLst xmlns:a="http://schemas.openxmlformats.org/drawingml/2006/main">
              <a:ext uri="{FF2B5EF4-FFF2-40B4-BE49-F238E27FC236}">
                <a16:creationId xmlns:a16="http://schemas.microsoft.com/office/drawing/2014/main" id="{63D61700-E4C6-486F-A005-34E2B160D90F}"/>
              </a:ext>
            </a:extLst>
          </p:cNvPr>
          <p:cNvSpPr>
            <a:spLocks xmlns:a="http://schemas.openxmlformats.org/drawingml/2006/main" noGrp="1"/>
          </p:cNvSpPr>
          <p:nvPr/>
        </p:nvSpPr>
        <p:spPr>
          <a:xfrm xmlns:a="http://schemas.openxmlformats.org/drawingml/2006/main">
            <a:off x="514350" y="3457575"/>
            <a:ext cx="3448050" cy="1552575"/>
          </a:xfrm>
          <a:prstGeom xmlns:a="http://schemas.openxmlformats.org/drawingml/2006/main" prst="roundRect">
            <a:avLst>
              <a:gd name="adj" fmla="val 4908"/>
            </a:avLst>
          </a:prstGeom>
          <a:solidFill xmlns:a="http://schemas.openxmlformats.org/drawingml/2006/main">
            <a:srgbClr val="FFFFFF"/>
          </a:solidFill>
          <a:ln xmlns:a="http://schemas.openxmlformats.org/drawingml/2006/main" w="9525">
            <a:solidFill>
              <a:srgbClr val="CFD9E6"/>
            </a:solidFill>
          </a:ln>
        </p:spPr>
      </p:sp>
      <p:sp>
        <p:nvSpPr>
          <p:cNvPr id="19" name="">
            <a:extLst xmlns:a="http://schemas.openxmlformats.org/drawingml/2006/main">
              <a:ext uri="{FF2B5EF4-FFF2-40B4-BE49-F238E27FC236}">
                <a16:creationId xmlns:a16="http://schemas.microsoft.com/office/drawing/2014/main" id="{E9138942-CDE1-4DC4-AE1C-A74DB0467121}"/>
              </a:ext>
            </a:extLst>
          </p:cNvPr>
          <p:cNvSpPr>
            <a:spLocks xmlns:a="http://schemas.openxmlformats.org/drawingml/2006/main" noGrp="1"/>
          </p:cNvSpPr>
          <p:nvPr/>
        </p:nvSpPr>
        <p:spPr>
          <a:xfrm xmlns:a="http://schemas.openxmlformats.org/drawingml/2006/main">
            <a:off x="685800" y="361950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119C8B"/>
                </a:solidFill>
                <a:latin typeface="Noto Sans CJK KR"/>
                <a:ea typeface="Noto Sans CJK KR"/>
                <a:cs typeface="Noto Sans CJK KR"/>
              </a:defRPr>
            </a:pPr>
            <a:r>
              <a:rPr sz="1200" b="1">
                <a:solidFill>
                  <a:srgbClr val="119C8B"/>
                </a:solidFill>
                <a:latin typeface="Noto Sans CJK KR"/>
                <a:ea typeface="Noto Sans CJK KR"/>
                <a:cs typeface="Noto Sans CJK KR"/>
              </a:rPr>
              <a:t>04</a:t>
            </a:r>
          </a:p>
        </p:txBody>
      </p:sp>
      <p:sp>
        <p:nvSpPr>
          <p:cNvPr id="20" name="">
            <a:extLst xmlns:a="http://schemas.openxmlformats.org/drawingml/2006/main">
              <a:ext uri="{FF2B5EF4-FFF2-40B4-BE49-F238E27FC236}">
                <a16:creationId xmlns:a16="http://schemas.microsoft.com/office/drawing/2014/main" id="{DE78EC80-BF8D-48F5-B52D-65E116079E56}"/>
              </a:ext>
            </a:extLst>
          </p:cNvPr>
          <p:cNvSpPr>
            <a:spLocks xmlns:a="http://schemas.openxmlformats.org/drawingml/2006/main" noGrp="1"/>
          </p:cNvSpPr>
          <p:nvPr/>
        </p:nvSpPr>
        <p:spPr>
          <a:xfrm xmlns:a="http://schemas.openxmlformats.org/drawingml/2006/main">
            <a:off x="685800" y="3981450"/>
            <a:ext cx="3105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132238"/>
                </a:solidFill>
                <a:latin typeface="Noto Sans CJK KR"/>
                <a:ea typeface="Noto Sans CJK KR"/>
                <a:cs typeface="Noto Sans CJK KR"/>
              </a:defRPr>
            </a:pPr>
            <a:r>
              <a:rPr sz="1575" b="1">
                <a:solidFill>
                  <a:srgbClr val="132238"/>
                </a:solidFill>
                <a:latin typeface="Noto Sans CJK KR"/>
                <a:ea typeface="Noto Sans CJK KR"/>
                <a:cs typeface="Noto Sans CJK KR"/>
              </a:rPr>
              <a:t>어떻게 답하는가</a:t>
            </a:r>
          </a:p>
        </p:txBody>
      </p:sp>
      <p:sp>
        <p:nvSpPr>
          <p:cNvPr id="21" name="">
            <a:extLst xmlns:a="http://schemas.openxmlformats.org/drawingml/2006/main">
              <a:ext uri="{FF2B5EF4-FFF2-40B4-BE49-F238E27FC236}">
                <a16:creationId xmlns:a16="http://schemas.microsoft.com/office/drawing/2014/main" id="{7DB487D1-BE98-47D1-91D2-E4BF42968248}"/>
              </a:ext>
            </a:extLst>
          </p:cNvPr>
          <p:cNvSpPr>
            <a:spLocks xmlns:a="http://schemas.openxmlformats.org/drawingml/2006/main" noGrp="1"/>
          </p:cNvSpPr>
          <p:nvPr/>
        </p:nvSpPr>
        <p:spPr>
          <a:xfrm xmlns:a="http://schemas.openxmlformats.org/drawingml/2006/main">
            <a:off x="685800" y="4448175"/>
            <a:ext cx="3105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57A"/>
                </a:solidFill>
                <a:latin typeface="Noto Sans CJK KR"/>
                <a:ea typeface="Noto Sans CJK KR"/>
                <a:cs typeface="Noto Sans CJK KR"/>
              </a:defRPr>
            </a:pPr>
            <a:r>
              <a:rPr sz="1125" b="0">
                <a:solidFill>
                  <a:srgbClr val="52657A"/>
                </a:solidFill>
                <a:latin typeface="Noto Sans CJK KR"/>
                <a:ea typeface="Noto Sans CJK KR"/>
                <a:cs typeface="Noto Sans CJK KR"/>
              </a:rPr>
              <a:t>ACL·하이브리드 검색·로컬 LLM</a:t>
            </a:r>
          </a:p>
        </p:txBody>
      </p:sp>
      <p:sp>
        <p:nvSpPr>
          <p:cNvPr id="22" name="">
            <a:extLst xmlns:a="http://schemas.openxmlformats.org/drawingml/2006/main">
              <a:ext uri="{FF2B5EF4-FFF2-40B4-BE49-F238E27FC236}">
                <a16:creationId xmlns:a16="http://schemas.microsoft.com/office/drawing/2014/main" id="{BC1554F1-1D0B-42D7-983A-9D4C78EF65F2}"/>
              </a:ext>
            </a:extLst>
          </p:cNvPr>
          <p:cNvSpPr>
            <a:spLocks xmlns:a="http://schemas.openxmlformats.org/drawingml/2006/main" noGrp="1"/>
          </p:cNvSpPr>
          <p:nvPr/>
        </p:nvSpPr>
        <p:spPr>
          <a:xfrm xmlns:a="http://schemas.openxmlformats.org/drawingml/2006/main">
            <a:off x="4229100" y="3457575"/>
            <a:ext cx="3448050" cy="1552575"/>
          </a:xfrm>
          <a:prstGeom xmlns:a="http://schemas.openxmlformats.org/drawingml/2006/main" prst="roundRect">
            <a:avLst>
              <a:gd name="adj" fmla="val 4908"/>
            </a:avLst>
          </a:prstGeom>
          <a:solidFill xmlns:a="http://schemas.openxmlformats.org/drawingml/2006/main">
            <a:srgbClr val="FFFFFF"/>
          </a:solidFill>
          <a:ln xmlns:a="http://schemas.openxmlformats.org/drawingml/2006/main" w="9525">
            <a:solidFill>
              <a:srgbClr val="CFD9E6"/>
            </a:solidFill>
          </a:ln>
        </p:spPr>
      </p:sp>
      <p:sp>
        <p:nvSpPr>
          <p:cNvPr id="23" name="">
            <a:extLst xmlns:a="http://schemas.openxmlformats.org/drawingml/2006/main">
              <a:ext uri="{FF2B5EF4-FFF2-40B4-BE49-F238E27FC236}">
                <a16:creationId xmlns:a16="http://schemas.microsoft.com/office/drawing/2014/main" id="{BC97CAD7-0E41-4969-B5CD-DB9C25D3438C}"/>
              </a:ext>
            </a:extLst>
          </p:cNvPr>
          <p:cNvSpPr>
            <a:spLocks xmlns:a="http://schemas.openxmlformats.org/drawingml/2006/main" noGrp="1"/>
          </p:cNvSpPr>
          <p:nvPr/>
        </p:nvSpPr>
        <p:spPr>
          <a:xfrm xmlns:a="http://schemas.openxmlformats.org/drawingml/2006/main">
            <a:off x="4400550" y="361950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119C8B"/>
                </a:solidFill>
                <a:latin typeface="Noto Sans CJK KR"/>
                <a:ea typeface="Noto Sans CJK KR"/>
                <a:cs typeface="Noto Sans CJK KR"/>
              </a:defRPr>
            </a:pPr>
            <a:r>
              <a:rPr sz="1200" b="1">
                <a:solidFill>
                  <a:srgbClr val="119C8B"/>
                </a:solidFill>
                <a:latin typeface="Noto Sans CJK KR"/>
                <a:ea typeface="Noto Sans CJK KR"/>
                <a:cs typeface="Noto Sans CJK KR"/>
              </a:rPr>
              <a:t>05</a:t>
            </a:r>
          </a:p>
        </p:txBody>
      </p:sp>
      <p:sp>
        <p:nvSpPr>
          <p:cNvPr id="24" name="">
            <a:extLst xmlns:a="http://schemas.openxmlformats.org/drawingml/2006/main">
              <a:ext uri="{FF2B5EF4-FFF2-40B4-BE49-F238E27FC236}">
                <a16:creationId xmlns:a16="http://schemas.microsoft.com/office/drawing/2014/main" id="{2F076FC8-B7F5-4869-B638-27F90B99509A}"/>
              </a:ext>
            </a:extLst>
          </p:cNvPr>
          <p:cNvSpPr>
            <a:spLocks xmlns:a="http://schemas.openxmlformats.org/drawingml/2006/main" noGrp="1"/>
          </p:cNvSpPr>
          <p:nvPr/>
        </p:nvSpPr>
        <p:spPr>
          <a:xfrm xmlns:a="http://schemas.openxmlformats.org/drawingml/2006/main">
            <a:off x="4400550" y="3981450"/>
            <a:ext cx="3105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132238"/>
                </a:solidFill>
                <a:latin typeface="Noto Sans CJK KR"/>
                <a:ea typeface="Noto Sans CJK KR"/>
                <a:cs typeface="Noto Sans CJK KR"/>
              </a:defRPr>
            </a:pPr>
            <a:r>
              <a:rPr sz="1575" b="1">
                <a:solidFill>
                  <a:srgbClr val="132238"/>
                </a:solidFill>
                <a:latin typeface="Noto Sans CJK KR"/>
                <a:ea typeface="Noto Sans CJK KR"/>
                <a:cs typeface="Noto Sans CJK KR"/>
              </a:rPr>
              <a:t>어떻게 오류를 찾는가</a:t>
            </a:r>
          </a:p>
        </p:txBody>
      </p:sp>
      <p:sp>
        <p:nvSpPr>
          <p:cNvPr id="25" name="">
            <a:extLst xmlns:a="http://schemas.openxmlformats.org/drawingml/2006/main">
              <a:ext uri="{FF2B5EF4-FFF2-40B4-BE49-F238E27FC236}">
                <a16:creationId xmlns:a16="http://schemas.microsoft.com/office/drawing/2014/main" id="{A3F79770-1613-42B3-AE38-0B240C3ED126}"/>
              </a:ext>
            </a:extLst>
          </p:cNvPr>
          <p:cNvSpPr>
            <a:spLocks xmlns:a="http://schemas.openxmlformats.org/drawingml/2006/main" noGrp="1"/>
          </p:cNvSpPr>
          <p:nvPr/>
        </p:nvSpPr>
        <p:spPr>
          <a:xfrm xmlns:a="http://schemas.openxmlformats.org/drawingml/2006/main">
            <a:off x="4400550" y="4448175"/>
            <a:ext cx="3105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57A"/>
                </a:solidFill>
                <a:latin typeface="Noto Sans CJK KR"/>
                <a:ea typeface="Noto Sans CJK KR"/>
                <a:cs typeface="Noto Sans CJK KR"/>
              </a:defRPr>
            </a:pPr>
            <a:r>
              <a:rPr sz="1125" b="0">
                <a:solidFill>
                  <a:srgbClr val="52657A"/>
                </a:solidFill>
                <a:latin typeface="Noto Sans CJK KR"/>
                <a:ea typeface="Noto Sans CJK KR"/>
                <a:cs typeface="Noto Sans CJK KR"/>
              </a:rPr>
              <a:t>규칙·토큰 분류·사람 검수</a:t>
            </a:r>
          </a:p>
        </p:txBody>
      </p:sp>
      <p:sp>
        <p:nvSpPr>
          <p:cNvPr id="26" name="">
            <a:extLst xmlns:a="http://schemas.openxmlformats.org/drawingml/2006/main">
              <a:ext uri="{FF2B5EF4-FFF2-40B4-BE49-F238E27FC236}">
                <a16:creationId xmlns:a16="http://schemas.microsoft.com/office/drawing/2014/main" id="{C62454E9-3581-4967-BE52-50038258E5A6}"/>
              </a:ext>
            </a:extLst>
          </p:cNvPr>
          <p:cNvSpPr>
            <a:spLocks xmlns:a="http://schemas.openxmlformats.org/drawingml/2006/main" noGrp="1"/>
          </p:cNvSpPr>
          <p:nvPr/>
        </p:nvSpPr>
        <p:spPr>
          <a:xfrm xmlns:a="http://schemas.openxmlformats.org/drawingml/2006/main">
            <a:off x="7943850" y="3457575"/>
            <a:ext cx="3448050" cy="1552575"/>
          </a:xfrm>
          <a:prstGeom xmlns:a="http://schemas.openxmlformats.org/drawingml/2006/main" prst="roundRect">
            <a:avLst>
              <a:gd name="adj" fmla="val 4908"/>
            </a:avLst>
          </a:prstGeom>
          <a:solidFill xmlns:a="http://schemas.openxmlformats.org/drawingml/2006/main">
            <a:srgbClr val="FFFFFF"/>
          </a:solidFill>
          <a:ln xmlns:a="http://schemas.openxmlformats.org/drawingml/2006/main" w="9525">
            <a:solidFill>
              <a:srgbClr val="CFD9E6"/>
            </a:solidFill>
          </a:ln>
        </p:spPr>
      </p:sp>
      <p:sp>
        <p:nvSpPr>
          <p:cNvPr id="27" name="">
            <a:extLst xmlns:a="http://schemas.openxmlformats.org/drawingml/2006/main">
              <a:ext uri="{FF2B5EF4-FFF2-40B4-BE49-F238E27FC236}">
                <a16:creationId xmlns:a16="http://schemas.microsoft.com/office/drawing/2014/main" id="{6E40F6C8-C11B-48E7-A52A-231056AB4801}"/>
              </a:ext>
            </a:extLst>
          </p:cNvPr>
          <p:cNvSpPr>
            <a:spLocks xmlns:a="http://schemas.openxmlformats.org/drawingml/2006/main" noGrp="1"/>
          </p:cNvSpPr>
          <p:nvPr/>
        </p:nvSpPr>
        <p:spPr>
          <a:xfrm xmlns:a="http://schemas.openxmlformats.org/drawingml/2006/main">
            <a:off x="8115300" y="361950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119C8B"/>
                </a:solidFill>
                <a:latin typeface="Noto Sans CJK KR"/>
                <a:ea typeface="Noto Sans CJK KR"/>
                <a:cs typeface="Noto Sans CJK KR"/>
              </a:defRPr>
            </a:pPr>
            <a:r>
              <a:rPr sz="1200" b="1">
                <a:solidFill>
                  <a:srgbClr val="119C8B"/>
                </a:solidFill>
                <a:latin typeface="Noto Sans CJK KR"/>
                <a:ea typeface="Noto Sans CJK KR"/>
                <a:cs typeface="Noto Sans CJK KR"/>
              </a:rPr>
              <a:t>06</a:t>
            </a:r>
          </a:p>
        </p:txBody>
      </p:sp>
      <p:sp>
        <p:nvSpPr>
          <p:cNvPr id="28" name="">
            <a:extLst xmlns:a="http://schemas.openxmlformats.org/drawingml/2006/main">
              <a:ext uri="{FF2B5EF4-FFF2-40B4-BE49-F238E27FC236}">
                <a16:creationId xmlns:a16="http://schemas.microsoft.com/office/drawing/2014/main" id="{F2FF13B0-DF29-4BC2-A8DD-5F0333CEE77C}"/>
              </a:ext>
            </a:extLst>
          </p:cNvPr>
          <p:cNvSpPr>
            <a:spLocks xmlns:a="http://schemas.openxmlformats.org/drawingml/2006/main" noGrp="1"/>
          </p:cNvSpPr>
          <p:nvPr/>
        </p:nvSpPr>
        <p:spPr>
          <a:xfrm xmlns:a="http://schemas.openxmlformats.org/drawingml/2006/main">
            <a:off x="8115300" y="3981450"/>
            <a:ext cx="3105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132238"/>
                </a:solidFill>
                <a:latin typeface="Noto Sans CJK KR"/>
                <a:ea typeface="Noto Sans CJK KR"/>
                <a:cs typeface="Noto Sans CJK KR"/>
              </a:defRPr>
            </a:pPr>
            <a:r>
              <a:rPr sz="1575" b="1">
                <a:solidFill>
                  <a:srgbClr val="132238"/>
                </a:solidFill>
                <a:latin typeface="Noto Sans CJK KR"/>
                <a:ea typeface="Noto Sans CJK KR"/>
                <a:cs typeface="Noto Sans CJK KR"/>
              </a:rPr>
              <a:t>현재 어디까지 왔는가</a:t>
            </a:r>
          </a:p>
        </p:txBody>
      </p:sp>
      <p:sp>
        <p:nvSpPr>
          <p:cNvPr id="29" name="">
            <a:extLst xmlns:a="http://schemas.openxmlformats.org/drawingml/2006/main">
              <a:ext uri="{FF2B5EF4-FFF2-40B4-BE49-F238E27FC236}">
                <a16:creationId xmlns:a16="http://schemas.microsoft.com/office/drawing/2014/main" id="{D79F4B52-B87F-4B0D-97AD-7D84A543B7B5}"/>
              </a:ext>
            </a:extLst>
          </p:cNvPr>
          <p:cNvSpPr>
            <a:spLocks xmlns:a="http://schemas.openxmlformats.org/drawingml/2006/main" noGrp="1"/>
          </p:cNvSpPr>
          <p:nvPr/>
        </p:nvSpPr>
        <p:spPr>
          <a:xfrm xmlns:a="http://schemas.openxmlformats.org/drawingml/2006/main">
            <a:off x="8115300" y="4448175"/>
            <a:ext cx="3105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57A"/>
                </a:solidFill>
                <a:latin typeface="Noto Sans CJK KR"/>
                <a:ea typeface="Noto Sans CJK KR"/>
                <a:cs typeface="Noto Sans CJK KR"/>
              </a:defRPr>
            </a:pPr>
            <a:r>
              <a:rPr sz="1125" b="0">
                <a:solidFill>
                  <a:srgbClr val="52657A"/>
                </a:solidFill>
                <a:latin typeface="Noto Sans CJK KR"/>
                <a:ea typeface="Noto Sans CJK KR"/>
                <a:cs typeface="Noto Sans CJK KR"/>
              </a:rPr>
              <a:t>데모·검증·남은 과제</a:t>
            </a:r>
          </a:p>
        </p:txBody>
      </p:sp>
      <p:sp>
        <p:nvSpPr>
          <p:cNvPr id="30" name="">
            <a:extLst xmlns:a="http://schemas.openxmlformats.org/drawingml/2006/main">
              <a:ext uri="{FF2B5EF4-FFF2-40B4-BE49-F238E27FC236}">
                <a16:creationId xmlns:a16="http://schemas.microsoft.com/office/drawing/2014/main" id="{0829D325-03A2-4F3F-86FE-5534C3DF0F1F}"/>
              </a:ext>
            </a:extLst>
          </p:cNvPr>
          <p:cNvSpPr>
            <a:spLocks xmlns:a="http://schemas.openxmlformats.org/drawingml/2006/main" noGrp="1"/>
          </p:cNvSpPr>
          <p:nvPr/>
        </p:nvSpPr>
        <p:spPr>
          <a:xfrm xmlns:a="http://schemas.openxmlformats.org/drawingml/2006/main">
            <a:off x="514350" y="5753100"/>
            <a:ext cx="11163300" cy="447675"/>
          </a:xfrm>
          <a:prstGeom xmlns:a="http://schemas.openxmlformats.org/drawingml/2006/main" prst="roundRect">
            <a:avLst>
              <a:gd name="adj" fmla="val 17021"/>
            </a:avLst>
          </a:prstGeom>
          <a:solidFill xmlns:a="http://schemas.openxmlformats.org/drawingml/2006/main">
            <a:srgbClr val="183B5B"/>
          </a:solidFill>
          <a:ln xmlns:a="http://schemas.openxmlformats.org/drawingml/2006/main" w="9525">
            <a:solidFill>
              <a:srgbClr val="183B5B"/>
            </a:solidFill>
          </a:ln>
        </p:spPr>
      </p:sp>
      <p:sp>
        <p:nvSpPr>
          <p:cNvPr id="31" name="">
            <a:extLst xmlns:a="http://schemas.openxmlformats.org/drawingml/2006/main">
              <a:ext uri="{FF2B5EF4-FFF2-40B4-BE49-F238E27FC236}">
                <a16:creationId xmlns:a16="http://schemas.microsoft.com/office/drawing/2014/main" id="{6F99E8AF-1E47-4AE0-ACEC-0B6BC8F48412}"/>
              </a:ext>
            </a:extLst>
          </p:cNvPr>
          <p:cNvSpPr>
            <a:spLocks xmlns:a="http://schemas.openxmlformats.org/drawingml/2006/main" noGrp="1"/>
          </p:cNvSpPr>
          <p:nvPr/>
        </p:nvSpPr>
        <p:spPr>
          <a:xfrm xmlns:a="http://schemas.openxmlformats.org/drawingml/2006/main">
            <a:off x="685800" y="58674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FFFFFF"/>
                </a:solidFill>
                <a:latin typeface="Noto Sans CJK KR"/>
                <a:ea typeface="Noto Sans CJK KR"/>
                <a:cs typeface="Noto Sans CJK KR"/>
              </a:defRPr>
            </a:pPr>
            <a:r>
              <a:rPr sz="1350" b="1">
                <a:solidFill>
                  <a:srgbClr val="FFFFFF"/>
                </a:solidFill>
                <a:latin typeface="Noto Sans CJK KR"/>
                <a:ea typeface="Noto Sans CJK KR"/>
                <a:cs typeface="Noto Sans CJK KR"/>
              </a:rPr>
              <a:t>핵심 질문: “이 답은 누가 볼 수 있는 어떤 문서의 어느 구절에서 나왔는가?”</a:t>
            </a:r>
          </a:p>
        </p:txBody>
      </p:sp>
      <p:sp>
        <p:nvSpPr>
          <p:cNvPr id="32" name="">
            <a:extLst xmlns:a="http://schemas.openxmlformats.org/drawingml/2006/main">
              <a:ext uri="{FF2B5EF4-FFF2-40B4-BE49-F238E27FC236}">
                <a16:creationId xmlns:a16="http://schemas.microsoft.com/office/drawing/2014/main" id="{23C4744C-1FD8-4A2D-BEFE-8F429B64CD1B}"/>
              </a:ext>
            </a:extLst>
          </p:cNvPr>
          <p:cNvSpPr>
            <a:spLocks xmlns:a="http://schemas.openxmlformats.org/drawingml/2006/main" noGrp="1"/>
          </p:cNvSpPr>
          <p:nvPr/>
        </p:nvSpPr>
        <p:spPr>
          <a:xfrm xmlns:a="http://schemas.openxmlformats.org/drawingml/2006/main">
            <a:off x="514350" y="6353175"/>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33" name="">
            <a:extLst xmlns:a="http://schemas.openxmlformats.org/drawingml/2006/main">
              <a:ext uri="{FF2B5EF4-FFF2-40B4-BE49-F238E27FC236}">
                <a16:creationId xmlns:a16="http://schemas.microsoft.com/office/drawing/2014/main" id="{2DACC286-1B0D-4C00-9CB4-FF7FB0C01F33}"/>
              </a:ext>
            </a:extLst>
          </p:cNvPr>
          <p:cNvSpPr>
            <a:spLocks xmlns:a="http://schemas.openxmlformats.org/drawingml/2006/main" noGrp="1"/>
          </p:cNvSpPr>
          <p:nvPr/>
        </p:nvSpPr>
        <p:spPr>
          <a:xfrm xmlns:a="http://schemas.openxmlformats.org/drawingml/2006/main">
            <a:off x="533400" y="6457950"/>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0">
                <a:solidFill>
                  <a:srgbClr val="52657A"/>
                </a:solidFill>
                <a:latin typeface="Noto Sans CJK KR"/>
                <a:ea typeface="Noto Sans CJK KR"/>
                <a:cs typeface="Noto Sans CJK KR"/>
              </a:defRPr>
            </a:pPr>
            <a:r>
              <a:rPr sz="825" b="0">
                <a:solidFill>
                  <a:srgbClr val="52657A"/>
                </a:solidFill>
                <a:latin typeface="Noto Sans CJK KR"/>
                <a:ea typeface="Noto Sans CJK KR"/>
                <a:cs typeface="Noto Sans CJK KR"/>
              </a:rPr>
              <a:t>부록에는 재현성 검사, 세부 수치 원장, 정확성 제한을 별도로 수록</a:t>
            </a:r>
          </a:p>
        </p:txBody>
      </p:sp>
      <p:sp>
        <p:nvSpPr>
          <p:cNvPr id="34" name="">
            <a:extLst xmlns:a="http://schemas.openxmlformats.org/drawingml/2006/main">
              <a:ext uri="{FF2B5EF4-FFF2-40B4-BE49-F238E27FC236}">
                <a16:creationId xmlns:a16="http://schemas.microsoft.com/office/drawing/2014/main" id="{F7DFB23A-6CD3-4B47-BC11-5D78C61FF28E}"/>
              </a:ext>
            </a:extLst>
          </p:cNvPr>
          <p:cNvSpPr>
            <a:spLocks xmlns:a="http://schemas.openxmlformats.org/drawingml/2006/main" noGrp="1"/>
          </p:cNvSpPr>
          <p:nvPr/>
        </p:nvSpPr>
        <p:spPr>
          <a:xfrm xmlns:a="http://schemas.openxmlformats.org/drawingml/2006/main">
            <a:off x="10001250" y="6457950"/>
            <a:ext cx="1676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1">
                <a:solidFill>
                  <a:srgbClr val="183B5B"/>
                </a:solidFill>
                <a:latin typeface="Noto Sans CJK KR"/>
                <a:ea typeface="Noto Sans CJK KR"/>
                <a:cs typeface="Noto Sans CJK KR"/>
              </a:defRPr>
            </a:pPr>
            <a:r>
              <a:rPr sz="825" b="1">
                <a:solidFill>
                  <a:srgbClr val="183B5B"/>
                </a:solidFill>
                <a:latin typeface="Noto Sans CJK KR"/>
                <a:ea typeface="Noto Sans CJK KR"/>
                <a:cs typeface="Noto Sans CJK KR"/>
              </a:rPr>
              <a:t>ASTRA · ko-LettuceDetect</a:t>
            </a:r>
          </a:p>
        </p:txBody>
      </p:sp>
    </p:spTree>
    <p:extLst>
      <p:ext uri="{BB962C8B-B14F-4D97-AF65-F5344CB8AC3E}">
        <p14:creationId xmlns:p14="http://schemas.microsoft.com/office/powerpoint/2010/main" val="6178606"/>
      </p:ext>
    </p:extLst>
  </p:cSld>
</p:sld>
</file>

<file path=ppt/slides/slide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C887D61D-0CE0-4346-88CA-DF85C57097A5}"/>
              </a:ext>
            </a:extLst>
          </p:cNvPr>
          <p:cNvSpPr>
            <a:spLocks xmlns:a="http://schemas.openxmlformats.org/drawingml/2006/main" noGrp="1"/>
          </p:cNvSpPr>
          <p:nvPr/>
        </p:nvSpPr>
        <p:spPr>
          <a:xfrm xmlns:a="http://schemas.openxmlformats.org/drawingml/2006/main">
            <a:off x="5143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119C8B"/>
                </a:solidFill>
                <a:latin typeface="Noto Sans CJK KR"/>
                <a:ea typeface="Noto Sans CJK KR"/>
                <a:cs typeface="Noto Sans CJK KR"/>
              </a:defRPr>
            </a:pPr>
            <a:r>
              <a:rPr sz="975" b="1">
                <a:solidFill>
                  <a:srgbClr val="119C8B"/>
                </a:solidFill>
                <a:latin typeface="Noto Sans CJK KR"/>
                <a:ea typeface="Noto Sans CJK KR"/>
                <a:cs typeface="Noto Sans CJK KR"/>
              </a:rPr>
              <a:t>문제 정의</a:t>
            </a:r>
          </a:p>
        </p:txBody>
      </p:sp>
      <p:sp>
        <p:nvSpPr>
          <p:cNvPr id="2" name="">
            <a:extLst xmlns:a="http://schemas.openxmlformats.org/drawingml/2006/main">
              <a:ext uri="{FF2B5EF4-FFF2-40B4-BE49-F238E27FC236}">
                <a16:creationId xmlns:a16="http://schemas.microsoft.com/office/drawing/2014/main" id="{5001BAF8-BB1D-4647-A50A-4CD2C351C3FD}"/>
              </a:ext>
            </a:extLst>
          </p:cNvPr>
          <p:cNvSpPr>
            <a:spLocks xmlns:a="http://schemas.openxmlformats.org/drawingml/2006/main" noGrp="1"/>
          </p:cNvSpPr>
          <p:nvPr/>
        </p:nvSpPr>
        <p:spPr>
          <a:xfrm xmlns:a="http://schemas.openxmlformats.org/drawingml/2006/main">
            <a:off x="514350" y="457200"/>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132238"/>
                </a:solidFill>
                <a:latin typeface="Noto Sans CJK KR"/>
                <a:ea typeface="Noto Sans CJK KR"/>
                <a:cs typeface="Noto Sans CJK KR"/>
              </a:defRPr>
            </a:pPr>
            <a:r>
              <a:rPr sz="2325" b="1">
                <a:solidFill>
                  <a:srgbClr val="132238"/>
                </a:solidFill>
                <a:latin typeface="Noto Sans CJK KR"/>
                <a:ea typeface="Noto Sans CJK KR"/>
                <a:cs typeface="Noto Sans CJK KR"/>
              </a:rPr>
              <a:t>입찰 검토는 “문서 검색”보다 복잡하다</a:t>
            </a:r>
          </a:p>
        </p:txBody>
      </p:sp>
      <p:sp>
        <p:nvSpPr>
          <p:cNvPr id="3" name="">
            <a:extLst xmlns:a="http://schemas.openxmlformats.org/drawingml/2006/main">
              <a:ext uri="{FF2B5EF4-FFF2-40B4-BE49-F238E27FC236}">
                <a16:creationId xmlns:a16="http://schemas.microsoft.com/office/drawing/2014/main" id="{245C4BB1-7632-4587-B3A0-D59AA0FDACFD}"/>
              </a:ext>
            </a:extLst>
          </p:cNvPr>
          <p:cNvSpPr>
            <a:spLocks xmlns:a="http://schemas.openxmlformats.org/drawingml/2006/main" noGrp="1"/>
          </p:cNvSpPr>
          <p:nvPr/>
        </p:nvSpPr>
        <p:spPr>
          <a:xfrm xmlns:a="http://schemas.openxmlformats.org/drawingml/2006/main">
            <a:off x="533400" y="923925"/>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2657A"/>
                </a:solidFill>
                <a:latin typeface="Noto Sans CJK KR"/>
                <a:ea typeface="Noto Sans CJK KR"/>
                <a:cs typeface="Noto Sans CJK KR"/>
              </a:defRPr>
            </a:pPr>
            <a:r>
              <a:rPr sz="1200" b="0">
                <a:solidFill>
                  <a:srgbClr val="52657A"/>
                </a:solidFill>
                <a:latin typeface="Noto Sans CJK KR"/>
                <a:ea typeface="Noto Sans CJK KR"/>
                <a:cs typeface="Noto Sans CJK KR"/>
              </a:rPr>
              <a:t>같은 사업 안에서도 문서 버전·조건 범위·기업 자료·권한을 함께 해석해야 한다</a:t>
            </a:r>
          </a:p>
        </p:txBody>
      </p:sp>
      <p:sp>
        <p:nvSpPr>
          <p:cNvPr id="4" name="">
            <a:extLst xmlns:a="http://schemas.openxmlformats.org/drawingml/2006/main">
              <a:ext uri="{FF2B5EF4-FFF2-40B4-BE49-F238E27FC236}">
                <a16:creationId xmlns:a16="http://schemas.microsoft.com/office/drawing/2014/main" id="{43FB3F74-2585-4E5B-8C75-7A5F4EC62824}"/>
              </a:ext>
            </a:extLst>
          </p:cNvPr>
          <p:cNvSpPr>
            <a:spLocks xmlns:a="http://schemas.openxmlformats.org/drawingml/2006/main" noGrp="1"/>
          </p:cNvSpPr>
          <p:nvPr/>
        </p:nvSpPr>
        <p:spPr>
          <a:xfrm xmlns:a="http://schemas.openxmlformats.org/drawingml/2006/main">
            <a:off x="514350" y="1257300"/>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5" name="">
            <a:extLst xmlns:a="http://schemas.openxmlformats.org/drawingml/2006/main">
              <a:ext uri="{FF2B5EF4-FFF2-40B4-BE49-F238E27FC236}">
                <a16:creationId xmlns:a16="http://schemas.microsoft.com/office/drawing/2014/main" id="{73B8FD53-1418-4AD4-B164-9DB8463E6C71}"/>
              </a:ext>
            </a:extLst>
          </p:cNvPr>
          <p:cNvSpPr>
            <a:spLocks xmlns:a="http://schemas.openxmlformats.org/drawingml/2006/main" noGrp="1"/>
          </p:cNvSpPr>
          <p:nvPr/>
        </p:nvSpPr>
        <p:spPr>
          <a:xfrm xmlns:a="http://schemas.openxmlformats.org/drawingml/2006/main">
            <a:off x="11201400" y="209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52657A"/>
                </a:solidFill>
                <a:latin typeface="Noto Sans CJK KR"/>
                <a:ea typeface="Noto Sans CJK KR"/>
                <a:cs typeface="Noto Sans CJK KR"/>
              </a:defRPr>
            </a:pPr>
            <a:r>
              <a:rPr sz="975" b="1">
                <a:solidFill>
                  <a:srgbClr val="52657A"/>
                </a:solidFill>
                <a:latin typeface="Noto Sans CJK KR"/>
                <a:ea typeface="Noto Sans CJK KR"/>
                <a:cs typeface="Noto Sans CJK KR"/>
              </a:rPr>
              <a:t>04</a:t>
            </a:r>
          </a:p>
        </p:txBody>
      </p:sp>
      <p:sp>
        <p:nvSpPr>
          <p:cNvPr id="6" name="">
            <a:extLst xmlns:a="http://schemas.openxmlformats.org/drawingml/2006/main">
              <a:ext uri="{FF2B5EF4-FFF2-40B4-BE49-F238E27FC236}">
                <a16:creationId xmlns:a16="http://schemas.microsoft.com/office/drawing/2014/main" id="{FD2F2487-E36E-42C6-A85F-CBCAEDC91320}"/>
              </a:ext>
            </a:extLst>
          </p:cNvPr>
          <p:cNvSpPr>
            <a:spLocks xmlns:a="http://schemas.openxmlformats.org/drawingml/2006/main" noGrp="1"/>
          </p:cNvSpPr>
          <p:nvPr/>
        </p:nvSpPr>
        <p:spPr>
          <a:xfrm xmlns:a="http://schemas.openxmlformats.org/drawingml/2006/main">
            <a:off x="514350" y="1504950"/>
            <a:ext cx="5429250" cy="1076325"/>
          </a:xfrm>
          <a:prstGeom xmlns:a="http://schemas.openxmlformats.org/drawingml/2006/main" prst="roundRect">
            <a:avLst>
              <a:gd name="adj" fmla="val 7080"/>
            </a:avLst>
          </a:prstGeom>
          <a:solidFill xmlns:a="http://schemas.openxmlformats.org/drawingml/2006/main">
            <a:srgbClr val="FFFFFF"/>
          </a:solidFill>
          <a:ln xmlns:a="http://schemas.openxmlformats.org/drawingml/2006/main" w="9525">
            <a:solidFill>
              <a:srgbClr val="CFD9E6"/>
            </a:solidFill>
          </a:ln>
        </p:spPr>
      </p:sp>
      <p:sp>
        <p:nvSpPr>
          <p:cNvPr id="7" name="">
            <a:extLst xmlns:a="http://schemas.openxmlformats.org/drawingml/2006/main">
              <a:ext uri="{FF2B5EF4-FFF2-40B4-BE49-F238E27FC236}">
                <a16:creationId xmlns:a16="http://schemas.microsoft.com/office/drawing/2014/main" id="{12144C55-0A96-4233-BE14-BC12B6F9A9F7}"/>
              </a:ext>
            </a:extLst>
          </p:cNvPr>
          <p:cNvSpPr>
            <a:spLocks xmlns:a="http://schemas.openxmlformats.org/drawingml/2006/main" noGrp="1"/>
          </p:cNvSpPr>
          <p:nvPr/>
        </p:nvSpPr>
        <p:spPr>
          <a:xfrm xmlns:a="http://schemas.openxmlformats.org/drawingml/2006/main">
            <a:off x="514350" y="1504950"/>
            <a:ext cx="85725" cy="1076325"/>
          </a:xfrm>
          <a:prstGeom xmlns:a="http://schemas.openxmlformats.org/drawingml/2006/main" prst="rect">
            <a:avLst/>
          </a:prstGeom>
          <a:solidFill xmlns:a="http://schemas.openxmlformats.org/drawingml/2006/main">
            <a:srgbClr val="D9564A"/>
          </a:solidFill>
          <a:ln xmlns:a="http://schemas.openxmlformats.org/drawingml/2006/main" w="9525">
            <a:solidFill>
              <a:srgbClr val="D9564A"/>
            </a:solidFill>
          </a:ln>
        </p:spPr>
      </p:sp>
      <p:sp>
        <p:nvSpPr>
          <p:cNvPr id="8" name="">
            <a:extLst xmlns:a="http://schemas.openxmlformats.org/drawingml/2006/main">
              <a:ext uri="{FF2B5EF4-FFF2-40B4-BE49-F238E27FC236}">
                <a16:creationId xmlns:a16="http://schemas.microsoft.com/office/drawing/2014/main" id="{BB9885FD-E6C8-45E5-AABC-9077CA6939E5}"/>
              </a:ext>
            </a:extLst>
          </p:cNvPr>
          <p:cNvSpPr>
            <a:spLocks xmlns:a="http://schemas.openxmlformats.org/drawingml/2006/main" noGrp="1"/>
          </p:cNvSpPr>
          <p:nvPr/>
        </p:nvSpPr>
        <p:spPr>
          <a:xfrm xmlns:a="http://schemas.openxmlformats.org/drawingml/2006/main">
            <a:off x="762000" y="1666875"/>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D9564A"/>
                </a:solidFill>
                <a:latin typeface="Noto Sans CJK KR"/>
                <a:ea typeface="Noto Sans CJK KR"/>
                <a:cs typeface="Noto Sans CJK KR"/>
              </a:defRPr>
            </a:pPr>
            <a:r>
              <a:rPr sz="1350" b="1">
                <a:solidFill>
                  <a:srgbClr val="D9564A"/>
                </a:solidFill>
                <a:latin typeface="Noto Sans CJK KR"/>
                <a:ea typeface="Noto Sans CJK KR"/>
                <a:cs typeface="Noto Sans CJK KR"/>
              </a:rPr>
              <a:t>버전</a:t>
            </a:r>
          </a:p>
        </p:txBody>
      </p:sp>
      <p:sp>
        <p:nvSpPr>
          <p:cNvPr id="9" name="">
            <a:extLst xmlns:a="http://schemas.openxmlformats.org/drawingml/2006/main">
              <a:ext uri="{FF2B5EF4-FFF2-40B4-BE49-F238E27FC236}">
                <a16:creationId xmlns:a16="http://schemas.microsoft.com/office/drawing/2014/main" id="{F7DD8496-9C6A-4823-A03D-7029462A5398}"/>
              </a:ext>
            </a:extLst>
          </p:cNvPr>
          <p:cNvSpPr>
            <a:spLocks xmlns:a="http://schemas.openxmlformats.org/drawingml/2006/main" noGrp="1"/>
          </p:cNvSpPr>
          <p:nvPr/>
        </p:nvSpPr>
        <p:spPr>
          <a:xfrm xmlns:a="http://schemas.openxmlformats.org/drawingml/2006/main">
            <a:off x="1676400" y="1666875"/>
            <a:ext cx="40195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132238"/>
                </a:solidFill>
                <a:latin typeface="Noto Sans CJK KR"/>
                <a:ea typeface="Noto Sans CJK KR"/>
                <a:cs typeface="Noto Sans CJK KR"/>
              </a:defRPr>
            </a:pPr>
            <a:r>
              <a:rPr sz="1275" b="1">
                <a:solidFill>
                  <a:srgbClr val="132238"/>
                </a:solidFill>
                <a:latin typeface="Noto Sans CJK KR"/>
                <a:ea typeface="Noto Sans CJK KR"/>
                <a:cs typeface="Noto Sans CJK KR"/>
              </a:rPr>
              <a:t>정정공고에서 업종 코드와 일정이 함께 변경</a:t>
            </a:r>
          </a:p>
        </p:txBody>
      </p:sp>
      <p:sp>
        <p:nvSpPr>
          <p:cNvPr id="10" name="">
            <a:extLst xmlns:a="http://schemas.openxmlformats.org/drawingml/2006/main">
              <a:ext uri="{FF2B5EF4-FFF2-40B4-BE49-F238E27FC236}">
                <a16:creationId xmlns:a16="http://schemas.microsoft.com/office/drawing/2014/main" id="{38656EB5-072A-4C6B-95C0-838ED810192B}"/>
              </a:ext>
            </a:extLst>
          </p:cNvPr>
          <p:cNvSpPr>
            <a:spLocks xmlns:a="http://schemas.openxmlformats.org/drawingml/2006/main" noGrp="1"/>
          </p:cNvSpPr>
          <p:nvPr/>
        </p:nvSpPr>
        <p:spPr>
          <a:xfrm xmlns:a="http://schemas.openxmlformats.org/drawingml/2006/main">
            <a:off x="6172200" y="1504950"/>
            <a:ext cx="5429250" cy="1076325"/>
          </a:xfrm>
          <a:prstGeom xmlns:a="http://schemas.openxmlformats.org/drawingml/2006/main" prst="roundRect">
            <a:avLst>
              <a:gd name="adj" fmla="val 7080"/>
            </a:avLst>
          </a:prstGeom>
          <a:solidFill xmlns:a="http://schemas.openxmlformats.org/drawingml/2006/main">
            <a:srgbClr val="FFFFFF"/>
          </a:solidFill>
          <a:ln xmlns:a="http://schemas.openxmlformats.org/drawingml/2006/main" w="9525">
            <a:solidFill>
              <a:srgbClr val="CFD9E6"/>
            </a:solidFill>
          </a:ln>
        </p:spPr>
      </p:sp>
      <p:sp>
        <p:nvSpPr>
          <p:cNvPr id="11" name="">
            <a:extLst xmlns:a="http://schemas.openxmlformats.org/drawingml/2006/main">
              <a:ext uri="{FF2B5EF4-FFF2-40B4-BE49-F238E27FC236}">
                <a16:creationId xmlns:a16="http://schemas.microsoft.com/office/drawing/2014/main" id="{114A8CFB-C35A-4FB7-A547-C4D7C16BCBE9}"/>
              </a:ext>
            </a:extLst>
          </p:cNvPr>
          <p:cNvSpPr>
            <a:spLocks xmlns:a="http://schemas.openxmlformats.org/drawingml/2006/main" noGrp="1"/>
          </p:cNvSpPr>
          <p:nvPr/>
        </p:nvSpPr>
        <p:spPr>
          <a:xfrm xmlns:a="http://schemas.openxmlformats.org/drawingml/2006/main">
            <a:off x="6172200" y="1504950"/>
            <a:ext cx="85725" cy="1076325"/>
          </a:xfrm>
          <a:prstGeom xmlns:a="http://schemas.openxmlformats.org/drawingml/2006/main" prst="rect">
            <a:avLst/>
          </a:prstGeom>
          <a:solidFill xmlns:a="http://schemas.openxmlformats.org/drawingml/2006/main">
            <a:srgbClr val="F29B38"/>
          </a:solidFill>
          <a:ln xmlns:a="http://schemas.openxmlformats.org/drawingml/2006/main" w="9525">
            <a:solidFill>
              <a:srgbClr val="F29B38"/>
            </a:solidFill>
          </a:ln>
        </p:spPr>
      </p:sp>
      <p:sp>
        <p:nvSpPr>
          <p:cNvPr id="12" name="">
            <a:extLst xmlns:a="http://schemas.openxmlformats.org/drawingml/2006/main">
              <a:ext uri="{FF2B5EF4-FFF2-40B4-BE49-F238E27FC236}">
                <a16:creationId xmlns:a16="http://schemas.microsoft.com/office/drawing/2014/main" id="{7DF297CB-701C-4C9B-A80B-31C63656A673}"/>
              </a:ext>
            </a:extLst>
          </p:cNvPr>
          <p:cNvSpPr>
            <a:spLocks xmlns:a="http://schemas.openxmlformats.org/drawingml/2006/main" noGrp="1"/>
          </p:cNvSpPr>
          <p:nvPr/>
        </p:nvSpPr>
        <p:spPr>
          <a:xfrm xmlns:a="http://schemas.openxmlformats.org/drawingml/2006/main">
            <a:off x="6419850" y="1666875"/>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F29B38"/>
                </a:solidFill>
                <a:latin typeface="Noto Sans CJK KR"/>
                <a:ea typeface="Noto Sans CJK KR"/>
                <a:cs typeface="Noto Sans CJK KR"/>
              </a:defRPr>
            </a:pPr>
            <a:r>
              <a:rPr sz="1350" b="1">
                <a:solidFill>
                  <a:srgbClr val="F29B38"/>
                </a:solidFill>
                <a:latin typeface="Noto Sans CJK KR"/>
                <a:ea typeface="Noto Sans CJK KR"/>
                <a:cs typeface="Noto Sans CJK KR"/>
              </a:rPr>
              <a:t>범위</a:t>
            </a:r>
          </a:p>
        </p:txBody>
      </p:sp>
      <p:sp>
        <p:nvSpPr>
          <p:cNvPr id="13" name="">
            <a:extLst xmlns:a="http://schemas.openxmlformats.org/drawingml/2006/main">
              <a:ext uri="{FF2B5EF4-FFF2-40B4-BE49-F238E27FC236}">
                <a16:creationId xmlns:a16="http://schemas.microsoft.com/office/drawing/2014/main" id="{D61A3029-7A5E-4E4F-B3AC-40C055E89A2E}"/>
              </a:ext>
            </a:extLst>
          </p:cNvPr>
          <p:cNvSpPr>
            <a:spLocks xmlns:a="http://schemas.openxmlformats.org/drawingml/2006/main" noGrp="1"/>
          </p:cNvSpPr>
          <p:nvPr/>
        </p:nvSpPr>
        <p:spPr>
          <a:xfrm xmlns:a="http://schemas.openxmlformats.org/drawingml/2006/main">
            <a:off x="7334250" y="1666875"/>
            <a:ext cx="40195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132238"/>
                </a:solidFill>
                <a:latin typeface="Noto Sans CJK KR"/>
                <a:ea typeface="Noto Sans CJK KR"/>
                <a:cs typeface="Noto Sans CJK KR"/>
              </a:defRPr>
            </a:pPr>
            <a:r>
              <a:rPr sz="1275" b="1">
                <a:solidFill>
                  <a:srgbClr val="132238"/>
                </a:solidFill>
                <a:latin typeface="Noto Sans CJK KR"/>
                <a:ea typeface="Noto Sans CJK KR"/>
                <a:cs typeface="Noto Sans CJK KR"/>
              </a:rPr>
              <a:t>금액·실적·인력 조건이 문서마다 다른 범위를 가짐</a:t>
            </a:r>
          </a:p>
        </p:txBody>
      </p:sp>
      <p:sp>
        <p:nvSpPr>
          <p:cNvPr id="14" name="">
            <a:extLst xmlns:a="http://schemas.openxmlformats.org/drawingml/2006/main">
              <a:ext uri="{FF2B5EF4-FFF2-40B4-BE49-F238E27FC236}">
                <a16:creationId xmlns:a16="http://schemas.microsoft.com/office/drawing/2014/main" id="{075CFE96-C54A-4542-85AD-74174F3D9FA9}"/>
              </a:ext>
            </a:extLst>
          </p:cNvPr>
          <p:cNvSpPr>
            <a:spLocks xmlns:a="http://schemas.openxmlformats.org/drawingml/2006/main" noGrp="1"/>
          </p:cNvSpPr>
          <p:nvPr/>
        </p:nvSpPr>
        <p:spPr>
          <a:xfrm xmlns:a="http://schemas.openxmlformats.org/drawingml/2006/main">
            <a:off x="514350" y="2809875"/>
            <a:ext cx="5429250" cy="1076325"/>
          </a:xfrm>
          <a:prstGeom xmlns:a="http://schemas.openxmlformats.org/drawingml/2006/main" prst="roundRect">
            <a:avLst>
              <a:gd name="adj" fmla="val 7080"/>
            </a:avLst>
          </a:prstGeom>
          <a:solidFill xmlns:a="http://schemas.openxmlformats.org/drawingml/2006/main">
            <a:srgbClr val="FFFFFF"/>
          </a:solidFill>
          <a:ln xmlns:a="http://schemas.openxmlformats.org/drawingml/2006/main" w="9525">
            <a:solidFill>
              <a:srgbClr val="CFD9E6"/>
            </a:solidFill>
          </a:ln>
        </p:spPr>
      </p:sp>
      <p:sp>
        <p:nvSpPr>
          <p:cNvPr id="15" name="">
            <a:extLst xmlns:a="http://schemas.openxmlformats.org/drawingml/2006/main">
              <a:ext uri="{FF2B5EF4-FFF2-40B4-BE49-F238E27FC236}">
                <a16:creationId xmlns:a16="http://schemas.microsoft.com/office/drawing/2014/main" id="{27A234F5-53F4-44E9-95B4-362E7FF98220}"/>
              </a:ext>
            </a:extLst>
          </p:cNvPr>
          <p:cNvSpPr>
            <a:spLocks xmlns:a="http://schemas.openxmlformats.org/drawingml/2006/main" noGrp="1"/>
          </p:cNvSpPr>
          <p:nvPr/>
        </p:nvSpPr>
        <p:spPr>
          <a:xfrm xmlns:a="http://schemas.openxmlformats.org/drawingml/2006/main">
            <a:off x="514350" y="2809875"/>
            <a:ext cx="85725" cy="1076325"/>
          </a:xfrm>
          <a:prstGeom xmlns:a="http://schemas.openxmlformats.org/drawingml/2006/main" prst="rect">
            <a:avLst/>
          </a:prstGeom>
          <a:solidFill xmlns:a="http://schemas.openxmlformats.org/drawingml/2006/main">
            <a:srgbClr val="7657C8"/>
          </a:solidFill>
          <a:ln xmlns:a="http://schemas.openxmlformats.org/drawingml/2006/main" w="9525">
            <a:solidFill>
              <a:srgbClr val="7657C8"/>
            </a:solidFill>
          </a:ln>
        </p:spPr>
      </p:sp>
      <p:sp>
        <p:nvSpPr>
          <p:cNvPr id="16" name="">
            <a:extLst xmlns:a="http://schemas.openxmlformats.org/drawingml/2006/main">
              <a:ext uri="{FF2B5EF4-FFF2-40B4-BE49-F238E27FC236}">
                <a16:creationId xmlns:a16="http://schemas.microsoft.com/office/drawing/2014/main" id="{93B9D392-4356-4BC7-8C30-238A7B6C0A79}"/>
              </a:ext>
            </a:extLst>
          </p:cNvPr>
          <p:cNvSpPr>
            <a:spLocks xmlns:a="http://schemas.openxmlformats.org/drawingml/2006/main" noGrp="1"/>
          </p:cNvSpPr>
          <p:nvPr/>
        </p:nvSpPr>
        <p:spPr>
          <a:xfrm xmlns:a="http://schemas.openxmlformats.org/drawingml/2006/main">
            <a:off x="762000" y="297180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7657C8"/>
                </a:solidFill>
                <a:latin typeface="Noto Sans CJK KR"/>
                <a:ea typeface="Noto Sans CJK KR"/>
                <a:cs typeface="Noto Sans CJK KR"/>
              </a:defRPr>
            </a:pPr>
            <a:r>
              <a:rPr sz="1350" b="1">
                <a:solidFill>
                  <a:srgbClr val="7657C8"/>
                </a:solidFill>
                <a:latin typeface="Noto Sans CJK KR"/>
                <a:ea typeface="Noto Sans CJK KR"/>
                <a:cs typeface="Noto Sans CJK KR"/>
              </a:rPr>
              <a:t>충돌</a:t>
            </a:r>
          </a:p>
        </p:txBody>
      </p:sp>
      <p:sp>
        <p:nvSpPr>
          <p:cNvPr id="17" name="">
            <a:extLst xmlns:a="http://schemas.openxmlformats.org/drawingml/2006/main">
              <a:ext uri="{FF2B5EF4-FFF2-40B4-BE49-F238E27FC236}">
                <a16:creationId xmlns:a16="http://schemas.microsoft.com/office/drawing/2014/main" id="{891AAEB7-2658-400B-8E37-0F5E9659EC2D}"/>
              </a:ext>
            </a:extLst>
          </p:cNvPr>
          <p:cNvSpPr>
            <a:spLocks xmlns:a="http://schemas.openxmlformats.org/drawingml/2006/main" noGrp="1"/>
          </p:cNvSpPr>
          <p:nvPr/>
        </p:nvSpPr>
        <p:spPr>
          <a:xfrm xmlns:a="http://schemas.openxmlformats.org/drawingml/2006/main">
            <a:off x="1676400" y="2971800"/>
            <a:ext cx="40195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132238"/>
                </a:solidFill>
                <a:latin typeface="Noto Sans CJK KR"/>
                <a:ea typeface="Noto Sans CJK KR"/>
                <a:cs typeface="Noto Sans CJK KR"/>
              </a:defRPr>
            </a:pPr>
            <a:r>
              <a:rPr sz="1275" b="1">
                <a:solidFill>
                  <a:srgbClr val="132238"/>
                </a:solidFill>
                <a:latin typeface="Noto Sans CJK KR"/>
                <a:ea typeface="Noto Sans CJK KR"/>
                <a:cs typeface="Noto Sans CJK KR"/>
              </a:rPr>
              <a:t>공고문과 RFP의 공동수급·사업기간 표현이 병존</a:t>
            </a:r>
          </a:p>
        </p:txBody>
      </p:sp>
      <p:sp>
        <p:nvSpPr>
          <p:cNvPr id="18" name="">
            <a:extLst xmlns:a="http://schemas.openxmlformats.org/drawingml/2006/main">
              <a:ext uri="{FF2B5EF4-FFF2-40B4-BE49-F238E27FC236}">
                <a16:creationId xmlns:a16="http://schemas.microsoft.com/office/drawing/2014/main" id="{61915AE2-F814-4595-B7DC-A4D09846FAEB}"/>
              </a:ext>
            </a:extLst>
          </p:cNvPr>
          <p:cNvSpPr>
            <a:spLocks xmlns:a="http://schemas.openxmlformats.org/drawingml/2006/main" noGrp="1"/>
          </p:cNvSpPr>
          <p:nvPr/>
        </p:nvSpPr>
        <p:spPr>
          <a:xfrm xmlns:a="http://schemas.openxmlformats.org/drawingml/2006/main">
            <a:off x="6172200" y="2809875"/>
            <a:ext cx="5429250" cy="1076325"/>
          </a:xfrm>
          <a:prstGeom xmlns:a="http://schemas.openxmlformats.org/drawingml/2006/main" prst="roundRect">
            <a:avLst>
              <a:gd name="adj" fmla="val 7080"/>
            </a:avLst>
          </a:prstGeom>
          <a:solidFill xmlns:a="http://schemas.openxmlformats.org/drawingml/2006/main">
            <a:srgbClr val="FFFFFF"/>
          </a:solidFill>
          <a:ln xmlns:a="http://schemas.openxmlformats.org/drawingml/2006/main" w="9525">
            <a:solidFill>
              <a:srgbClr val="CFD9E6"/>
            </a:solidFill>
          </a:ln>
        </p:spPr>
      </p:sp>
      <p:sp>
        <p:nvSpPr>
          <p:cNvPr id="19" name="">
            <a:extLst xmlns:a="http://schemas.openxmlformats.org/drawingml/2006/main">
              <a:ext uri="{FF2B5EF4-FFF2-40B4-BE49-F238E27FC236}">
                <a16:creationId xmlns:a16="http://schemas.microsoft.com/office/drawing/2014/main" id="{41615011-3CD3-443D-B706-95A87C24003A}"/>
              </a:ext>
            </a:extLst>
          </p:cNvPr>
          <p:cNvSpPr>
            <a:spLocks xmlns:a="http://schemas.openxmlformats.org/drawingml/2006/main" noGrp="1"/>
          </p:cNvSpPr>
          <p:nvPr/>
        </p:nvSpPr>
        <p:spPr>
          <a:xfrm xmlns:a="http://schemas.openxmlformats.org/drawingml/2006/main">
            <a:off x="6172200" y="2809875"/>
            <a:ext cx="85725" cy="1076325"/>
          </a:xfrm>
          <a:prstGeom xmlns:a="http://schemas.openxmlformats.org/drawingml/2006/main" prst="rect">
            <a:avLst/>
          </a:prstGeom>
          <a:solidFill xmlns:a="http://schemas.openxmlformats.org/drawingml/2006/main">
            <a:srgbClr val="2F6BFF"/>
          </a:solidFill>
          <a:ln xmlns:a="http://schemas.openxmlformats.org/drawingml/2006/main" w="9525">
            <a:solidFill>
              <a:srgbClr val="2F6BFF"/>
            </a:solidFill>
          </a:ln>
        </p:spPr>
      </p:sp>
      <p:sp>
        <p:nvSpPr>
          <p:cNvPr id="20" name="">
            <a:extLst xmlns:a="http://schemas.openxmlformats.org/drawingml/2006/main">
              <a:ext uri="{FF2B5EF4-FFF2-40B4-BE49-F238E27FC236}">
                <a16:creationId xmlns:a16="http://schemas.microsoft.com/office/drawing/2014/main" id="{FE8B907F-3E9F-404E-AFCD-FD4F9617B8CF}"/>
              </a:ext>
            </a:extLst>
          </p:cNvPr>
          <p:cNvSpPr>
            <a:spLocks xmlns:a="http://schemas.openxmlformats.org/drawingml/2006/main" noGrp="1"/>
          </p:cNvSpPr>
          <p:nvPr/>
        </p:nvSpPr>
        <p:spPr>
          <a:xfrm xmlns:a="http://schemas.openxmlformats.org/drawingml/2006/main">
            <a:off x="6419850" y="297180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2F6BFF"/>
                </a:solidFill>
                <a:latin typeface="Noto Sans CJK KR"/>
                <a:ea typeface="Noto Sans CJK KR"/>
                <a:cs typeface="Noto Sans CJK KR"/>
              </a:defRPr>
            </a:pPr>
            <a:r>
              <a:rPr sz="1350" b="1">
                <a:solidFill>
                  <a:srgbClr val="2F6BFF"/>
                </a:solidFill>
                <a:latin typeface="Noto Sans CJK KR"/>
                <a:ea typeface="Noto Sans CJK KR"/>
                <a:cs typeface="Noto Sans CJK KR"/>
              </a:rPr>
              <a:t>증빙</a:t>
            </a:r>
          </a:p>
        </p:txBody>
      </p:sp>
      <p:sp>
        <p:nvSpPr>
          <p:cNvPr id="21" name="">
            <a:extLst xmlns:a="http://schemas.openxmlformats.org/drawingml/2006/main">
              <a:ext uri="{FF2B5EF4-FFF2-40B4-BE49-F238E27FC236}">
                <a16:creationId xmlns:a16="http://schemas.microsoft.com/office/drawing/2014/main" id="{A3AE4522-0A87-40AC-A2E5-1269E2417568}"/>
              </a:ext>
            </a:extLst>
          </p:cNvPr>
          <p:cNvSpPr>
            <a:spLocks xmlns:a="http://schemas.openxmlformats.org/drawingml/2006/main" noGrp="1"/>
          </p:cNvSpPr>
          <p:nvPr/>
        </p:nvSpPr>
        <p:spPr>
          <a:xfrm xmlns:a="http://schemas.openxmlformats.org/drawingml/2006/main">
            <a:off x="7334250" y="2971800"/>
            <a:ext cx="40195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132238"/>
                </a:solidFill>
                <a:latin typeface="Noto Sans CJK KR"/>
                <a:ea typeface="Noto Sans CJK KR"/>
                <a:cs typeface="Noto Sans CJK KR"/>
              </a:defRPr>
            </a:pPr>
            <a:r>
              <a:rPr sz="1275" b="1">
                <a:solidFill>
                  <a:srgbClr val="132238"/>
                </a:solidFill>
                <a:latin typeface="Noto Sans CJK KR"/>
                <a:ea typeface="Noto Sans CJK KR"/>
                <a:cs typeface="Noto Sans CJK KR"/>
              </a:rPr>
              <a:t>회사 실적 금액이 있어도 증빙이 missing이면 확정 불가</a:t>
            </a:r>
          </a:p>
        </p:txBody>
      </p:sp>
      <p:sp>
        <p:nvSpPr>
          <p:cNvPr id="22" name="">
            <a:extLst xmlns:a="http://schemas.openxmlformats.org/drawingml/2006/main">
              <a:ext uri="{FF2B5EF4-FFF2-40B4-BE49-F238E27FC236}">
                <a16:creationId xmlns:a16="http://schemas.microsoft.com/office/drawing/2014/main" id="{E6A573AF-D2D5-484B-B5AC-56AF6A247975}"/>
              </a:ext>
            </a:extLst>
          </p:cNvPr>
          <p:cNvSpPr>
            <a:spLocks xmlns:a="http://schemas.openxmlformats.org/drawingml/2006/main" noGrp="1"/>
          </p:cNvSpPr>
          <p:nvPr/>
        </p:nvSpPr>
        <p:spPr>
          <a:xfrm xmlns:a="http://schemas.openxmlformats.org/drawingml/2006/main">
            <a:off x="514350" y="4114800"/>
            <a:ext cx="5429250" cy="1076325"/>
          </a:xfrm>
          <a:prstGeom xmlns:a="http://schemas.openxmlformats.org/drawingml/2006/main" prst="roundRect">
            <a:avLst>
              <a:gd name="adj" fmla="val 7080"/>
            </a:avLst>
          </a:prstGeom>
          <a:solidFill xmlns:a="http://schemas.openxmlformats.org/drawingml/2006/main">
            <a:srgbClr val="FFFFFF"/>
          </a:solidFill>
          <a:ln xmlns:a="http://schemas.openxmlformats.org/drawingml/2006/main" w="9525">
            <a:solidFill>
              <a:srgbClr val="CFD9E6"/>
            </a:solidFill>
          </a:ln>
        </p:spPr>
      </p:sp>
      <p:sp>
        <p:nvSpPr>
          <p:cNvPr id="23" name="">
            <a:extLst xmlns:a="http://schemas.openxmlformats.org/drawingml/2006/main">
              <a:ext uri="{FF2B5EF4-FFF2-40B4-BE49-F238E27FC236}">
                <a16:creationId xmlns:a16="http://schemas.microsoft.com/office/drawing/2014/main" id="{90263989-4660-48CE-AAE7-E3581052343A}"/>
              </a:ext>
            </a:extLst>
          </p:cNvPr>
          <p:cNvSpPr>
            <a:spLocks xmlns:a="http://schemas.openxmlformats.org/drawingml/2006/main" noGrp="1"/>
          </p:cNvSpPr>
          <p:nvPr/>
        </p:nvSpPr>
        <p:spPr>
          <a:xfrm xmlns:a="http://schemas.openxmlformats.org/drawingml/2006/main">
            <a:off x="514350" y="4114800"/>
            <a:ext cx="85725" cy="1076325"/>
          </a:xfrm>
          <a:prstGeom xmlns:a="http://schemas.openxmlformats.org/drawingml/2006/main" prst="rect">
            <a:avLst/>
          </a:prstGeom>
          <a:solidFill xmlns:a="http://schemas.openxmlformats.org/drawingml/2006/main">
            <a:srgbClr val="119C8B"/>
          </a:solidFill>
          <a:ln xmlns:a="http://schemas.openxmlformats.org/drawingml/2006/main" w="9525">
            <a:solidFill>
              <a:srgbClr val="119C8B"/>
            </a:solidFill>
          </a:ln>
        </p:spPr>
      </p:sp>
      <p:sp>
        <p:nvSpPr>
          <p:cNvPr id="24" name="">
            <a:extLst xmlns:a="http://schemas.openxmlformats.org/drawingml/2006/main">
              <a:ext uri="{FF2B5EF4-FFF2-40B4-BE49-F238E27FC236}">
                <a16:creationId xmlns:a16="http://schemas.microsoft.com/office/drawing/2014/main" id="{30D11DDA-9BE0-4636-B266-422FEDF2C9AD}"/>
              </a:ext>
            </a:extLst>
          </p:cNvPr>
          <p:cNvSpPr>
            <a:spLocks xmlns:a="http://schemas.openxmlformats.org/drawingml/2006/main" noGrp="1"/>
          </p:cNvSpPr>
          <p:nvPr/>
        </p:nvSpPr>
        <p:spPr>
          <a:xfrm xmlns:a="http://schemas.openxmlformats.org/drawingml/2006/main">
            <a:off x="762000" y="4276725"/>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19C8B"/>
                </a:solidFill>
                <a:latin typeface="Noto Sans CJK KR"/>
                <a:ea typeface="Noto Sans CJK KR"/>
                <a:cs typeface="Noto Sans CJK KR"/>
              </a:defRPr>
            </a:pPr>
            <a:r>
              <a:rPr sz="1350" b="1">
                <a:solidFill>
                  <a:srgbClr val="119C8B"/>
                </a:solidFill>
                <a:latin typeface="Noto Sans CJK KR"/>
                <a:ea typeface="Noto Sans CJK KR"/>
                <a:cs typeface="Noto Sans CJK KR"/>
              </a:rPr>
              <a:t>권한</a:t>
            </a:r>
          </a:p>
        </p:txBody>
      </p:sp>
      <p:sp>
        <p:nvSpPr>
          <p:cNvPr id="25" name="">
            <a:extLst xmlns:a="http://schemas.openxmlformats.org/drawingml/2006/main">
              <a:ext uri="{FF2B5EF4-FFF2-40B4-BE49-F238E27FC236}">
                <a16:creationId xmlns:a16="http://schemas.microsoft.com/office/drawing/2014/main" id="{D2D4684B-7134-4E4A-9429-09F37CB8D289}"/>
              </a:ext>
            </a:extLst>
          </p:cNvPr>
          <p:cNvSpPr>
            <a:spLocks xmlns:a="http://schemas.openxmlformats.org/drawingml/2006/main" noGrp="1"/>
          </p:cNvSpPr>
          <p:nvPr/>
        </p:nvSpPr>
        <p:spPr>
          <a:xfrm xmlns:a="http://schemas.openxmlformats.org/drawingml/2006/main">
            <a:off x="1676400" y="4276725"/>
            <a:ext cx="40195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132238"/>
                </a:solidFill>
                <a:latin typeface="Noto Sans CJK KR"/>
                <a:ea typeface="Noto Sans CJK KR"/>
                <a:cs typeface="Noto Sans CJK KR"/>
              </a:defRPr>
            </a:pPr>
            <a:r>
              <a:rPr sz="1275" b="1">
                <a:solidFill>
                  <a:srgbClr val="132238"/>
                </a:solidFill>
                <a:latin typeface="Noto Sans CJK KR"/>
                <a:ea typeface="Noto Sans CJK KR"/>
                <a:cs typeface="Noto Sans CJK KR"/>
              </a:rPr>
              <a:t>공개 공고와 원가·마진 자료의 공개 범위가 다름</a:t>
            </a:r>
          </a:p>
        </p:txBody>
      </p:sp>
      <p:sp>
        <p:nvSpPr>
          <p:cNvPr id="26" name="">
            <a:extLst xmlns:a="http://schemas.openxmlformats.org/drawingml/2006/main">
              <a:ext uri="{FF2B5EF4-FFF2-40B4-BE49-F238E27FC236}">
                <a16:creationId xmlns:a16="http://schemas.microsoft.com/office/drawing/2014/main" id="{6202FC56-22CE-4D9B-838D-CE6240ED5669}"/>
              </a:ext>
            </a:extLst>
          </p:cNvPr>
          <p:cNvSpPr>
            <a:spLocks xmlns:a="http://schemas.openxmlformats.org/drawingml/2006/main" noGrp="1"/>
          </p:cNvSpPr>
          <p:nvPr/>
        </p:nvSpPr>
        <p:spPr>
          <a:xfrm xmlns:a="http://schemas.openxmlformats.org/drawingml/2006/main">
            <a:off x="6172200" y="4114800"/>
            <a:ext cx="5429250" cy="1076325"/>
          </a:xfrm>
          <a:prstGeom xmlns:a="http://schemas.openxmlformats.org/drawingml/2006/main" prst="roundRect">
            <a:avLst>
              <a:gd name="adj" fmla="val 7080"/>
            </a:avLst>
          </a:prstGeom>
          <a:solidFill xmlns:a="http://schemas.openxmlformats.org/drawingml/2006/main">
            <a:srgbClr val="FFFFFF"/>
          </a:solidFill>
          <a:ln xmlns:a="http://schemas.openxmlformats.org/drawingml/2006/main" w="9525">
            <a:solidFill>
              <a:srgbClr val="CFD9E6"/>
            </a:solidFill>
          </a:ln>
        </p:spPr>
      </p:sp>
      <p:sp>
        <p:nvSpPr>
          <p:cNvPr id="27" name="">
            <a:extLst xmlns:a="http://schemas.openxmlformats.org/drawingml/2006/main">
              <a:ext uri="{FF2B5EF4-FFF2-40B4-BE49-F238E27FC236}">
                <a16:creationId xmlns:a16="http://schemas.microsoft.com/office/drawing/2014/main" id="{41344D5F-395A-4759-B0BA-6BD0751331E8}"/>
              </a:ext>
            </a:extLst>
          </p:cNvPr>
          <p:cNvSpPr>
            <a:spLocks xmlns:a="http://schemas.openxmlformats.org/drawingml/2006/main" noGrp="1"/>
          </p:cNvSpPr>
          <p:nvPr/>
        </p:nvSpPr>
        <p:spPr>
          <a:xfrm xmlns:a="http://schemas.openxmlformats.org/drawingml/2006/main">
            <a:off x="6172200" y="4114800"/>
            <a:ext cx="85725" cy="1076325"/>
          </a:xfrm>
          <a:prstGeom xmlns:a="http://schemas.openxmlformats.org/drawingml/2006/main" prst="rect">
            <a:avLst/>
          </a:prstGeom>
          <a:solidFill xmlns:a="http://schemas.openxmlformats.org/drawingml/2006/main">
            <a:srgbClr val="D9564A"/>
          </a:solidFill>
          <a:ln xmlns:a="http://schemas.openxmlformats.org/drawingml/2006/main" w="9525">
            <a:solidFill>
              <a:srgbClr val="D9564A"/>
            </a:solidFill>
          </a:ln>
        </p:spPr>
      </p:sp>
      <p:sp>
        <p:nvSpPr>
          <p:cNvPr id="28" name="">
            <a:extLst xmlns:a="http://schemas.openxmlformats.org/drawingml/2006/main">
              <a:ext uri="{FF2B5EF4-FFF2-40B4-BE49-F238E27FC236}">
                <a16:creationId xmlns:a16="http://schemas.microsoft.com/office/drawing/2014/main" id="{BCCF4314-11E9-4984-8BF2-47004FD57383}"/>
              </a:ext>
            </a:extLst>
          </p:cNvPr>
          <p:cNvSpPr>
            <a:spLocks xmlns:a="http://schemas.openxmlformats.org/drawingml/2006/main" noGrp="1"/>
          </p:cNvSpPr>
          <p:nvPr/>
        </p:nvSpPr>
        <p:spPr>
          <a:xfrm xmlns:a="http://schemas.openxmlformats.org/drawingml/2006/main">
            <a:off x="6419850" y="4276725"/>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D9564A"/>
                </a:solidFill>
                <a:latin typeface="Noto Sans CJK KR"/>
                <a:ea typeface="Noto Sans CJK KR"/>
                <a:cs typeface="Noto Sans CJK KR"/>
              </a:defRPr>
            </a:pPr>
            <a:r>
              <a:rPr sz="1350" b="1">
                <a:solidFill>
                  <a:srgbClr val="D9564A"/>
                </a:solidFill>
                <a:latin typeface="Noto Sans CJK KR"/>
                <a:ea typeface="Noto Sans CJK KR"/>
                <a:cs typeface="Noto Sans CJK KR"/>
              </a:rPr>
              <a:t>답변</a:t>
            </a:r>
          </a:p>
        </p:txBody>
      </p:sp>
      <p:sp>
        <p:nvSpPr>
          <p:cNvPr id="29" name="">
            <a:extLst xmlns:a="http://schemas.openxmlformats.org/drawingml/2006/main">
              <a:ext uri="{FF2B5EF4-FFF2-40B4-BE49-F238E27FC236}">
                <a16:creationId xmlns:a16="http://schemas.microsoft.com/office/drawing/2014/main" id="{BE2447B5-3AF4-43A6-BCDA-2DF1824F9575}"/>
              </a:ext>
            </a:extLst>
          </p:cNvPr>
          <p:cNvSpPr>
            <a:spLocks xmlns:a="http://schemas.openxmlformats.org/drawingml/2006/main" noGrp="1"/>
          </p:cNvSpPr>
          <p:nvPr/>
        </p:nvSpPr>
        <p:spPr>
          <a:xfrm xmlns:a="http://schemas.openxmlformats.org/drawingml/2006/main">
            <a:off x="7334250" y="4276725"/>
            <a:ext cx="40195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132238"/>
                </a:solidFill>
                <a:latin typeface="Noto Sans CJK KR"/>
                <a:ea typeface="Noto Sans CJK KR"/>
                <a:cs typeface="Noto Sans CJK KR"/>
              </a:defRPr>
            </a:pPr>
            <a:r>
              <a:rPr sz="1275" b="1">
                <a:solidFill>
                  <a:srgbClr val="132238"/>
                </a:solidFill>
                <a:latin typeface="Noto Sans CJK KR"/>
                <a:ea typeface="Noto Sans CJK KR"/>
                <a:cs typeface="Noto Sans CJK KR"/>
              </a:rPr>
              <a:t>근거가 있어도 모델이 숫자·주체·예외를 바꿀 수 있음</a:t>
            </a:r>
          </a:p>
        </p:txBody>
      </p:sp>
      <p:sp>
        <p:nvSpPr>
          <p:cNvPr id="30" name="">
            <a:extLst xmlns:a="http://schemas.openxmlformats.org/drawingml/2006/main">
              <a:ext uri="{FF2B5EF4-FFF2-40B4-BE49-F238E27FC236}">
                <a16:creationId xmlns:a16="http://schemas.microsoft.com/office/drawing/2014/main" id="{FF6A51C6-A828-4388-B7CF-4F8DC993392D}"/>
              </a:ext>
            </a:extLst>
          </p:cNvPr>
          <p:cNvSpPr>
            <a:spLocks xmlns:a="http://schemas.openxmlformats.org/drawingml/2006/main" noGrp="1"/>
          </p:cNvSpPr>
          <p:nvPr/>
        </p:nvSpPr>
        <p:spPr>
          <a:xfrm xmlns:a="http://schemas.openxmlformats.org/drawingml/2006/main">
            <a:off x="514350" y="5753100"/>
            <a:ext cx="11163300" cy="447675"/>
          </a:xfrm>
          <a:prstGeom xmlns:a="http://schemas.openxmlformats.org/drawingml/2006/main" prst="roundRect">
            <a:avLst>
              <a:gd name="adj" fmla="val 17021"/>
            </a:avLst>
          </a:prstGeom>
          <a:solidFill xmlns:a="http://schemas.openxmlformats.org/drawingml/2006/main">
            <a:srgbClr val="183B5B"/>
          </a:solidFill>
          <a:ln xmlns:a="http://schemas.openxmlformats.org/drawingml/2006/main" w="9525">
            <a:solidFill>
              <a:srgbClr val="183B5B"/>
            </a:solidFill>
          </a:ln>
        </p:spPr>
      </p:sp>
      <p:sp>
        <p:nvSpPr>
          <p:cNvPr id="31" name="">
            <a:extLst xmlns:a="http://schemas.openxmlformats.org/drawingml/2006/main">
              <a:ext uri="{FF2B5EF4-FFF2-40B4-BE49-F238E27FC236}">
                <a16:creationId xmlns:a16="http://schemas.microsoft.com/office/drawing/2014/main" id="{F94976DA-E30D-41E2-8298-8A791A84734C}"/>
              </a:ext>
            </a:extLst>
          </p:cNvPr>
          <p:cNvSpPr>
            <a:spLocks xmlns:a="http://schemas.openxmlformats.org/drawingml/2006/main" noGrp="1"/>
          </p:cNvSpPr>
          <p:nvPr/>
        </p:nvSpPr>
        <p:spPr>
          <a:xfrm xmlns:a="http://schemas.openxmlformats.org/drawingml/2006/main">
            <a:off x="685800" y="58674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FFFFFF"/>
                </a:solidFill>
                <a:latin typeface="Noto Sans CJK KR"/>
                <a:ea typeface="Noto Sans CJK KR"/>
                <a:cs typeface="Noto Sans CJK KR"/>
              </a:defRPr>
            </a:pPr>
            <a:r>
              <a:rPr sz="1350" b="1">
                <a:solidFill>
                  <a:srgbClr val="FFFFFF"/>
                </a:solidFill>
                <a:latin typeface="Noto Sans CJK KR"/>
                <a:ea typeface="Noto Sans CJK KR"/>
                <a:cs typeface="Noto Sans CJK KR"/>
              </a:rPr>
              <a:t>ASTRA는 검색 결과가 아니라 “권한이 적용된 근거 + 답변 + 검증 상태”를 하나의 단위로 다룬다</a:t>
            </a:r>
          </a:p>
        </p:txBody>
      </p:sp>
      <p:sp>
        <p:nvSpPr>
          <p:cNvPr id="32" name="">
            <a:extLst xmlns:a="http://schemas.openxmlformats.org/drawingml/2006/main">
              <a:ext uri="{FF2B5EF4-FFF2-40B4-BE49-F238E27FC236}">
                <a16:creationId xmlns:a16="http://schemas.microsoft.com/office/drawing/2014/main" id="{4F1F56BD-93ED-475C-A219-98956B3EFBE4}"/>
              </a:ext>
            </a:extLst>
          </p:cNvPr>
          <p:cNvSpPr>
            <a:spLocks xmlns:a="http://schemas.openxmlformats.org/drawingml/2006/main" noGrp="1"/>
          </p:cNvSpPr>
          <p:nvPr/>
        </p:nvSpPr>
        <p:spPr>
          <a:xfrm xmlns:a="http://schemas.openxmlformats.org/drawingml/2006/main">
            <a:off x="514350" y="6353175"/>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33" name="">
            <a:extLst xmlns:a="http://schemas.openxmlformats.org/drawingml/2006/main">
              <a:ext uri="{FF2B5EF4-FFF2-40B4-BE49-F238E27FC236}">
                <a16:creationId xmlns:a16="http://schemas.microsoft.com/office/drawing/2014/main" id="{49CED471-A2B6-458C-B898-37ED64911BB7}"/>
              </a:ext>
            </a:extLst>
          </p:cNvPr>
          <p:cNvSpPr>
            <a:spLocks xmlns:a="http://schemas.openxmlformats.org/drawingml/2006/main" noGrp="1"/>
          </p:cNvSpPr>
          <p:nvPr/>
        </p:nvSpPr>
        <p:spPr>
          <a:xfrm xmlns:a="http://schemas.openxmlformats.org/drawingml/2006/main">
            <a:off x="533400" y="6457950"/>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0">
                <a:solidFill>
                  <a:srgbClr val="52657A"/>
                </a:solidFill>
                <a:latin typeface="Noto Sans CJK KR"/>
                <a:ea typeface="Noto Sans CJK KR"/>
                <a:cs typeface="Noto Sans CJK KR"/>
              </a:defRPr>
            </a:pPr>
            <a:r>
              <a:rPr sz="825" b="0">
                <a:solidFill>
                  <a:srgbClr val="52657A"/>
                </a:solidFill>
                <a:latin typeface="Noto Sans CJK KR"/>
                <a:ea typeface="Noto Sans CJK KR"/>
                <a:cs typeface="Noto Sans CJK KR"/>
              </a:rPr>
              <a:t>공식 사례와 51건 원문대조에서 확인한 범위만 사용</a:t>
            </a:r>
          </a:p>
        </p:txBody>
      </p:sp>
      <p:sp>
        <p:nvSpPr>
          <p:cNvPr id="34" name="">
            <a:extLst xmlns:a="http://schemas.openxmlformats.org/drawingml/2006/main">
              <a:ext uri="{FF2B5EF4-FFF2-40B4-BE49-F238E27FC236}">
                <a16:creationId xmlns:a16="http://schemas.microsoft.com/office/drawing/2014/main" id="{04354F08-BBCF-4457-A196-D2014F62F627}"/>
              </a:ext>
            </a:extLst>
          </p:cNvPr>
          <p:cNvSpPr>
            <a:spLocks xmlns:a="http://schemas.openxmlformats.org/drawingml/2006/main" noGrp="1"/>
          </p:cNvSpPr>
          <p:nvPr/>
        </p:nvSpPr>
        <p:spPr>
          <a:xfrm xmlns:a="http://schemas.openxmlformats.org/drawingml/2006/main">
            <a:off x="10001250" y="6457950"/>
            <a:ext cx="1676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1">
                <a:solidFill>
                  <a:srgbClr val="183B5B"/>
                </a:solidFill>
                <a:latin typeface="Noto Sans CJK KR"/>
                <a:ea typeface="Noto Sans CJK KR"/>
                <a:cs typeface="Noto Sans CJK KR"/>
              </a:defRPr>
            </a:pPr>
            <a:r>
              <a:rPr sz="825" b="1">
                <a:solidFill>
                  <a:srgbClr val="183B5B"/>
                </a:solidFill>
                <a:latin typeface="Noto Sans CJK KR"/>
                <a:ea typeface="Noto Sans CJK KR"/>
                <a:cs typeface="Noto Sans CJK KR"/>
              </a:rPr>
              <a:t>ASTRA · ko-LettuceDetect</a:t>
            </a:r>
          </a:p>
        </p:txBody>
      </p:sp>
    </p:spTree>
    <p:extLst>
      <p:ext uri="{BB962C8B-B14F-4D97-AF65-F5344CB8AC3E}">
        <p14:creationId xmlns:p14="http://schemas.microsoft.com/office/powerpoint/2010/main" val="1528148111"/>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CA38F7F-351D-4D10-AA58-DD08AD5879DC}"/>
              </a:ext>
            </a:extLst>
          </p:cNvPr>
          <p:cNvSpPr>
            <a:spLocks xmlns:a="http://schemas.openxmlformats.org/drawingml/2006/main" noGrp="1"/>
          </p:cNvSpPr>
          <p:nvPr/>
        </p:nvSpPr>
        <p:spPr>
          <a:xfrm xmlns:a="http://schemas.openxmlformats.org/drawingml/2006/main">
            <a:off x="5143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119C8B"/>
                </a:solidFill>
                <a:latin typeface="Noto Sans CJK KR"/>
                <a:ea typeface="Noto Sans CJK KR"/>
                <a:cs typeface="Noto Sans CJK KR"/>
              </a:defRPr>
            </a:pPr>
            <a:r>
              <a:rPr sz="975" b="1">
                <a:solidFill>
                  <a:srgbClr val="119C8B"/>
                </a:solidFill>
                <a:latin typeface="Noto Sans CJK KR"/>
                <a:ea typeface="Noto Sans CJK KR"/>
                <a:cs typeface="Noto Sans CJK KR"/>
              </a:rPr>
              <a:t>문제 정의</a:t>
            </a:r>
          </a:p>
        </p:txBody>
      </p:sp>
      <p:sp>
        <p:nvSpPr>
          <p:cNvPr id="2" name="">
            <a:extLst xmlns:a="http://schemas.openxmlformats.org/drawingml/2006/main">
              <a:ext uri="{FF2B5EF4-FFF2-40B4-BE49-F238E27FC236}">
                <a16:creationId xmlns:a16="http://schemas.microsoft.com/office/drawing/2014/main" id="{2F614F34-8E17-43A0-A355-22B91ED336E5}"/>
              </a:ext>
            </a:extLst>
          </p:cNvPr>
          <p:cNvSpPr>
            <a:spLocks xmlns:a="http://schemas.openxmlformats.org/drawingml/2006/main" noGrp="1"/>
          </p:cNvSpPr>
          <p:nvPr/>
        </p:nvSpPr>
        <p:spPr>
          <a:xfrm xmlns:a="http://schemas.openxmlformats.org/drawingml/2006/main">
            <a:off x="514350" y="457200"/>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132238"/>
                </a:solidFill>
                <a:latin typeface="Noto Sans CJK KR"/>
                <a:ea typeface="Noto Sans CJK KR"/>
                <a:cs typeface="Noto Sans CJK KR"/>
              </a:defRPr>
            </a:pPr>
            <a:r>
              <a:rPr sz="2325" b="1">
                <a:solidFill>
                  <a:srgbClr val="132238"/>
                </a:solidFill>
                <a:latin typeface="Noto Sans CJK KR"/>
                <a:ea typeface="Noto Sans CJK KR"/>
                <a:cs typeface="Noto Sans CJK KR"/>
              </a:rPr>
              <a:t>실제 문서에서는 “정답 하나”가 바로 나오지 않는다</a:t>
            </a:r>
          </a:p>
        </p:txBody>
      </p:sp>
      <p:sp>
        <p:nvSpPr>
          <p:cNvPr id="3" name="">
            <a:extLst xmlns:a="http://schemas.openxmlformats.org/drawingml/2006/main">
              <a:ext uri="{FF2B5EF4-FFF2-40B4-BE49-F238E27FC236}">
                <a16:creationId xmlns:a16="http://schemas.microsoft.com/office/drawing/2014/main" id="{B0471198-5C9B-41D5-BEE8-AEC585ECAA56}"/>
              </a:ext>
            </a:extLst>
          </p:cNvPr>
          <p:cNvSpPr>
            <a:spLocks xmlns:a="http://schemas.openxmlformats.org/drawingml/2006/main" noGrp="1"/>
          </p:cNvSpPr>
          <p:nvPr/>
        </p:nvSpPr>
        <p:spPr>
          <a:xfrm xmlns:a="http://schemas.openxmlformats.org/drawingml/2006/main">
            <a:off x="533400" y="923925"/>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2657A"/>
                </a:solidFill>
                <a:latin typeface="Noto Sans CJK KR"/>
                <a:ea typeface="Noto Sans CJK KR"/>
                <a:cs typeface="Noto Sans CJK KR"/>
              </a:defRPr>
            </a:pPr>
            <a:r>
              <a:rPr sz="1200" b="0">
                <a:solidFill>
                  <a:srgbClr val="52657A"/>
                </a:solidFill>
                <a:latin typeface="Noto Sans CJK KR"/>
                <a:ea typeface="Noto Sans CJK KR"/>
                <a:cs typeface="Noto Sans CJK KR"/>
              </a:rPr>
              <a:t>공식 의결문과 51건 원문대조에서 확인한 대표 사례</a:t>
            </a:r>
          </a:p>
        </p:txBody>
      </p:sp>
      <p:sp>
        <p:nvSpPr>
          <p:cNvPr id="4" name="">
            <a:extLst xmlns:a="http://schemas.openxmlformats.org/drawingml/2006/main">
              <a:ext uri="{FF2B5EF4-FFF2-40B4-BE49-F238E27FC236}">
                <a16:creationId xmlns:a16="http://schemas.microsoft.com/office/drawing/2014/main" id="{38B5A7E1-A19A-43EC-9F4B-49AB33AD01B6}"/>
              </a:ext>
            </a:extLst>
          </p:cNvPr>
          <p:cNvSpPr>
            <a:spLocks xmlns:a="http://schemas.openxmlformats.org/drawingml/2006/main" noGrp="1"/>
          </p:cNvSpPr>
          <p:nvPr/>
        </p:nvSpPr>
        <p:spPr>
          <a:xfrm xmlns:a="http://schemas.openxmlformats.org/drawingml/2006/main">
            <a:off x="514350" y="1257300"/>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5" name="">
            <a:extLst xmlns:a="http://schemas.openxmlformats.org/drawingml/2006/main">
              <a:ext uri="{FF2B5EF4-FFF2-40B4-BE49-F238E27FC236}">
                <a16:creationId xmlns:a16="http://schemas.microsoft.com/office/drawing/2014/main" id="{D45C8A75-1550-4431-9C58-8D5801807F0C}"/>
              </a:ext>
            </a:extLst>
          </p:cNvPr>
          <p:cNvSpPr>
            <a:spLocks xmlns:a="http://schemas.openxmlformats.org/drawingml/2006/main" noGrp="1"/>
          </p:cNvSpPr>
          <p:nvPr/>
        </p:nvSpPr>
        <p:spPr>
          <a:xfrm xmlns:a="http://schemas.openxmlformats.org/drawingml/2006/main">
            <a:off x="11201400" y="209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52657A"/>
                </a:solidFill>
                <a:latin typeface="Noto Sans CJK KR"/>
                <a:ea typeface="Noto Sans CJK KR"/>
                <a:cs typeface="Noto Sans CJK KR"/>
              </a:defRPr>
            </a:pPr>
            <a:r>
              <a:rPr sz="975" b="1">
                <a:solidFill>
                  <a:srgbClr val="52657A"/>
                </a:solidFill>
                <a:latin typeface="Noto Sans CJK KR"/>
                <a:ea typeface="Noto Sans CJK KR"/>
                <a:cs typeface="Noto Sans CJK KR"/>
              </a:rPr>
              <a:t>05</a:t>
            </a:r>
          </a:p>
        </p:txBody>
      </p:sp>
      <p:sp>
        <p:nvSpPr>
          <p:cNvPr id="6" name="">
            <a:extLst xmlns:a="http://schemas.openxmlformats.org/drawingml/2006/main">
              <a:ext uri="{FF2B5EF4-FFF2-40B4-BE49-F238E27FC236}">
                <a16:creationId xmlns:a16="http://schemas.microsoft.com/office/drawing/2014/main" id="{B0CAEAAD-97FF-4E39-8EEE-F8E741995EE0}"/>
              </a:ext>
            </a:extLst>
          </p:cNvPr>
          <p:cNvSpPr>
            <a:spLocks xmlns:a="http://schemas.openxmlformats.org/drawingml/2006/main" noGrp="1"/>
          </p:cNvSpPr>
          <p:nvPr/>
        </p:nvSpPr>
        <p:spPr>
          <a:xfrm xmlns:a="http://schemas.openxmlformats.org/drawingml/2006/main">
            <a:off x="514350" y="1504950"/>
            <a:ext cx="4800600" cy="3724275"/>
          </a:xfrm>
          <a:prstGeom xmlns:a="http://schemas.openxmlformats.org/drawingml/2006/main" prst="roundRect">
            <a:avLst>
              <a:gd name="adj" fmla="val 2046"/>
            </a:avLst>
          </a:prstGeom>
          <a:solidFill xmlns:a="http://schemas.openxmlformats.org/drawingml/2006/main">
            <a:srgbClr val="FFFFFF"/>
          </a:solidFill>
          <a:ln xmlns:a="http://schemas.openxmlformats.org/drawingml/2006/main" w="9525">
            <a:solidFill>
              <a:srgbClr val="CFD9E6"/>
            </a:solidFill>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a0887f69a618475f"/>
          <a:stretch xmlns:a="http://schemas.openxmlformats.org/drawingml/2006/main"/>
        </p:blipFill>
        <p:spPr>
          <a:xfrm xmlns:a="http://schemas.openxmlformats.org/drawingml/2006/main">
            <a:off x="685800" y="2016062"/>
            <a:ext cx="4457700" cy="1159002"/>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253CFF2E-DA00-40ED-A7CA-C15299326042}"/>
              </a:ext>
            </a:extLst>
          </p:cNvPr>
          <p:cNvSpPr>
            <a:spLocks xmlns:a="http://schemas.openxmlformats.org/drawingml/2006/main" noGrp="1"/>
          </p:cNvSpPr>
          <p:nvPr/>
        </p:nvSpPr>
        <p:spPr>
          <a:xfrm xmlns:a="http://schemas.openxmlformats.org/drawingml/2006/main">
            <a:off x="704850" y="3562350"/>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1">
                <a:solidFill>
                  <a:srgbClr val="183B5B"/>
                </a:solidFill>
                <a:latin typeface="Noto Sans CJK KR"/>
                <a:ea typeface="Noto Sans CJK KR"/>
                <a:cs typeface="Noto Sans CJK KR"/>
              </a:defRPr>
            </a:pPr>
            <a:r>
              <a:rPr sz="1425" b="1">
                <a:solidFill>
                  <a:srgbClr val="183B5B"/>
                </a:solidFill>
                <a:latin typeface="Noto Sans CJK KR"/>
                <a:ea typeface="Noto Sans CJK KR"/>
                <a:cs typeface="Noto Sans CJK KR"/>
              </a:rPr>
              <a:t>평가 기준 명확화 요구</a:t>
            </a:r>
          </a:p>
        </p:txBody>
      </p:sp>
      <p:sp>
        <p:nvSpPr>
          <p:cNvPr id="9" name="">
            <a:extLst xmlns:a="http://schemas.openxmlformats.org/drawingml/2006/main">
              <a:ext uri="{FF2B5EF4-FFF2-40B4-BE49-F238E27FC236}">
                <a16:creationId xmlns:a16="http://schemas.microsoft.com/office/drawing/2014/main" id="{74718539-268E-4FB3-A9A5-1E4735D62CFE}"/>
              </a:ext>
            </a:extLst>
          </p:cNvPr>
          <p:cNvSpPr>
            <a:spLocks xmlns:a="http://schemas.openxmlformats.org/drawingml/2006/main" noGrp="1"/>
          </p:cNvSpPr>
          <p:nvPr/>
        </p:nvSpPr>
        <p:spPr>
          <a:xfrm xmlns:a="http://schemas.openxmlformats.org/drawingml/2006/main">
            <a:off x="704850" y="3943350"/>
            <a:ext cx="4286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57A"/>
                </a:solidFill>
                <a:latin typeface="Noto Sans CJK KR"/>
                <a:ea typeface="Noto Sans CJK KR"/>
                <a:cs typeface="Noto Sans CJK KR"/>
              </a:defRPr>
            </a:pPr>
            <a:r>
              <a:rPr sz="1125" b="0">
                <a:solidFill>
                  <a:srgbClr val="52657A"/>
                </a:solidFill>
                <a:latin typeface="Noto Sans CJK KR"/>
                <a:ea typeface="Noto Sans CJK KR"/>
                <a:cs typeface="Noto Sans CJK KR"/>
              </a:rPr>
              <a:t>향후 유사 공고에서 기술능력 평가 기준 등 적격심사 방법을 더 구체적으로 제공하라는 공식 의견.</a:t>
            </a:r>
          </a:p>
        </p:txBody>
      </p:sp>
      <p:graphicFrame>
        <p:nvGraphicFramePr>
          <p:cNvPr id="25" name=""/>
          <p:cNvGraphicFramePr/>
          <p:nvPr/>
        </p:nvGraphicFramePr>
        <p:xfrm>
          <a:off xmlns:a="http://schemas.openxmlformats.org/drawingml/2006/main" x="5619750" y="1504950"/>
          <a:ext xmlns:a="http://schemas.openxmlformats.org/drawingml/2006/main" cx="6057900" cy="3486150"/>
        </p:xfrm>
        <a:graphic xmlns:a="http://schemas.openxmlformats.org/drawingml/2006/main">
          <a:graphicData uri="http://schemas.openxmlformats.org/drawingml/2006/table">
            <a:tbl>
              <a:tblPr/>
              <a:tblGrid>
                <a:gridCol w="2000250"/>
                <a:gridCol w="2324100"/>
                <a:gridCol w="1733550"/>
              </a:tblGrid>
              <a:tr h="697230">
                <a:tc>
                  <a:txBody>
                    <a:bodyPr/>
                    <a:lstStyle/>
                    <a:p>
                      <a:r>
                        <a:rPr sz="1050" b="1">
                          <a:solidFill>
                            <a:srgbClr val="FFFFFF"/>
                          </a:solidFill>
                          <a:latin typeface="Noto Sans CJK KR"/>
                          <a:ea typeface="Noto Sans CJK KR"/>
                          <a:cs typeface="Noto Sans CJK KR"/>
                        </a:rPr>
                        <a:t>원문대조 사례</a:t>
                      </a:r>
                    </a:p>
                  </a:txBody>
                  <a:tcPr marL="76200" marR="76200" marT="57150" marB="57150" anchor="ctr">
                    <a:solidFill>
                      <a:srgbClr val="183B5B"/>
                    </a:solidFill>
                  </a:tcPr>
                </a:tc>
                <a:tc>
                  <a:txBody>
                    <a:bodyPr/>
                    <a:lstStyle/>
                    <a:p>
                      <a:r>
                        <a:rPr sz="1050" b="1">
                          <a:solidFill>
                            <a:srgbClr val="FFFFFF"/>
                          </a:solidFill>
                          <a:latin typeface="Noto Sans CJK KR"/>
                          <a:ea typeface="Noto Sans CJK KR"/>
                          <a:cs typeface="Noto Sans CJK KR"/>
                        </a:rPr>
                        <a:t>문서에 함께 존재한 값</a:t>
                      </a:r>
                    </a:p>
                  </a:txBody>
                  <a:tcPr marL="76200" marR="76200" marT="57150" marB="57150" anchor="ctr">
                    <a:solidFill>
                      <a:srgbClr val="183B5B"/>
                    </a:solidFill>
                  </a:tcPr>
                </a:tc>
                <a:tc>
                  <a:txBody>
                    <a:bodyPr/>
                    <a:lstStyle/>
                    <a:p>
                      <a:r>
                        <a:rPr sz="1050" b="1">
                          <a:solidFill>
                            <a:srgbClr val="FFFFFF"/>
                          </a:solidFill>
                          <a:latin typeface="Noto Sans CJK KR"/>
                          <a:ea typeface="Noto Sans CJK KR"/>
                          <a:cs typeface="Noto Sans CJK KR"/>
                        </a:rPr>
                        <a:t>처리</a:t>
                      </a:r>
                    </a:p>
                  </a:txBody>
                  <a:tcPr marL="76200" marR="76200" marT="57150" marB="57150" anchor="ctr">
                    <a:solidFill>
                      <a:srgbClr val="183B5B"/>
                    </a:solidFill>
                  </a:tcPr>
                </a:tc>
              </a:tr>
              <a:tr h="697230">
                <a:tc>
                  <a:txBody>
                    <a:bodyPr/>
                    <a:lstStyle/>
                    <a:p>
                      <a:r>
                        <a:rPr sz="1050">
                          <a:solidFill>
                            <a:srgbClr val="132238"/>
                          </a:solidFill>
                          <a:latin typeface="Noto Sans CJK KR"/>
                          <a:ea typeface="Noto Sans CJK KR"/>
                          <a:cs typeface="Noto Sans CJK KR"/>
                        </a:rPr>
                        <a:t>경민대 예산</a:t>
                      </a:r>
                    </a:p>
                  </a:txBody>
                  <a:tcPr marL="76200" marR="76200" marT="57150" marB="57150" anchor="ctr">
                    <a:solidFill>
                      <a:srgbClr val="FFFFFF"/>
                    </a:solidFill>
                  </a:tcPr>
                </a:tc>
                <a:tc>
                  <a:txBody>
                    <a:bodyPr/>
                    <a:lstStyle/>
                    <a:p>
                      <a:r>
                        <a:rPr sz="1050">
                          <a:solidFill>
                            <a:srgbClr val="132238"/>
                          </a:solidFill>
                          <a:latin typeface="Noto Sans CJK KR"/>
                          <a:ea typeface="Noto Sans CJK KR"/>
                          <a:cs typeface="Noto Sans CJK KR"/>
                        </a:rPr>
                        <a:t>165,000,000원 / 메타 181,500,000원</a:t>
                      </a:r>
                    </a:p>
                  </a:txBody>
                  <a:tcPr marL="76200" marR="76200" marT="57150" marB="57150" anchor="ctr">
                    <a:solidFill>
                      <a:srgbClr val="FFFFFF"/>
                    </a:solidFill>
                  </a:tcPr>
                </a:tc>
                <a:tc>
                  <a:txBody>
                    <a:bodyPr/>
                    <a:lstStyle/>
                    <a:p>
                      <a:r>
                        <a:rPr sz="1050">
                          <a:solidFill>
                            <a:srgbClr val="132238"/>
                          </a:solidFill>
                          <a:latin typeface="Noto Sans CJK KR"/>
                          <a:ea typeface="Noto Sans CJK KR"/>
                          <a:cs typeface="Noto Sans CJK KR"/>
                        </a:rPr>
                        <a:t>출처 분리</a:t>
                      </a:r>
                    </a:p>
                  </a:txBody>
                  <a:tcPr marL="76200" marR="76200" marT="57150" marB="57150" anchor="ctr">
                    <a:solidFill>
                      <a:srgbClr val="FFFFFF"/>
                    </a:solidFill>
                  </a:tcPr>
                </a:tc>
              </a:tr>
              <a:tr h="697230">
                <a:tc>
                  <a:txBody>
                    <a:bodyPr/>
                    <a:lstStyle/>
                    <a:p>
                      <a:r>
                        <a:rPr sz="1050">
                          <a:solidFill>
                            <a:srgbClr val="132238"/>
                          </a:solidFill>
                          <a:latin typeface="Noto Sans CJK KR"/>
                          <a:ea typeface="Noto Sans CJK KR"/>
                          <a:cs typeface="Noto Sans CJK KR"/>
                        </a:rPr>
                        <a:t>동아보건대 마감</a:t>
                      </a:r>
                    </a:p>
                  </a:txBody>
                  <a:tcPr marL="76200" marR="76200" marT="57150" marB="57150" anchor="ctr">
                    <a:solidFill>
                      <a:srgbClr val="FFFFFF"/>
                    </a:solidFill>
                  </a:tcPr>
                </a:tc>
                <a:tc>
                  <a:txBody>
                    <a:bodyPr/>
                    <a:lstStyle/>
                    <a:p>
                      <a:r>
                        <a:rPr sz="1050">
                          <a:solidFill>
                            <a:srgbClr val="132238"/>
                          </a:solidFill>
                          <a:latin typeface="Noto Sans CJK KR"/>
                          <a:ea typeface="Noto Sans CJK KR"/>
                          <a:cs typeface="Noto Sans CJK KR"/>
                        </a:rPr>
                        <a:t>11:00 / 10:00</a:t>
                      </a:r>
                    </a:p>
                  </a:txBody>
                  <a:tcPr marL="76200" marR="76200" marT="57150" marB="57150" anchor="ctr">
                    <a:solidFill>
                      <a:srgbClr val="FFFFFF"/>
                    </a:solidFill>
                  </a:tcPr>
                </a:tc>
                <a:tc>
                  <a:txBody>
                    <a:bodyPr/>
                    <a:lstStyle/>
                    <a:p>
                      <a:r>
                        <a:rPr sz="1050">
                          <a:solidFill>
                            <a:srgbClr val="132238"/>
                          </a:solidFill>
                          <a:latin typeface="Noto Sans CJK KR"/>
                          <a:ea typeface="Noto Sans CJK KR"/>
                          <a:cs typeface="Noto Sans CJK KR"/>
                        </a:rPr>
                        <a:t>단일값 보류</a:t>
                      </a:r>
                    </a:p>
                  </a:txBody>
                  <a:tcPr marL="76200" marR="76200" marT="57150" marB="57150" anchor="ctr">
                    <a:solidFill>
                      <a:srgbClr val="FFFFFF"/>
                    </a:solidFill>
                  </a:tcPr>
                </a:tc>
              </a:tr>
              <a:tr h="697230">
                <a:tc>
                  <a:txBody>
                    <a:bodyPr/>
                    <a:lstStyle/>
                    <a:p>
                      <a:r>
                        <a:rPr sz="1050">
                          <a:solidFill>
                            <a:srgbClr val="132238"/>
                          </a:solidFill>
                          <a:latin typeface="Noto Sans CJK KR"/>
                          <a:ea typeface="Noto Sans CJK KR"/>
                          <a:cs typeface="Noto Sans CJK KR"/>
                        </a:rPr>
                        <a:t>천안 사업기간</a:t>
                      </a:r>
                    </a:p>
                  </a:txBody>
                  <a:tcPr marL="76200" marR="76200" marT="57150" marB="57150" anchor="ctr">
                    <a:solidFill>
                      <a:srgbClr val="FFFFFF"/>
                    </a:solidFill>
                  </a:tcPr>
                </a:tc>
                <a:tc>
                  <a:txBody>
                    <a:bodyPr/>
                    <a:lstStyle/>
                    <a:p>
                      <a:r>
                        <a:rPr sz="1050">
                          <a:solidFill>
                            <a:srgbClr val="132238"/>
                          </a:solidFill>
                          <a:latin typeface="Noto Sans CJK KR"/>
                          <a:ea typeface="Noto Sans CJK KR"/>
                          <a:cs typeface="Noto Sans CJK KR"/>
                        </a:rPr>
                        <a:t>착수일부터 / 계약일부터 120일</a:t>
                      </a:r>
                    </a:p>
                  </a:txBody>
                  <a:tcPr marL="76200" marR="76200" marT="57150" marB="57150" anchor="ctr">
                    <a:solidFill>
                      <a:srgbClr val="FFFFFF"/>
                    </a:solidFill>
                  </a:tcPr>
                </a:tc>
                <a:tc>
                  <a:txBody>
                    <a:bodyPr/>
                    <a:lstStyle/>
                    <a:p>
                      <a:r>
                        <a:rPr sz="1050">
                          <a:solidFill>
                            <a:srgbClr val="132238"/>
                          </a:solidFill>
                          <a:latin typeface="Noto Sans CJK KR"/>
                          <a:ea typeface="Noto Sans CJK KR"/>
                          <a:cs typeface="Noto Sans CJK KR"/>
                        </a:rPr>
                        <a:t>기산점 보류</a:t>
                      </a:r>
                    </a:p>
                  </a:txBody>
                  <a:tcPr marL="76200" marR="76200" marT="57150" marB="57150" anchor="ctr">
                    <a:solidFill>
                      <a:srgbClr val="FFFFFF"/>
                    </a:solidFill>
                  </a:tcPr>
                </a:tc>
              </a:tr>
              <a:tr h="697230">
                <a:tc>
                  <a:txBody>
                    <a:bodyPr/>
                    <a:lstStyle/>
                    <a:p>
                      <a:r>
                        <a:rPr sz="1050">
                          <a:solidFill>
                            <a:srgbClr val="132238"/>
                          </a:solidFill>
                          <a:latin typeface="Noto Sans CJK KR"/>
                          <a:ea typeface="Noto Sans CJK KR"/>
                          <a:cs typeface="Noto Sans CJK KR"/>
                        </a:rPr>
                        <a:t>강릉 예산</a:t>
                      </a:r>
                    </a:p>
                  </a:txBody>
                  <a:tcPr marL="76200" marR="76200" marT="57150" marB="57150" anchor="ctr">
                    <a:solidFill>
                      <a:srgbClr val="FFFFFF"/>
                    </a:solidFill>
                  </a:tcPr>
                </a:tc>
                <a:tc>
                  <a:txBody>
                    <a:bodyPr/>
                    <a:lstStyle/>
                    <a:p>
                      <a:r>
                        <a:rPr sz="1050">
                          <a:solidFill>
                            <a:srgbClr val="132238"/>
                          </a:solidFill>
                          <a:latin typeface="Noto Sans CJK KR"/>
                          <a:ea typeface="Noto Sans CJK KR"/>
                          <a:cs typeface="Noto Sans CJK KR"/>
                        </a:rPr>
                        <a:t>58,000,000원 / 영향평가 80,000,000원</a:t>
                      </a:r>
                    </a:p>
                  </a:txBody>
                  <a:tcPr marL="76200" marR="76200" marT="57150" marB="57150" anchor="ctr">
                    <a:solidFill>
                      <a:srgbClr val="FFFFFF"/>
                    </a:solidFill>
                  </a:tcPr>
                </a:tc>
                <a:tc>
                  <a:txBody>
                    <a:bodyPr/>
                    <a:lstStyle/>
                    <a:p>
                      <a:r>
                        <a:rPr sz="1050">
                          <a:solidFill>
                            <a:srgbClr val="132238"/>
                          </a:solidFill>
                          <a:latin typeface="Noto Sans CJK KR"/>
                          <a:ea typeface="Noto Sans CJK KR"/>
                          <a:cs typeface="Noto Sans CJK KR"/>
                        </a:rPr>
                        <a:t>범위 구분</a:t>
                      </a:r>
                    </a:p>
                  </a:txBody>
                  <a:tcPr marL="76200" marR="76200" marT="57150" marB="57150" anchor="ctr">
                    <a:solidFill>
                      <a:srgbClr val="FFFFFF"/>
                    </a:solidFill>
                  </a:tcPr>
                </a:tc>
              </a:tr>
            </a:tbl>
          </a:graphicData>
        </a:graphic>
      </p:graphicFrame>
      <p:sp>
        <p:nvSpPr>
          <p:cNvPr id="11" name="">
            <a:extLst xmlns:a="http://schemas.openxmlformats.org/drawingml/2006/main">
              <a:ext uri="{FF2B5EF4-FFF2-40B4-BE49-F238E27FC236}">
                <a16:creationId xmlns:a16="http://schemas.microsoft.com/office/drawing/2014/main" id="{C703998E-8B4A-4763-890D-C86EAC17ED99}"/>
              </a:ext>
            </a:extLst>
          </p:cNvPr>
          <p:cNvSpPr>
            <a:spLocks xmlns:a="http://schemas.openxmlformats.org/drawingml/2006/main" noGrp="1"/>
          </p:cNvSpPr>
          <p:nvPr/>
        </p:nvSpPr>
        <p:spPr>
          <a:xfrm xmlns:a="http://schemas.openxmlformats.org/drawingml/2006/main">
            <a:off x="5619750" y="51816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119C8B"/>
                </a:solidFill>
                <a:latin typeface="Noto Sans CJK KR"/>
                <a:ea typeface="Noto Sans CJK KR"/>
                <a:cs typeface="Noto Sans CJK KR"/>
              </a:defRPr>
            </a:pPr>
            <a:r>
              <a:rPr sz="1200" b="1">
                <a:solidFill>
                  <a:srgbClr val="119C8B"/>
                </a:solidFill>
                <a:latin typeface="Noto Sans CJK KR"/>
                <a:ea typeface="Noto Sans CJK KR"/>
                <a:cs typeface="Noto Sans CJK KR"/>
              </a:rPr>
              <a:t>12개 쟁점 공고 재대조</a:t>
            </a:r>
          </a:p>
        </p:txBody>
      </p:sp>
      <p:sp>
        <p:nvSpPr>
          <p:cNvPr id="12" name="">
            <a:extLst xmlns:a="http://schemas.openxmlformats.org/drawingml/2006/main">
              <a:ext uri="{FF2B5EF4-FFF2-40B4-BE49-F238E27FC236}">
                <a16:creationId xmlns:a16="http://schemas.microsoft.com/office/drawing/2014/main" id="{07900CAC-168A-4113-885B-4007B66AC4CA}"/>
              </a:ext>
            </a:extLst>
          </p:cNvPr>
          <p:cNvSpPr>
            <a:spLocks xmlns:a="http://schemas.openxmlformats.org/drawingml/2006/main" noGrp="1"/>
          </p:cNvSpPr>
          <p:nvPr/>
        </p:nvSpPr>
        <p:spPr>
          <a:xfrm xmlns:a="http://schemas.openxmlformats.org/drawingml/2006/main">
            <a:off x="8096250" y="5181600"/>
            <a:ext cx="3581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132238"/>
                </a:solidFill>
                <a:latin typeface="Noto Sans CJK KR"/>
                <a:ea typeface="Noto Sans CJK KR"/>
                <a:cs typeface="Noto Sans CJK KR"/>
              </a:defRPr>
            </a:pPr>
            <a:r>
              <a:rPr sz="1125" b="1">
                <a:solidFill>
                  <a:srgbClr val="132238"/>
                </a:solidFill>
                <a:latin typeface="Noto Sans CJK KR"/>
                <a:ea typeface="Noto Sans CJK KR"/>
                <a:cs typeface="Noto Sans CJK KR"/>
              </a:rPr>
              <a:t>첨부 미확보 2 · 원문 문제 확인 6 · 일부 해소 4</a:t>
            </a:r>
          </a:p>
        </p:txBody>
      </p:sp>
      <p:sp>
        <p:nvSpPr>
          <p:cNvPr id="13" name="">
            <a:extLst xmlns:a="http://schemas.openxmlformats.org/drawingml/2006/main">
              <a:ext uri="{FF2B5EF4-FFF2-40B4-BE49-F238E27FC236}">
                <a16:creationId xmlns:a16="http://schemas.microsoft.com/office/drawing/2014/main" id="{C3D6650F-4BB0-47BB-8C8E-87B79177FD2A}"/>
              </a:ext>
            </a:extLst>
          </p:cNvPr>
          <p:cNvSpPr>
            <a:spLocks xmlns:a="http://schemas.openxmlformats.org/drawingml/2006/main" noGrp="1"/>
          </p:cNvSpPr>
          <p:nvPr/>
        </p:nvSpPr>
        <p:spPr>
          <a:xfrm xmlns:a="http://schemas.openxmlformats.org/drawingml/2006/main">
            <a:off x="514350" y="6353175"/>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14" name="">
            <a:extLst xmlns:a="http://schemas.openxmlformats.org/drawingml/2006/main">
              <a:ext uri="{FF2B5EF4-FFF2-40B4-BE49-F238E27FC236}">
                <a16:creationId xmlns:a16="http://schemas.microsoft.com/office/drawing/2014/main" id="{686A8F4A-18C8-4689-BB4B-B41CADA120CB}"/>
              </a:ext>
            </a:extLst>
          </p:cNvPr>
          <p:cNvSpPr>
            <a:spLocks xmlns:a="http://schemas.openxmlformats.org/drawingml/2006/main" noGrp="1"/>
          </p:cNvSpPr>
          <p:nvPr/>
        </p:nvSpPr>
        <p:spPr>
          <a:xfrm xmlns:a="http://schemas.openxmlformats.org/drawingml/2006/main">
            <a:off x="533400" y="6457950"/>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0">
                <a:solidFill>
                  <a:srgbClr val="52657A"/>
                </a:solidFill>
                <a:latin typeface="Noto Sans CJK KR"/>
                <a:ea typeface="Noto Sans CJK KR"/>
                <a:cs typeface="Noto Sans CJK KR"/>
              </a:defRPr>
            </a:pPr>
            <a:r>
              <a:rPr sz="825" b="0">
                <a:solidFill>
                  <a:srgbClr val="52657A"/>
                </a:solidFill>
                <a:latin typeface="Noto Sans CJK KR"/>
                <a:ea typeface="Noto Sans CJK KR"/>
                <a:cs typeface="Noto Sans CJK KR"/>
              </a:rPr>
              <a:t>원문 충돌은 다수결로 합치지 않고 출처·적용 범위를 남김</a:t>
            </a:r>
          </a:p>
        </p:txBody>
      </p:sp>
      <p:sp>
        <p:nvSpPr>
          <p:cNvPr id="15" name="">
            <a:extLst xmlns:a="http://schemas.openxmlformats.org/drawingml/2006/main">
              <a:ext uri="{FF2B5EF4-FFF2-40B4-BE49-F238E27FC236}">
                <a16:creationId xmlns:a16="http://schemas.microsoft.com/office/drawing/2014/main" id="{38DD27FB-D2EC-48FD-943F-1385E16EF47A}"/>
              </a:ext>
            </a:extLst>
          </p:cNvPr>
          <p:cNvSpPr>
            <a:spLocks xmlns:a="http://schemas.openxmlformats.org/drawingml/2006/main" noGrp="1"/>
          </p:cNvSpPr>
          <p:nvPr/>
        </p:nvSpPr>
        <p:spPr>
          <a:xfrm xmlns:a="http://schemas.openxmlformats.org/drawingml/2006/main">
            <a:off x="10001250" y="6457950"/>
            <a:ext cx="1676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1">
                <a:solidFill>
                  <a:srgbClr val="183B5B"/>
                </a:solidFill>
                <a:latin typeface="Noto Sans CJK KR"/>
                <a:ea typeface="Noto Sans CJK KR"/>
                <a:cs typeface="Noto Sans CJK KR"/>
              </a:defRPr>
            </a:pPr>
            <a:r>
              <a:rPr sz="825" b="1">
                <a:solidFill>
                  <a:srgbClr val="183B5B"/>
                </a:solidFill>
                <a:latin typeface="Noto Sans CJK KR"/>
                <a:ea typeface="Noto Sans CJK KR"/>
                <a:cs typeface="Noto Sans CJK KR"/>
              </a:rPr>
              <a:t>ASTRA · ko-LettuceDetect</a:t>
            </a:r>
          </a:p>
        </p:txBody>
      </p:sp>
    </p:spTree>
    <p:extLst>
      <p:ext uri="{BB962C8B-B14F-4D97-AF65-F5344CB8AC3E}">
        <p14:creationId xmlns:p14="http://schemas.microsoft.com/office/powerpoint/2010/main" val="1236991781"/>
      </p:ext>
    </p:extLst>
  </p:cSld>
</p:sld>
</file>

<file path=ppt/slides/slide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1D341194-3DC0-406B-A4F6-60735FDDE9F9}"/>
              </a:ext>
            </a:extLst>
          </p:cNvPr>
          <p:cNvSpPr>
            <a:spLocks xmlns:a="http://schemas.openxmlformats.org/drawingml/2006/main" noGrp="1"/>
          </p:cNvSpPr>
          <p:nvPr/>
        </p:nvSpPr>
        <p:spPr>
          <a:xfrm xmlns:a="http://schemas.openxmlformats.org/drawingml/2006/main">
            <a:off x="5143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119C8B"/>
                </a:solidFill>
                <a:latin typeface="Noto Sans CJK KR"/>
                <a:ea typeface="Noto Sans CJK KR"/>
                <a:cs typeface="Noto Sans CJK KR"/>
              </a:defRPr>
            </a:pPr>
            <a:r>
              <a:rPr sz="975" b="1">
                <a:solidFill>
                  <a:srgbClr val="119C8B"/>
                </a:solidFill>
                <a:latin typeface="Noto Sans CJK KR"/>
                <a:ea typeface="Noto Sans CJK KR"/>
                <a:cs typeface="Noto Sans CJK KR"/>
              </a:rPr>
              <a:t>데이터 구축</a:t>
            </a:r>
          </a:p>
        </p:txBody>
      </p:sp>
      <p:sp>
        <p:nvSpPr>
          <p:cNvPr id="2" name="">
            <a:extLst xmlns:a="http://schemas.openxmlformats.org/drawingml/2006/main">
              <a:ext uri="{FF2B5EF4-FFF2-40B4-BE49-F238E27FC236}">
                <a16:creationId xmlns:a16="http://schemas.microsoft.com/office/drawing/2014/main" id="{AEE9F855-FA3C-4273-8344-38FFE83CCCB3}"/>
              </a:ext>
            </a:extLst>
          </p:cNvPr>
          <p:cNvSpPr>
            <a:spLocks xmlns:a="http://schemas.openxmlformats.org/drawingml/2006/main" noGrp="1"/>
          </p:cNvSpPr>
          <p:nvPr/>
        </p:nvSpPr>
        <p:spPr>
          <a:xfrm xmlns:a="http://schemas.openxmlformats.org/drawingml/2006/main">
            <a:off x="514350" y="457200"/>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132238"/>
                </a:solidFill>
                <a:latin typeface="Noto Sans CJK KR"/>
                <a:ea typeface="Noto Sans CJK KR"/>
                <a:cs typeface="Noto Sans CJK KR"/>
              </a:defRPr>
            </a:pPr>
            <a:r>
              <a:rPr sz="2325" b="1">
                <a:solidFill>
                  <a:srgbClr val="132238"/>
                </a:solidFill>
                <a:latin typeface="Noto Sans CJK KR"/>
                <a:ea typeface="Noto Sans CJK KR"/>
                <a:cs typeface="Noto Sans CJK KR"/>
              </a:rPr>
              <a:t>3개월 동안 137,745개 공고 행을 수집·변환했다</a:t>
            </a:r>
          </a:p>
        </p:txBody>
      </p:sp>
      <p:sp>
        <p:nvSpPr>
          <p:cNvPr id="3" name="">
            <a:extLst xmlns:a="http://schemas.openxmlformats.org/drawingml/2006/main">
              <a:ext uri="{FF2B5EF4-FFF2-40B4-BE49-F238E27FC236}">
                <a16:creationId xmlns:a16="http://schemas.microsoft.com/office/drawing/2014/main" id="{E24084DB-6316-4221-BE48-5212837DE7C1}"/>
              </a:ext>
            </a:extLst>
          </p:cNvPr>
          <p:cNvSpPr>
            <a:spLocks xmlns:a="http://schemas.openxmlformats.org/drawingml/2006/main" noGrp="1"/>
          </p:cNvSpPr>
          <p:nvPr/>
        </p:nvSpPr>
        <p:spPr>
          <a:xfrm xmlns:a="http://schemas.openxmlformats.org/drawingml/2006/main">
            <a:off x="533400" y="923925"/>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2657A"/>
                </a:solidFill>
                <a:latin typeface="Noto Sans CJK KR"/>
                <a:ea typeface="Noto Sans CJK KR"/>
                <a:cs typeface="Noto Sans CJK KR"/>
              </a:defRPr>
            </a:pPr>
            <a:r>
              <a:rPr sz="1200" b="0">
                <a:solidFill>
                  <a:srgbClr val="52657A"/>
                </a:solidFill>
                <a:latin typeface="Noto Sans CJK KR"/>
                <a:ea typeface="Noto Sans CJK KR"/>
                <a:cs typeface="Noto Sans CJK KR"/>
              </a:rPr>
              <a:t>월별 수집량과 최신 차수, 첨부 활용률을 분리해 기록</a:t>
            </a:r>
          </a:p>
        </p:txBody>
      </p:sp>
      <p:sp>
        <p:nvSpPr>
          <p:cNvPr id="4" name="">
            <a:extLst xmlns:a="http://schemas.openxmlformats.org/drawingml/2006/main">
              <a:ext uri="{FF2B5EF4-FFF2-40B4-BE49-F238E27FC236}">
                <a16:creationId xmlns:a16="http://schemas.microsoft.com/office/drawing/2014/main" id="{2609E4BD-B9FF-4CD4-966D-55110DDA6700}"/>
              </a:ext>
            </a:extLst>
          </p:cNvPr>
          <p:cNvSpPr>
            <a:spLocks xmlns:a="http://schemas.openxmlformats.org/drawingml/2006/main" noGrp="1"/>
          </p:cNvSpPr>
          <p:nvPr/>
        </p:nvSpPr>
        <p:spPr>
          <a:xfrm xmlns:a="http://schemas.openxmlformats.org/drawingml/2006/main">
            <a:off x="514350" y="1257300"/>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5" name="">
            <a:extLst xmlns:a="http://schemas.openxmlformats.org/drawingml/2006/main">
              <a:ext uri="{FF2B5EF4-FFF2-40B4-BE49-F238E27FC236}">
                <a16:creationId xmlns:a16="http://schemas.microsoft.com/office/drawing/2014/main" id="{98FEFAF4-1633-4F4A-9E97-24B348479B12}"/>
              </a:ext>
            </a:extLst>
          </p:cNvPr>
          <p:cNvSpPr>
            <a:spLocks xmlns:a="http://schemas.openxmlformats.org/drawingml/2006/main" noGrp="1"/>
          </p:cNvSpPr>
          <p:nvPr/>
        </p:nvSpPr>
        <p:spPr>
          <a:xfrm xmlns:a="http://schemas.openxmlformats.org/drawingml/2006/main">
            <a:off x="11201400" y="209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52657A"/>
                </a:solidFill>
                <a:latin typeface="Noto Sans CJK KR"/>
                <a:ea typeface="Noto Sans CJK KR"/>
                <a:cs typeface="Noto Sans CJK KR"/>
              </a:defRPr>
            </a:pPr>
            <a:r>
              <a:rPr sz="975" b="1">
                <a:solidFill>
                  <a:srgbClr val="52657A"/>
                </a:solidFill>
                <a:latin typeface="Noto Sans CJK KR"/>
                <a:ea typeface="Noto Sans CJK KR"/>
                <a:cs typeface="Noto Sans CJK KR"/>
              </a:rPr>
              <a:t>06</a:t>
            </a:r>
          </a:p>
        </p:txBody>
      </p:sp>
      <p:graphicFrame>
        <p:nvGraphicFramePr>
          <p:cNvPr id="36" name="Chart"/>
          <p:cNvGraphicFramePr/>
          <p:nvPr/>
        </p:nvGraphicFramePr>
        <p:xfrm>
          <a:off xmlns:a="http://schemas.openxmlformats.org/drawingml/2006/main" x="514350" y="1666875"/>
          <a:ext xmlns:a="http://schemas.openxmlformats.org/drawingml/2006/main" cx="6800850" cy="3143250"/>
        </p:xfrm>
        <a:graphic xmlns:a="http://schemas.openxmlformats.org/drawingml/2006/main">
          <a:graphicData uri="http://schemas.openxmlformats.org/drawingml/2006/chart">
            <c:chart xmlns:r="http://schemas.openxmlformats.org/officeDocument/2006/relationships" xmlns:c="http://schemas.openxmlformats.org/drawingml/2006/chart" r:id="R6d4a08b5d5354a4d"/>
          </a:graphicData>
        </a:graphic>
      </p:graphicFrame>
      <p:sp>
        <p:nvSpPr>
          <p:cNvPr id="7" name="">
            <a:extLst xmlns:a="http://schemas.openxmlformats.org/drawingml/2006/main">
              <a:ext uri="{FF2B5EF4-FFF2-40B4-BE49-F238E27FC236}">
                <a16:creationId xmlns:a16="http://schemas.microsoft.com/office/drawing/2014/main" id="{3336B939-5083-4F21-9DBD-5C8EFDDC00A6}"/>
              </a:ext>
            </a:extLst>
          </p:cNvPr>
          <p:cNvSpPr>
            <a:spLocks xmlns:a="http://schemas.openxmlformats.org/drawingml/2006/main" noGrp="1"/>
          </p:cNvSpPr>
          <p:nvPr/>
        </p:nvSpPr>
        <p:spPr>
          <a:xfrm xmlns:a="http://schemas.openxmlformats.org/drawingml/2006/main">
            <a:off x="7677150" y="1685925"/>
            <a:ext cx="18669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FD9E6"/>
            </a:solidFill>
          </a:ln>
        </p:spPr>
      </p:sp>
      <p:sp>
        <p:nvSpPr>
          <p:cNvPr id="8" name="">
            <a:extLst xmlns:a="http://schemas.openxmlformats.org/drawingml/2006/main">
              <a:ext uri="{FF2B5EF4-FFF2-40B4-BE49-F238E27FC236}">
                <a16:creationId xmlns:a16="http://schemas.microsoft.com/office/drawing/2014/main" id="{496BC866-98B7-41D5-8A4A-67F514057D71}"/>
              </a:ext>
            </a:extLst>
          </p:cNvPr>
          <p:cNvSpPr>
            <a:spLocks xmlns:a="http://schemas.openxmlformats.org/drawingml/2006/main" noGrp="1"/>
          </p:cNvSpPr>
          <p:nvPr/>
        </p:nvSpPr>
        <p:spPr>
          <a:xfrm xmlns:a="http://schemas.openxmlformats.org/drawingml/2006/main">
            <a:off x="7829550" y="1819275"/>
            <a:ext cx="1562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2F6BFF"/>
                </a:solidFill>
                <a:latin typeface="Noto Sans CJK KR"/>
                <a:ea typeface="Noto Sans CJK KR"/>
                <a:cs typeface="Noto Sans CJK KR"/>
              </a:defRPr>
            </a:pPr>
            <a:r>
              <a:rPr sz="2400" b="1">
                <a:solidFill>
                  <a:srgbClr val="2F6BFF"/>
                </a:solidFill>
                <a:latin typeface="Noto Sans CJK KR"/>
                <a:ea typeface="Noto Sans CJK KR"/>
                <a:cs typeface="Noto Sans CJK KR"/>
              </a:rPr>
              <a:t>285,252</a:t>
            </a:r>
          </a:p>
        </p:txBody>
      </p:sp>
      <p:sp>
        <p:nvSpPr>
          <p:cNvPr id="9" name="">
            <a:extLst xmlns:a="http://schemas.openxmlformats.org/drawingml/2006/main">
              <a:ext uri="{FF2B5EF4-FFF2-40B4-BE49-F238E27FC236}">
                <a16:creationId xmlns:a16="http://schemas.microsoft.com/office/drawing/2014/main" id="{A87D63B7-F93E-4E8D-B354-45890EFDF595}"/>
              </a:ext>
            </a:extLst>
          </p:cNvPr>
          <p:cNvSpPr>
            <a:spLocks xmlns:a="http://schemas.openxmlformats.org/drawingml/2006/main" noGrp="1"/>
          </p:cNvSpPr>
          <p:nvPr/>
        </p:nvSpPr>
        <p:spPr>
          <a:xfrm xmlns:a="http://schemas.openxmlformats.org/drawingml/2006/main">
            <a:off x="7829550" y="2266950"/>
            <a:ext cx="1562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132238"/>
                </a:solidFill>
                <a:latin typeface="Noto Sans CJK KR"/>
                <a:ea typeface="Noto Sans CJK KR"/>
                <a:cs typeface="Noto Sans CJK KR"/>
              </a:defRPr>
            </a:pPr>
            <a:r>
              <a:rPr sz="1125" b="1">
                <a:solidFill>
                  <a:srgbClr val="132238"/>
                </a:solidFill>
                <a:latin typeface="Noto Sans CJK KR"/>
                <a:ea typeface="Noto Sans CJK KR"/>
                <a:cs typeface="Noto Sans CJK KR"/>
              </a:rPr>
              <a:t>전체 첨부</a:t>
            </a:r>
          </a:p>
        </p:txBody>
      </p:sp>
      <p:sp>
        <p:nvSpPr>
          <p:cNvPr id="10" name="">
            <a:extLst xmlns:a="http://schemas.openxmlformats.org/drawingml/2006/main">
              <a:ext uri="{FF2B5EF4-FFF2-40B4-BE49-F238E27FC236}">
                <a16:creationId xmlns:a16="http://schemas.microsoft.com/office/drawing/2014/main" id="{2E3EC4F8-60BA-4B8D-B5A9-058F6B3E3F62}"/>
              </a:ext>
            </a:extLst>
          </p:cNvPr>
          <p:cNvSpPr>
            <a:spLocks xmlns:a="http://schemas.openxmlformats.org/drawingml/2006/main" noGrp="1"/>
          </p:cNvSpPr>
          <p:nvPr/>
        </p:nvSpPr>
        <p:spPr>
          <a:xfrm xmlns:a="http://schemas.openxmlformats.org/drawingml/2006/main">
            <a:off x="7829550" y="2505075"/>
            <a:ext cx="1562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0">
                <a:solidFill>
                  <a:srgbClr val="52657A"/>
                </a:solidFill>
                <a:latin typeface="Noto Sans CJK KR"/>
                <a:ea typeface="Noto Sans CJK KR"/>
                <a:cs typeface="Noto Sans CJK KR"/>
              </a:defRPr>
            </a:pPr>
            <a:r>
              <a:rPr sz="825" b="0">
                <a:solidFill>
                  <a:srgbClr val="52657A"/>
                </a:solidFill>
                <a:latin typeface="Noto Sans CJK KR"/>
                <a:ea typeface="Noto Sans CJK KR"/>
                <a:cs typeface="Noto Sans CJK KR"/>
              </a:rPr>
              <a:t>다운로드·파일 실재 기준</a:t>
            </a:r>
          </a:p>
        </p:txBody>
      </p:sp>
      <p:sp>
        <p:nvSpPr>
          <p:cNvPr id="11" name="">
            <a:extLst xmlns:a="http://schemas.openxmlformats.org/drawingml/2006/main">
              <a:ext uri="{FF2B5EF4-FFF2-40B4-BE49-F238E27FC236}">
                <a16:creationId xmlns:a16="http://schemas.microsoft.com/office/drawing/2014/main" id="{230E1332-107B-4199-AB3A-277A7D9D7B20}"/>
              </a:ext>
            </a:extLst>
          </p:cNvPr>
          <p:cNvSpPr>
            <a:spLocks xmlns:a="http://schemas.openxmlformats.org/drawingml/2006/main" noGrp="1"/>
          </p:cNvSpPr>
          <p:nvPr/>
        </p:nvSpPr>
        <p:spPr>
          <a:xfrm xmlns:a="http://schemas.openxmlformats.org/drawingml/2006/main">
            <a:off x="9715500" y="1685925"/>
            <a:ext cx="19621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FD9E6"/>
            </a:solidFill>
          </a:ln>
        </p:spPr>
      </p:sp>
      <p:sp>
        <p:nvSpPr>
          <p:cNvPr id="12" name="">
            <a:extLst xmlns:a="http://schemas.openxmlformats.org/drawingml/2006/main">
              <a:ext uri="{FF2B5EF4-FFF2-40B4-BE49-F238E27FC236}">
                <a16:creationId xmlns:a16="http://schemas.microsoft.com/office/drawing/2014/main" id="{7ED9DDB8-A198-40D2-BB4B-28B6D7D571BA}"/>
              </a:ext>
            </a:extLst>
          </p:cNvPr>
          <p:cNvSpPr>
            <a:spLocks xmlns:a="http://schemas.openxmlformats.org/drawingml/2006/main" noGrp="1"/>
          </p:cNvSpPr>
          <p:nvPr/>
        </p:nvSpPr>
        <p:spPr>
          <a:xfrm xmlns:a="http://schemas.openxmlformats.org/drawingml/2006/main">
            <a:off x="9867900" y="1819275"/>
            <a:ext cx="1657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119C8B"/>
                </a:solidFill>
                <a:latin typeface="Noto Sans CJK KR"/>
                <a:ea typeface="Noto Sans CJK KR"/>
                <a:cs typeface="Noto Sans CJK KR"/>
              </a:defRPr>
            </a:pPr>
            <a:r>
              <a:rPr sz="2400" b="1">
                <a:solidFill>
                  <a:srgbClr val="119C8B"/>
                </a:solidFill>
                <a:latin typeface="Noto Sans CJK KR"/>
                <a:ea typeface="Noto Sans CJK KR"/>
                <a:cs typeface="Noto Sans CJK KR"/>
              </a:rPr>
              <a:t>246,797</a:t>
            </a:r>
          </a:p>
        </p:txBody>
      </p:sp>
      <p:sp>
        <p:nvSpPr>
          <p:cNvPr id="13" name="">
            <a:extLst xmlns:a="http://schemas.openxmlformats.org/drawingml/2006/main">
              <a:ext uri="{FF2B5EF4-FFF2-40B4-BE49-F238E27FC236}">
                <a16:creationId xmlns:a16="http://schemas.microsoft.com/office/drawing/2014/main" id="{391D80F1-AA02-43AC-95C7-BC20584EE3C1}"/>
              </a:ext>
            </a:extLst>
          </p:cNvPr>
          <p:cNvSpPr>
            <a:spLocks xmlns:a="http://schemas.openxmlformats.org/drawingml/2006/main" noGrp="1"/>
          </p:cNvSpPr>
          <p:nvPr/>
        </p:nvSpPr>
        <p:spPr>
          <a:xfrm xmlns:a="http://schemas.openxmlformats.org/drawingml/2006/main">
            <a:off x="9867900" y="2266950"/>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132238"/>
                </a:solidFill>
                <a:latin typeface="Noto Sans CJK KR"/>
                <a:ea typeface="Noto Sans CJK KR"/>
                <a:cs typeface="Noto Sans CJK KR"/>
              </a:defRPr>
            </a:pPr>
            <a:r>
              <a:rPr sz="1125" b="1">
                <a:solidFill>
                  <a:srgbClr val="132238"/>
                </a:solidFill>
                <a:latin typeface="Noto Sans CJK KR"/>
                <a:ea typeface="Noto Sans CJK KR"/>
                <a:cs typeface="Noto Sans CJK KR"/>
              </a:rPr>
              <a:t>사용 가능</a:t>
            </a:r>
          </a:p>
        </p:txBody>
      </p:sp>
      <p:sp>
        <p:nvSpPr>
          <p:cNvPr id="14" name="">
            <a:extLst xmlns:a="http://schemas.openxmlformats.org/drawingml/2006/main">
              <a:ext uri="{FF2B5EF4-FFF2-40B4-BE49-F238E27FC236}">
                <a16:creationId xmlns:a16="http://schemas.microsoft.com/office/drawing/2014/main" id="{B2671FE3-9D45-458F-93CB-C82C4B0EFE04}"/>
              </a:ext>
            </a:extLst>
          </p:cNvPr>
          <p:cNvSpPr>
            <a:spLocks xmlns:a="http://schemas.openxmlformats.org/drawingml/2006/main" noGrp="1"/>
          </p:cNvSpPr>
          <p:nvPr/>
        </p:nvSpPr>
        <p:spPr>
          <a:xfrm xmlns:a="http://schemas.openxmlformats.org/drawingml/2006/main">
            <a:off x="9867900" y="2505075"/>
            <a:ext cx="1657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0">
                <a:solidFill>
                  <a:srgbClr val="52657A"/>
                </a:solidFill>
                <a:latin typeface="Noto Sans CJK KR"/>
                <a:ea typeface="Noto Sans CJK KR"/>
                <a:cs typeface="Noto Sans CJK KR"/>
              </a:defRPr>
            </a:pPr>
            <a:r>
              <a:rPr sz="825" b="0">
                <a:solidFill>
                  <a:srgbClr val="52657A"/>
                </a:solidFill>
                <a:latin typeface="Noto Sans CJK KR"/>
                <a:ea typeface="Noto Sans CJK KR"/>
                <a:cs typeface="Noto Sans CJK KR"/>
              </a:rPr>
              <a:t>어댑터 판정 87%</a:t>
            </a:r>
          </a:p>
        </p:txBody>
      </p:sp>
      <p:sp>
        <p:nvSpPr>
          <p:cNvPr id="15" name="">
            <a:extLst xmlns:a="http://schemas.openxmlformats.org/drawingml/2006/main">
              <a:ext uri="{FF2B5EF4-FFF2-40B4-BE49-F238E27FC236}">
                <a16:creationId xmlns:a16="http://schemas.microsoft.com/office/drawing/2014/main" id="{B5716948-BB7B-4B85-839B-A2F8EC8AC2DC}"/>
              </a:ext>
            </a:extLst>
          </p:cNvPr>
          <p:cNvSpPr>
            <a:spLocks xmlns:a="http://schemas.openxmlformats.org/drawingml/2006/main" noGrp="1"/>
          </p:cNvSpPr>
          <p:nvPr/>
        </p:nvSpPr>
        <p:spPr>
          <a:xfrm xmlns:a="http://schemas.openxmlformats.org/drawingml/2006/main">
            <a:off x="7677150" y="2962275"/>
            <a:ext cx="18669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FD9E6"/>
            </a:solidFill>
          </a:ln>
        </p:spPr>
      </p:sp>
      <p:sp>
        <p:nvSpPr>
          <p:cNvPr id="16" name="">
            <a:extLst xmlns:a="http://schemas.openxmlformats.org/drawingml/2006/main">
              <a:ext uri="{FF2B5EF4-FFF2-40B4-BE49-F238E27FC236}">
                <a16:creationId xmlns:a16="http://schemas.microsoft.com/office/drawing/2014/main" id="{C11A7ECA-7DD8-4695-97DC-D69064901C1B}"/>
              </a:ext>
            </a:extLst>
          </p:cNvPr>
          <p:cNvSpPr>
            <a:spLocks xmlns:a="http://schemas.openxmlformats.org/drawingml/2006/main" noGrp="1"/>
          </p:cNvSpPr>
          <p:nvPr/>
        </p:nvSpPr>
        <p:spPr>
          <a:xfrm xmlns:a="http://schemas.openxmlformats.org/drawingml/2006/main">
            <a:off x="7829550" y="3095625"/>
            <a:ext cx="1562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D9564A"/>
                </a:solidFill>
                <a:latin typeface="Noto Sans CJK KR"/>
                <a:ea typeface="Noto Sans CJK KR"/>
                <a:cs typeface="Noto Sans CJK KR"/>
              </a:defRPr>
            </a:pPr>
            <a:r>
              <a:rPr sz="2400" b="1">
                <a:solidFill>
                  <a:srgbClr val="D9564A"/>
                </a:solidFill>
                <a:latin typeface="Noto Sans CJK KR"/>
                <a:ea typeface="Noto Sans CJK KR"/>
                <a:cs typeface="Noto Sans CJK KR"/>
              </a:rPr>
              <a:t>3,301</a:t>
            </a:r>
          </a:p>
        </p:txBody>
      </p:sp>
      <p:sp>
        <p:nvSpPr>
          <p:cNvPr id="17" name="">
            <a:extLst xmlns:a="http://schemas.openxmlformats.org/drawingml/2006/main">
              <a:ext uri="{FF2B5EF4-FFF2-40B4-BE49-F238E27FC236}">
                <a16:creationId xmlns:a16="http://schemas.microsoft.com/office/drawing/2014/main" id="{4EEBDFBF-B54D-448D-A403-B4483A348AC4}"/>
              </a:ext>
            </a:extLst>
          </p:cNvPr>
          <p:cNvSpPr>
            <a:spLocks xmlns:a="http://schemas.openxmlformats.org/drawingml/2006/main" noGrp="1"/>
          </p:cNvSpPr>
          <p:nvPr/>
        </p:nvSpPr>
        <p:spPr>
          <a:xfrm xmlns:a="http://schemas.openxmlformats.org/drawingml/2006/main">
            <a:off x="7829550" y="3543300"/>
            <a:ext cx="1562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132238"/>
                </a:solidFill>
                <a:latin typeface="Noto Sans CJK KR"/>
                <a:ea typeface="Noto Sans CJK KR"/>
                <a:cs typeface="Noto Sans CJK KR"/>
              </a:defRPr>
            </a:pPr>
            <a:r>
              <a:rPr sz="1125" b="1">
                <a:solidFill>
                  <a:srgbClr val="132238"/>
                </a:solidFill>
                <a:latin typeface="Noto Sans CJK KR"/>
                <a:ea typeface="Noto Sans CJK KR"/>
                <a:cs typeface="Noto Sans CJK KR"/>
              </a:rPr>
              <a:t>재파싱 후 실패</a:t>
            </a:r>
          </a:p>
        </p:txBody>
      </p:sp>
      <p:sp>
        <p:nvSpPr>
          <p:cNvPr id="18" name="">
            <a:extLst xmlns:a="http://schemas.openxmlformats.org/drawingml/2006/main">
              <a:ext uri="{FF2B5EF4-FFF2-40B4-BE49-F238E27FC236}">
                <a16:creationId xmlns:a16="http://schemas.microsoft.com/office/drawing/2014/main" id="{6D43158D-B17C-4120-B041-473475E7AA7A}"/>
              </a:ext>
            </a:extLst>
          </p:cNvPr>
          <p:cNvSpPr>
            <a:spLocks xmlns:a="http://schemas.openxmlformats.org/drawingml/2006/main" noGrp="1"/>
          </p:cNvSpPr>
          <p:nvPr/>
        </p:nvSpPr>
        <p:spPr>
          <a:xfrm xmlns:a="http://schemas.openxmlformats.org/drawingml/2006/main">
            <a:off x="7829550" y="3781425"/>
            <a:ext cx="1562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0">
                <a:solidFill>
                  <a:srgbClr val="52657A"/>
                </a:solidFill>
                <a:latin typeface="Noto Sans CJK KR"/>
                <a:ea typeface="Noto Sans CJK KR"/>
                <a:cs typeface="Noto Sans CJK KR"/>
              </a:defRPr>
            </a:pPr>
            <a:r>
              <a:rPr sz="825" b="0">
                <a:solidFill>
                  <a:srgbClr val="52657A"/>
                </a:solidFill>
                <a:latin typeface="Noto Sans CJK KR"/>
                <a:ea typeface="Noto Sans CJK KR"/>
                <a:cs typeface="Noto Sans CJK KR"/>
              </a:rPr>
              <a:t>4월 1,408 · 5월 144 · 6월 1,749</a:t>
            </a:r>
          </a:p>
        </p:txBody>
      </p:sp>
      <p:sp>
        <p:nvSpPr>
          <p:cNvPr id="19" name="">
            <a:extLst xmlns:a="http://schemas.openxmlformats.org/drawingml/2006/main">
              <a:ext uri="{FF2B5EF4-FFF2-40B4-BE49-F238E27FC236}">
                <a16:creationId xmlns:a16="http://schemas.microsoft.com/office/drawing/2014/main" id="{D949859C-B467-4BE9-8563-66177E4085C4}"/>
              </a:ext>
            </a:extLst>
          </p:cNvPr>
          <p:cNvSpPr>
            <a:spLocks xmlns:a="http://schemas.openxmlformats.org/drawingml/2006/main" noGrp="1"/>
          </p:cNvSpPr>
          <p:nvPr/>
        </p:nvSpPr>
        <p:spPr>
          <a:xfrm xmlns:a="http://schemas.openxmlformats.org/drawingml/2006/main">
            <a:off x="9715500" y="2962275"/>
            <a:ext cx="19621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FD9E6"/>
            </a:solidFill>
          </a:ln>
        </p:spPr>
      </p:sp>
      <p:sp>
        <p:nvSpPr>
          <p:cNvPr id="20" name="">
            <a:extLst xmlns:a="http://schemas.openxmlformats.org/drawingml/2006/main">
              <a:ext uri="{FF2B5EF4-FFF2-40B4-BE49-F238E27FC236}">
                <a16:creationId xmlns:a16="http://schemas.microsoft.com/office/drawing/2014/main" id="{2EC162C6-6D2A-47D7-AD68-30DB972977A6}"/>
              </a:ext>
            </a:extLst>
          </p:cNvPr>
          <p:cNvSpPr>
            <a:spLocks xmlns:a="http://schemas.openxmlformats.org/drawingml/2006/main" noGrp="1"/>
          </p:cNvSpPr>
          <p:nvPr/>
        </p:nvSpPr>
        <p:spPr>
          <a:xfrm xmlns:a="http://schemas.openxmlformats.org/drawingml/2006/main">
            <a:off x="9867900" y="3095625"/>
            <a:ext cx="1657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F29B38"/>
                </a:solidFill>
                <a:latin typeface="Noto Sans CJK KR"/>
                <a:ea typeface="Noto Sans CJK KR"/>
                <a:cs typeface="Noto Sans CJK KR"/>
              </a:defRPr>
            </a:pPr>
            <a:r>
              <a:rPr sz="2400" b="1">
                <a:solidFill>
                  <a:srgbClr val="F29B38"/>
                </a:solidFill>
                <a:latin typeface="Noto Sans CJK KR"/>
                <a:ea typeface="Noto Sans CJK KR"/>
                <a:cs typeface="Noto Sans CJK KR"/>
              </a:rPr>
              <a:t>124,522</a:t>
            </a:r>
          </a:p>
        </p:txBody>
      </p:sp>
      <p:sp>
        <p:nvSpPr>
          <p:cNvPr id="21" name="">
            <a:extLst xmlns:a="http://schemas.openxmlformats.org/drawingml/2006/main">
              <a:ext uri="{FF2B5EF4-FFF2-40B4-BE49-F238E27FC236}">
                <a16:creationId xmlns:a16="http://schemas.microsoft.com/office/drawing/2014/main" id="{19E887DF-D385-47CE-A56A-FCF3405FA742}"/>
              </a:ext>
            </a:extLst>
          </p:cNvPr>
          <p:cNvSpPr>
            <a:spLocks xmlns:a="http://schemas.openxmlformats.org/drawingml/2006/main" noGrp="1"/>
          </p:cNvSpPr>
          <p:nvPr/>
        </p:nvSpPr>
        <p:spPr>
          <a:xfrm xmlns:a="http://schemas.openxmlformats.org/drawingml/2006/main">
            <a:off x="9867900" y="3543300"/>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132238"/>
                </a:solidFill>
                <a:latin typeface="Noto Sans CJK KR"/>
                <a:ea typeface="Noto Sans CJK KR"/>
                <a:cs typeface="Noto Sans CJK KR"/>
              </a:defRPr>
            </a:pPr>
            <a:r>
              <a:rPr sz="1125" b="1">
                <a:solidFill>
                  <a:srgbClr val="132238"/>
                </a:solidFill>
                <a:latin typeface="Noto Sans CJK KR"/>
                <a:ea typeface="Noto Sans CJK KR"/>
                <a:cs typeface="Noto Sans CJK KR"/>
              </a:rPr>
              <a:t>최신 차수 공고</a:t>
            </a:r>
          </a:p>
        </p:txBody>
      </p:sp>
      <p:sp>
        <p:nvSpPr>
          <p:cNvPr id="22" name="">
            <a:extLst xmlns:a="http://schemas.openxmlformats.org/drawingml/2006/main">
              <a:ext uri="{FF2B5EF4-FFF2-40B4-BE49-F238E27FC236}">
                <a16:creationId xmlns:a16="http://schemas.microsoft.com/office/drawing/2014/main" id="{89884F4C-28F3-4CA9-B2D3-953C46F73BF6}"/>
              </a:ext>
            </a:extLst>
          </p:cNvPr>
          <p:cNvSpPr>
            <a:spLocks xmlns:a="http://schemas.openxmlformats.org/drawingml/2006/main" noGrp="1"/>
          </p:cNvSpPr>
          <p:nvPr/>
        </p:nvSpPr>
        <p:spPr>
          <a:xfrm xmlns:a="http://schemas.openxmlformats.org/drawingml/2006/main">
            <a:off x="9867900" y="3781425"/>
            <a:ext cx="1657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0">
                <a:solidFill>
                  <a:srgbClr val="52657A"/>
                </a:solidFill>
                <a:latin typeface="Noto Sans CJK KR"/>
                <a:ea typeface="Noto Sans CJK KR"/>
                <a:cs typeface="Noto Sans CJK KR"/>
              </a:defRPr>
            </a:pPr>
            <a:r>
              <a:rPr sz="825" b="0">
                <a:solidFill>
                  <a:srgbClr val="52657A"/>
                </a:solidFill>
                <a:latin typeface="Noto Sans CJK KR"/>
                <a:ea typeface="Noto Sans CJK KR"/>
                <a:cs typeface="Noto Sans CJK KR"/>
              </a:rPr>
              <a:t>중복 차수 제거 관점</a:t>
            </a:r>
          </a:p>
        </p:txBody>
      </p:sp>
      <p:sp>
        <p:nvSpPr>
          <p:cNvPr id="23" name="">
            <a:extLst xmlns:a="http://schemas.openxmlformats.org/drawingml/2006/main">
              <a:ext uri="{FF2B5EF4-FFF2-40B4-BE49-F238E27FC236}">
                <a16:creationId xmlns:a16="http://schemas.microsoft.com/office/drawing/2014/main" id="{6D826B02-25B8-4E00-9B00-3892902B4AC6}"/>
              </a:ext>
            </a:extLst>
          </p:cNvPr>
          <p:cNvSpPr>
            <a:spLocks xmlns:a="http://schemas.openxmlformats.org/drawingml/2006/main" noGrp="1"/>
          </p:cNvSpPr>
          <p:nvPr/>
        </p:nvSpPr>
        <p:spPr>
          <a:xfrm xmlns:a="http://schemas.openxmlformats.org/drawingml/2006/main">
            <a:off x="7677150" y="4276725"/>
            <a:ext cx="4000500" cy="790575"/>
          </a:xfrm>
          <a:prstGeom xmlns:a="http://schemas.openxmlformats.org/drawingml/2006/main" prst="roundRect">
            <a:avLst>
              <a:gd name="adj" fmla="val 9639"/>
            </a:avLst>
          </a:prstGeom>
          <a:solidFill xmlns:a="http://schemas.openxmlformats.org/drawingml/2006/main">
            <a:srgbClr val="E9F0FF"/>
          </a:solidFill>
          <a:ln xmlns:a="http://schemas.openxmlformats.org/drawingml/2006/main" w="9525">
            <a:solidFill>
              <a:srgbClr val="BDD0FF"/>
            </a:solidFill>
          </a:ln>
        </p:spPr>
      </p:sp>
      <p:sp>
        <p:nvSpPr>
          <p:cNvPr id="24" name="">
            <a:extLst xmlns:a="http://schemas.openxmlformats.org/drawingml/2006/main">
              <a:ext uri="{FF2B5EF4-FFF2-40B4-BE49-F238E27FC236}">
                <a16:creationId xmlns:a16="http://schemas.microsoft.com/office/drawing/2014/main" id="{87B1EA18-8C2D-46C0-B9F9-077A8B85B55D}"/>
              </a:ext>
            </a:extLst>
          </p:cNvPr>
          <p:cNvSpPr>
            <a:spLocks xmlns:a="http://schemas.openxmlformats.org/drawingml/2006/main" noGrp="1"/>
          </p:cNvSpPr>
          <p:nvPr/>
        </p:nvSpPr>
        <p:spPr>
          <a:xfrm xmlns:a="http://schemas.openxmlformats.org/drawingml/2006/main">
            <a:off x="7848600" y="4410075"/>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2F6BFF"/>
                </a:solidFill>
                <a:latin typeface="Noto Sans CJK KR"/>
                <a:ea typeface="Noto Sans CJK KR"/>
                <a:cs typeface="Noto Sans CJK KR"/>
              </a:defRPr>
            </a:pPr>
            <a:r>
              <a:rPr sz="1125" b="1">
                <a:solidFill>
                  <a:srgbClr val="2F6BFF"/>
                </a:solidFill>
                <a:latin typeface="Noto Sans CJK KR"/>
                <a:ea typeface="Noto Sans CJK KR"/>
                <a:cs typeface="Noto Sans CJK KR"/>
              </a:rPr>
              <a:t>저장 원칙</a:t>
            </a:r>
          </a:p>
        </p:txBody>
      </p:sp>
      <p:sp>
        <p:nvSpPr>
          <p:cNvPr id="25" name="">
            <a:extLst xmlns:a="http://schemas.openxmlformats.org/drawingml/2006/main">
              <a:ext uri="{FF2B5EF4-FFF2-40B4-BE49-F238E27FC236}">
                <a16:creationId xmlns:a16="http://schemas.microsoft.com/office/drawing/2014/main" id="{1C2D9947-FFA2-46B8-8D07-61C2F1141FE4}"/>
              </a:ext>
            </a:extLst>
          </p:cNvPr>
          <p:cNvSpPr>
            <a:spLocks xmlns:a="http://schemas.openxmlformats.org/drawingml/2006/main" noGrp="1"/>
          </p:cNvSpPr>
          <p:nvPr/>
        </p:nvSpPr>
        <p:spPr>
          <a:xfrm xmlns:a="http://schemas.openxmlformats.org/drawingml/2006/main">
            <a:off x="8801100" y="4391025"/>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132238"/>
                </a:solidFill>
                <a:latin typeface="Noto Sans CJK KR"/>
                <a:ea typeface="Noto Sans CJK KR"/>
                <a:cs typeface="Noto Sans CJK KR"/>
              </a:defRPr>
            </a:pPr>
            <a:r>
              <a:rPr sz="1050" b="1">
                <a:solidFill>
                  <a:srgbClr val="132238"/>
                </a:solidFill>
                <a:latin typeface="Noto Sans CJK KR"/>
                <a:ea typeface="Noto Sans CJK KR"/>
                <a:cs typeface="Noto Sans CJK KR"/>
              </a:rPr>
              <a:t>raw / parsed / jsonl과 해시·실패 사유를 분리해 재개 가능하게 보존</a:t>
            </a:r>
          </a:p>
        </p:txBody>
      </p:sp>
      <p:sp>
        <p:nvSpPr>
          <p:cNvPr id="26" name="">
            <a:extLst xmlns:a="http://schemas.openxmlformats.org/drawingml/2006/main">
              <a:ext uri="{FF2B5EF4-FFF2-40B4-BE49-F238E27FC236}">
                <a16:creationId xmlns:a16="http://schemas.microsoft.com/office/drawing/2014/main" id="{5470DBB6-2922-444E-96DC-4629528D6B89}"/>
              </a:ext>
            </a:extLst>
          </p:cNvPr>
          <p:cNvSpPr>
            <a:spLocks xmlns:a="http://schemas.openxmlformats.org/drawingml/2006/main" noGrp="1"/>
          </p:cNvSpPr>
          <p:nvPr/>
        </p:nvSpPr>
        <p:spPr>
          <a:xfrm xmlns:a="http://schemas.openxmlformats.org/drawingml/2006/main">
            <a:off x="514350" y="5753100"/>
            <a:ext cx="11163300" cy="447675"/>
          </a:xfrm>
          <a:prstGeom xmlns:a="http://schemas.openxmlformats.org/drawingml/2006/main" prst="roundRect">
            <a:avLst>
              <a:gd name="adj" fmla="val 17021"/>
            </a:avLst>
          </a:prstGeom>
          <a:solidFill xmlns:a="http://schemas.openxmlformats.org/drawingml/2006/main">
            <a:srgbClr val="183B5B"/>
          </a:solidFill>
          <a:ln xmlns:a="http://schemas.openxmlformats.org/drawingml/2006/main" w="9525">
            <a:solidFill>
              <a:srgbClr val="183B5B"/>
            </a:solidFill>
          </a:ln>
        </p:spPr>
      </p:sp>
      <p:sp>
        <p:nvSpPr>
          <p:cNvPr id="27" name="">
            <a:extLst xmlns:a="http://schemas.openxmlformats.org/drawingml/2006/main">
              <a:ext uri="{FF2B5EF4-FFF2-40B4-BE49-F238E27FC236}">
                <a16:creationId xmlns:a16="http://schemas.microsoft.com/office/drawing/2014/main" id="{1F4667AF-6684-4C2F-BBAF-3F060AF91252}"/>
              </a:ext>
            </a:extLst>
          </p:cNvPr>
          <p:cNvSpPr>
            <a:spLocks xmlns:a="http://schemas.openxmlformats.org/drawingml/2006/main" noGrp="1"/>
          </p:cNvSpPr>
          <p:nvPr/>
        </p:nvSpPr>
        <p:spPr>
          <a:xfrm xmlns:a="http://schemas.openxmlformats.org/drawingml/2006/main">
            <a:off x="685800" y="58674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FFFFFF"/>
                </a:solidFill>
                <a:latin typeface="Noto Sans CJK KR"/>
                <a:ea typeface="Noto Sans CJK KR"/>
                <a:cs typeface="Noto Sans CJK KR"/>
              </a:defRPr>
            </a:pPr>
            <a:r>
              <a:rPr sz="1350" b="1">
                <a:solidFill>
                  <a:srgbClr val="FFFFFF"/>
                </a:solidFill>
                <a:latin typeface="Noto Sans CJK KR"/>
                <a:ea typeface="Noto Sans CJK KR"/>
                <a:cs typeface="Noto Sans CJK KR"/>
              </a:rPr>
              <a:t>모든 첨부를 성공으로 세지 않고, 사용할 수 없는 문서와 실패 원인을 별도 기록</a:t>
            </a:r>
          </a:p>
        </p:txBody>
      </p:sp>
      <p:sp>
        <p:nvSpPr>
          <p:cNvPr id="28" name="">
            <a:extLst xmlns:a="http://schemas.openxmlformats.org/drawingml/2006/main">
              <a:ext uri="{FF2B5EF4-FFF2-40B4-BE49-F238E27FC236}">
                <a16:creationId xmlns:a16="http://schemas.microsoft.com/office/drawing/2014/main" id="{65C7E7AB-516B-4103-9680-69C5F3ED0E70}"/>
              </a:ext>
            </a:extLst>
          </p:cNvPr>
          <p:cNvSpPr>
            <a:spLocks xmlns:a="http://schemas.openxmlformats.org/drawingml/2006/main" noGrp="1"/>
          </p:cNvSpPr>
          <p:nvPr/>
        </p:nvSpPr>
        <p:spPr>
          <a:xfrm xmlns:a="http://schemas.openxmlformats.org/drawingml/2006/main">
            <a:off x="514350" y="6353175"/>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29" name="">
            <a:extLst xmlns:a="http://schemas.openxmlformats.org/drawingml/2006/main">
              <a:ext uri="{FF2B5EF4-FFF2-40B4-BE49-F238E27FC236}">
                <a16:creationId xmlns:a16="http://schemas.microsoft.com/office/drawing/2014/main" id="{F0D4D824-3F07-4A12-9EB3-565EAB82C29D}"/>
              </a:ext>
            </a:extLst>
          </p:cNvPr>
          <p:cNvSpPr>
            <a:spLocks xmlns:a="http://schemas.openxmlformats.org/drawingml/2006/main" noGrp="1"/>
          </p:cNvSpPr>
          <p:nvPr/>
        </p:nvSpPr>
        <p:spPr>
          <a:xfrm xmlns:a="http://schemas.openxmlformats.org/drawingml/2006/main">
            <a:off x="533400" y="6457950"/>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0">
                <a:solidFill>
                  <a:srgbClr val="52657A"/>
                </a:solidFill>
                <a:latin typeface="Noto Sans CJK KR"/>
                <a:ea typeface="Noto Sans CJK KR"/>
                <a:cs typeface="Noto Sans CJK KR"/>
              </a:defRPr>
            </a:pPr>
            <a:r>
              <a:rPr sz="825" b="0">
                <a:solidFill>
                  <a:srgbClr val="52657A"/>
                </a:solidFill>
                <a:latin typeface="Noto Sans CJK KR"/>
                <a:ea typeface="Noto Sans CJK KR"/>
                <a:cs typeface="Noto Sans CJK KR"/>
              </a:rPr>
              <a:t>근거: project-docs/데이터현황/3개월_통합현황.md · 2026.09.11 확정</a:t>
            </a:r>
          </a:p>
        </p:txBody>
      </p:sp>
      <p:sp>
        <p:nvSpPr>
          <p:cNvPr id="30" name="">
            <a:extLst xmlns:a="http://schemas.openxmlformats.org/drawingml/2006/main">
              <a:ext uri="{FF2B5EF4-FFF2-40B4-BE49-F238E27FC236}">
                <a16:creationId xmlns:a16="http://schemas.microsoft.com/office/drawing/2014/main" id="{E87897B4-01D4-41A1-97AC-CEF73310968C}"/>
              </a:ext>
            </a:extLst>
          </p:cNvPr>
          <p:cNvSpPr>
            <a:spLocks xmlns:a="http://schemas.openxmlformats.org/drawingml/2006/main" noGrp="1"/>
          </p:cNvSpPr>
          <p:nvPr/>
        </p:nvSpPr>
        <p:spPr>
          <a:xfrm xmlns:a="http://schemas.openxmlformats.org/drawingml/2006/main">
            <a:off x="10001250" y="6457950"/>
            <a:ext cx="1676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1">
                <a:solidFill>
                  <a:srgbClr val="183B5B"/>
                </a:solidFill>
                <a:latin typeface="Noto Sans CJK KR"/>
                <a:ea typeface="Noto Sans CJK KR"/>
                <a:cs typeface="Noto Sans CJK KR"/>
              </a:defRPr>
            </a:pPr>
            <a:r>
              <a:rPr sz="825" b="1">
                <a:solidFill>
                  <a:srgbClr val="183B5B"/>
                </a:solidFill>
                <a:latin typeface="Noto Sans CJK KR"/>
                <a:ea typeface="Noto Sans CJK KR"/>
                <a:cs typeface="Noto Sans CJK KR"/>
              </a:rPr>
              <a:t>ASTRA · ko-LettuceDetect</a:t>
            </a:r>
          </a:p>
        </p:txBody>
      </p:sp>
    </p:spTree>
    <p:extLst>
      <p:ext uri="{BB962C8B-B14F-4D97-AF65-F5344CB8AC3E}">
        <p14:creationId xmlns:p14="http://schemas.microsoft.com/office/powerpoint/2010/main" val="2040808149"/>
      </p:ext>
    </p:extLst>
  </p:cSld>
</p:sld>
</file>

<file path=ppt/slides/slide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DC62D63-D574-4A9C-9C36-60E967558DA6}"/>
              </a:ext>
            </a:extLst>
          </p:cNvPr>
          <p:cNvSpPr>
            <a:spLocks xmlns:a="http://schemas.openxmlformats.org/drawingml/2006/main" noGrp="1"/>
          </p:cNvSpPr>
          <p:nvPr/>
        </p:nvSpPr>
        <p:spPr>
          <a:xfrm xmlns:a="http://schemas.openxmlformats.org/drawingml/2006/main">
            <a:off x="5143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119C8B"/>
                </a:solidFill>
                <a:latin typeface="Noto Sans CJK KR"/>
                <a:ea typeface="Noto Sans CJK KR"/>
                <a:cs typeface="Noto Sans CJK KR"/>
              </a:defRPr>
            </a:pPr>
            <a:r>
              <a:rPr sz="975" b="1">
                <a:solidFill>
                  <a:srgbClr val="119C8B"/>
                </a:solidFill>
                <a:latin typeface="Noto Sans CJK KR"/>
                <a:ea typeface="Noto Sans CJK KR"/>
                <a:cs typeface="Noto Sans CJK KR"/>
              </a:rPr>
              <a:t>데이터 구축</a:t>
            </a:r>
          </a:p>
        </p:txBody>
      </p:sp>
      <p:sp>
        <p:nvSpPr>
          <p:cNvPr id="2" name="">
            <a:extLst xmlns:a="http://schemas.openxmlformats.org/drawingml/2006/main">
              <a:ext uri="{FF2B5EF4-FFF2-40B4-BE49-F238E27FC236}">
                <a16:creationId xmlns:a16="http://schemas.microsoft.com/office/drawing/2014/main" id="{0D4B4F9A-CCFC-4C00-86C7-8894A59E0989}"/>
              </a:ext>
            </a:extLst>
          </p:cNvPr>
          <p:cNvSpPr>
            <a:spLocks xmlns:a="http://schemas.openxmlformats.org/drawingml/2006/main" noGrp="1"/>
          </p:cNvSpPr>
          <p:nvPr/>
        </p:nvSpPr>
        <p:spPr>
          <a:xfrm xmlns:a="http://schemas.openxmlformats.org/drawingml/2006/main">
            <a:off x="514350" y="457200"/>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132238"/>
                </a:solidFill>
                <a:latin typeface="Noto Sans CJK KR"/>
                <a:ea typeface="Noto Sans CJK KR"/>
                <a:cs typeface="Noto Sans CJK KR"/>
              </a:defRPr>
            </a:pPr>
            <a:r>
              <a:rPr sz="2325" b="1">
                <a:solidFill>
                  <a:srgbClr val="132238"/>
                </a:solidFill>
                <a:latin typeface="Noto Sans CJK KR"/>
                <a:ea typeface="Noto Sans CJK KR"/>
                <a:cs typeface="Noto Sans CJK KR"/>
              </a:rPr>
              <a:t>완전 공고 비율과 요건 구조를 보고 “용역”을 선택했다</a:t>
            </a:r>
          </a:p>
        </p:txBody>
      </p:sp>
      <p:sp>
        <p:nvSpPr>
          <p:cNvPr id="3" name="">
            <a:extLst xmlns:a="http://schemas.openxmlformats.org/drawingml/2006/main">
              <a:ext uri="{FF2B5EF4-FFF2-40B4-BE49-F238E27FC236}">
                <a16:creationId xmlns:a16="http://schemas.microsoft.com/office/drawing/2014/main" id="{BAD6767F-9C1B-4DE1-BFD6-796909F88FBE}"/>
              </a:ext>
            </a:extLst>
          </p:cNvPr>
          <p:cNvSpPr>
            <a:spLocks xmlns:a="http://schemas.openxmlformats.org/drawingml/2006/main" noGrp="1"/>
          </p:cNvSpPr>
          <p:nvPr/>
        </p:nvSpPr>
        <p:spPr>
          <a:xfrm xmlns:a="http://schemas.openxmlformats.org/drawingml/2006/main">
            <a:off x="533400" y="923925"/>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2657A"/>
                </a:solidFill>
                <a:latin typeface="Noto Sans CJK KR"/>
                <a:ea typeface="Noto Sans CJK KR"/>
                <a:cs typeface="Noto Sans CJK KR"/>
              </a:defRPr>
            </a:pPr>
            <a:r>
              <a:rPr sz="1200" b="0">
                <a:solidFill>
                  <a:srgbClr val="52657A"/>
                </a:solidFill>
                <a:latin typeface="Noto Sans CJK KR"/>
                <a:ea typeface="Noto Sans CJK KR"/>
                <a:cs typeface="Noto Sans CJK KR"/>
              </a:rPr>
              <a:t>완전 공고 = 공고문 + 제안요청서 또는 과업·규격서</a:t>
            </a:r>
          </a:p>
        </p:txBody>
      </p:sp>
      <p:sp>
        <p:nvSpPr>
          <p:cNvPr id="4" name="">
            <a:extLst xmlns:a="http://schemas.openxmlformats.org/drawingml/2006/main">
              <a:ext uri="{FF2B5EF4-FFF2-40B4-BE49-F238E27FC236}">
                <a16:creationId xmlns:a16="http://schemas.microsoft.com/office/drawing/2014/main" id="{C4D447E1-38CD-48CE-826A-6F7F52EF4263}"/>
              </a:ext>
            </a:extLst>
          </p:cNvPr>
          <p:cNvSpPr>
            <a:spLocks xmlns:a="http://schemas.openxmlformats.org/drawingml/2006/main" noGrp="1"/>
          </p:cNvSpPr>
          <p:nvPr/>
        </p:nvSpPr>
        <p:spPr>
          <a:xfrm xmlns:a="http://schemas.openxmlformats.org/drawingml/2006/main">
            <a:off x="514350" y="1257300"/>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5" name="">
            <a:extLst xmlns:a="http://schemas.openxmlformats.org/drawingml/2006/main">
              <a:ext uri="{FF2B5EF4-FFF2-40B4-BE49-F238E27FC236}">
                <a16:creationId xmlns:a16="http://schemas.microsoft.com/office/drawing/2014/main" id="{50766409-E6C4-401A-9662-961E90F4219F}"/>
              </a:ext>
            </a:extLst>
          </p:cNvPr>
          <p:cNvSpPr>
            <a:spLocks xmlns:a="http://schemas.openxmlformats.org/drawingml/2006/main" noGrp="1"/>
          </p:cNvSpPr>
          <p:nvPr/>
        </p:nvSpPr>
        <p:spPr>
          <a:xfrm xmlns:a="http://schemas.openxmlformats.org/drawingml/2006/main">
            <a:off x="11201400" y="209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52657A"/>
                </a:solidFill>
                <a:latin typeface="Noto Sans CJK KR"/>
                <a:ea typeface="Noto Sans CJK KR"/>
                <a:cs typeface="Noto Sans CJK KR"/>
              </a:defRPr>
            </a:pPr>
            <a:r>
              <a:rPr sz="975" b="1">
                <a:solidFill>
                  <a:srgbClr val="52657A"/>
                </a:solidFill>
                <a:latin typeface="Noto Sans CJK KR"/>
                <a:ea typeface="Noto Sans CJK KR"/>
                <a:cs typeface="Noto Sans CJK KR"/>
              </a:rPr>
              <a:t>07</a:t>
            </a:r>
          </a:p>
        </p:txBody>
      </p:sp>
      <p:graphicFrame>
        <p:nvGraphicFramePr>
          <p:cNvPr id="21" name="Chart"/>
          <p:cNvGraphicFramePr/>
          <p:nvPr/>
        </p:nvGraphicFramePr>
        <p:xfrm>
          <a:off xmlns:a="http://schemas.openxmlformats.org/drawingml/2006/main" x="514350" y="1628775"/>
          <a:ext xmlns:a="http://schemas.openxmlformats.org/drawingml/2006/main" cx="6238875" cy="3095625"/>
        </p:xfrm>
        <a:graphic xmlns:a="http://schemas.openxmlformats.org/drawingml/2006/main">
          <a:graphicData uri="http://schemas.openxmlformats.org/drawingml/2006/chart">
            <c:chart xmlns:r="http://schemas.openxmlformats.org/officeDocument/2006/relationships" xmlns:c="http://schemas.openxmlformats.org/drawingml/2006/chart" r:id="R81fc1c09e0914ebf"/>
          </a:graphicData>
        </a:graphic>
      </p:graphicFrame>
      <p:graphicFrame>
        <p:nvGraphicFramePr>
          <p:cNvPr id="22" name=""/>
          <p:cNvGraphicFramePr/>
          <p:nvPr/>
        </p:nvGraphicFramePr>
        <p:xfrm>
          <a:off xmlns:a="http://schemas.openxmlformats.org/drawingml/2006/main" x="7077075" y="1638300"/>
          <a:ext xmlns:a="http://schemas.openxmlformats.org/drawingml/2006/main" cx="4600575" cy="2514600"/>
        </p:xfrm>
        <a:graphic xmlns:a="http://schemas.openxmlformats.org/drawingml/2006/main">
          <a:graphicData uri="http://schemas.openxmlformats.org/drawingml/2006/table">
            <a:tbl>
              <a:tblPr/>
              <a:tblGrid>
                <a:gridCol w="1028700"/>
                <a:gridCol w="914400"/>
                <a:gridCol w="1162050"/>
                <a:gridCol w="971550"/>
                <a:gridCol w="523875"/>
              </a:tblGrid>
              <a:tr h="628650">
                <a:tc>
                  <a:txBody>
                    <a:bodyPr/>
                    <a:lstStyle/>
                    <a:p>
                      <a:r>
                        <a:rPr sz="1050" b="1">
                          <a:solidFill>
                            <a:srgbClr val="FFFFFF"/>
                          </a:solidFill>
                          <a:latin typeface="Noto Sans CJK KR"/>
                          <a:ea typeface="Noto Sans CJK KR"/>
                          <a:cs typeface="Noto Sans CJK KR"/>
                        </a:rPr>
                        <a:t>업무구분</a:t>
                      </a:r>
                    </a:p>
                  </a:txBody>
                  <a:tcPr marL="76200" marR="76200" marT="57150" marB="57150" anchor="ctr">
                    <a:solidFill>
                      <a:srgbClr val="183B5B"/>
                    </a:solidFill>
                  </a:tcPr>
                </a:tc>
                <a:tc>
                  <a:txBody>
                    <a:bodyPr/>
                    <a:lstStyle/>
                    <a:p>
                      <a:r>
                        <a:rPr sz="1050" b="1">
                          <a:solidFill>
                            <a:srgbClr val="FFFFFF"/>
                          </a:solidFill>
                          <a:latin typeface="Noto Sans CJK KR"/>
                          <a:ea typeface="Noto Sans CJK KR"/>
                          <a:cs typeface="Noto Sans CJK KR"/>
                        </a:rPr>
                        <a:t>공고</a:t>
                      </a:r>
                    </a:p>
                  </a:txBody>
                  <a:tcPr marL="76200" marR="76200" marT="57150" marB="57150" anchor="ctr">
                    <a:solidFill>
                      <a:srgbClr val="183B5B"/>
                    </a:solidFill>
                  </a:tcPr>
                </a:tc>
                <a:tc>
                  <a:txBody>
                    <a:bodyPr/>
                    <a:lstStyle/>
                    <a:p>
                      <a:r>
                        <a:rPr sz="1050" b="1">
                          <a:solidFill>
                            <a:srgbClr val="FFFFFF"/>
                          </a:solidFill>
                          <a:latin typeface="Noto Sans CJK KR"/>
                          <a:ea typeface="Noto Sans CJK KR"/>
                          <a:cs typeface="Noto Sans CJK KR"/>
                        </a:rPr>
                        <a:t>사용 가능 문서</a:t>
                      </a:r>
                    </a:p>
                  </a:txBody>
                  <a:tcPr marL="76200" marR="76200" marT="57150" marB="57150" anchor="ctr">
                    <a:solidFill>
                      <a:srgbClr val="183B5B"/>
                    </a:solidFill>
                  </a:tcPr>
                </a:tc>
                <a:tc>
                  <a:txBody>
                    <a:bodyPr/>
                    <a:lstStyle/>
                    <a:p>
                      <a:r>
                        <a:rPr sz="1050" b="1">
                          <a:solidFill>
                            <a:srgbClr val="FFFFFF"/>
                          </a:solidFill>
                          <a:latin typeface="Noto Sans CJK KR"/>
                          <a:ea typeface="Noto Sans CJK KR"/>
                          <a:cs typeface="Noto Sans CJK KR"/>
                        </a:rPr>
                        <a:t>완전 공고</a:t>
                      </a:r>
                    </a:p>
                  </a:txBody>
                  <a:tcPr marL="76200" marR="76200" marT="57150" marB="57150" anchor="ctr">
                    <a:solidFill>
                      <a:srgbClr val="183B5B"/>
                    </a:solidFill>
                  </a:tcPr>
                </a:tc>
                <a:tc>
                  <a:txBody>
                    <a:bodyPr/>
                    <a:lstStyle/>
                    <a:p>
                      <a:r>
                        <a:rPr sz="1050" b="1">
                          <a:solidFill>
                            <a:srgbClr val="FFFFFF"/>
                          </a:solidFill>
                          <a:latin typeface="Noto Sans CJK KR"/>
                          <a:ea typeface="Noto Sans CJK KR"/>
                          <a:cs typeface="Noto Sans CJK KR"/>
                        </a:rPr>
                        <a:t>비율</a:t>
                      </a:r>
                    </a:p>
                  </a:txBody>
                  <a:tcPr marL="76200" marR="76200" marT="57150" marB="57150" anchor="ctr">
                    <a:solidFill>
                      <a:srgbClr val="183B5B"/>
                    </a:solidFill>
                  </a:tcPr>
                </a:tc>
              </a:tr>
              <a:tr h="628650">
                <a:tc>
                  <a:txBody>
                    <a:bodyPr/>
                    <a:lstStyle/>
                    <a:p>
                      <a:r>
                        <a:rPr sz="1050">
                          <a:solidFill>
                            <a:srgbClr val="132238"/>
                          </a:solidFill>
                          <a:latin typeface="Noto Sans CJK KR"/>
                          <a:ea typeface="Noto Sans CJK KR"/>
                          <a:cs typeface="Noto Sans CJK KR"/>
                        </a:rPr>
                        <a:t>용역</a:t>
                      </a:r>
                    </a:p>
                  </a:txBody>
                  <a:tcPr marL="76200" marR="76200" marT="57150" marB="57150" anchor="ctr">
                    <a:solidFill>
                      <a:srgbClr val="FFFFFF"/>
                    </a:solidFill>
                  </a:tcPr>
                </a:tc>
                <a:tc>
                  <a:txBody>
                    <a:bodyPr/>
                    <a:lstStyle/>
                    <a:p>
                      <a:r>
                        <a:rPr sz="1050">
                          <a:solidFill>
                            <a:srgbClr val="132238"/>
                          </a:solidFill>
                          <a:latin typeface="Noto Sans CJK KR"/>
                          <a:ea typeface="Noto Sans CJK KR"/>
                          <a:cs typeface="Noto Sans CJK KR"/>
                        </a:rPr>
                        <a:t>50,717</a:t>
                      </a:r>
                    </a:p>
                  </a:txBody>
                  <a:tcPr marL="76200" marR="76200" marT="57150" marB="57150" anchor="ctr">
                    <a:solidFill>
                      <a:srgbClr val="FFFFFF"/>
                    </a:solidFill>
                  </a:tcPr>
                </a:tc>
                <a:tc>
                  <a:txBody>
                    <a:bodyPr/>
                    <a:lstStyle/>
                    <a:p>
                      <a:r>
                        <a:rPr sz="1050">
                          <a:solidFill>
                            <a:srgbClr val="132238"/>
                          </a:solidFill>
                          <a:latin typeface="Noto Sans CJK KR"/>
                          <a:ea typeface="Noto Sans CJK KR"/>
                          <a:cs typeface="Noto Sans CJK KR"/>
                        </a:rPr>
                        <a:t>102,702</a:t>
                      </a:r>
                    </a:p>
                  </a:txBody>
                  <a:tcPr marL="76200" marR="76200" marT="57150" marB="57150" anchor="ctr">
                    <a:solidFill>
                      <a:srgbClr val="FFFFFF"/>
                    </a:solidFill>
                  </a:tcPr>
                </a:tc>
                <a:tc>
                  <a:txBody>
                    <a:bodyPr/>
                    <a:lstStyle/>
                    <a:p>
                      <a:r>
                        <a:rPr sz="1050">
                          <a:solidFill>
                            <a:srgbClr val="132238"/>
                          </a:solidFill>
                          <a:latin typeface="Noto Sans CJK KR"/>
                          <a:ea typeface="Noto Sans CJK KR"/>
                          <a:cs typeface="Noto Sans CJK KR"/>
                        </a:rPr>
                        <a:t>28,852</a:t>
                      </a:r>
                    </a:p>
                  </a:txBody>
                  <a:tcPr marL="76200" marR="76200" marT="57150" marB="57150" anchor="ctr">
                    <a:solidFill>
                      <a:srgbClr val="FFFFFF"/>
                    </a:solidFill>
                  </a:tcPr>
                </a:tc>
                <a:tc>
                  <a:txBody>
                    <a:bodyPr/>
                    <a:lstStyle/>
                    <a:p>
                      <a:r>
                        <a:rPr sz="1050">
                          <a:solidFill>
                            <a:srgbClr val="132238"/>
                          </a:solidFill>
                          <a:latin typeface="Noto Sans CJK KR"/>
                          <a:ea typeface="Noto Sans CJK KR"/>
                          <a:cs typeface="Noto Sans CJK KR"/>
                        </a:rPr>
                        <a:t>57%</a:t>
                      </a:r>
                    </a:p>
                  </a:txBody>
                  <a:tcPr marL="76200" marR="76200" marT="57150" marB="57150" anchor="ctr">
                    <a:solidFill>
                      <a:srgbClr val="FFFFFF"/>
                    </a:solidFill>
                  </a:tcPr>
                </a:tc>
              </a:tr>
              <a:tr h="628650">
                <a:tc>
                  <a:txBody>
                    <a:bodyPr/>
                    <a:lstStyle/>
                    <a:p>
                      <a:r>
                        <a:rPr sz="1050">
                          <a:solidFill>
                            <a:srgbClr val="132238"/>
                          </a:solidFill>
                          <a:latin typeface="Noto Sans CJK KR"/>
                          <a:ea typeface="Noto Sans CJK KR"/>
                          <a:cs typeface="Noto Sans CJK KR"/>
                        </a:rPr>
                        <a:t>물품</a:t>
                      </a:r>
                    </a:p>
                  </a:txBody>
                  <a:tcPr marL="76200" marR="76200" marT="57150" marB="57150" anchor="ctr">
                    <a:solidFill>
                      <a:srgbClr val="FFFFFF"/>
                    </a:solidFill>
                  </a:tcPr>
                </a:tc>
                <a:tc>
                  <a:txBody>
                    <a:bodyPr/>
                    <a:lstStyle/>
                    <a:p>
                      <a:r>
                        <a:rPr sz="1050">
                          <a:solidFill>
                            <a:srgbClr val="132238"/>
                          </a:solidFill>
                          <a:latin typeface="Noto Sans CJK KR"/>
                          <a:ea typeface="Noto Sans CJK KR"/>
                          <a:cs typeface="Noto Sans CJK KR"/>
                        </a:rPr>
                        <a:t>32,673</a:t>
                      </a:r>
                    </a:p>
                  </a:txBody>
                  <a:tcPr marL="76200" marR="76200" marT="57150" marB="57150" anchor="ctr">
                    <a:solidFill>
                      <a:srgbClr val="FFFFFF"/>
                    </a:solidFill>
                  </a:tcPr>
                </a:tc>
                <a:tc>
                  <a:txBody>
                    <a:bodyPr/>
                    <a:lstStyle/>
                    <a:p>
                      <a:r>
                        <a:rPr sz="1050">
                          <a:solidFill>
                            <a:srgbClr val="132238"/>
                          </a:solidFill>
                          <a:latin typeface="Noto Sans CJK KR"/>
                          <a:ea typeface="Noto Sans CJK KR"/>
                          <a:cs typeface="Noto Sans CJK KR"/>
                        </a:rPr>
                        <a:t>66,298</a:t>
                      </a:r>
                    </a:p>
                  </a:txBody>
                  <a:tcPr marL="76200" marR="76200" marT="57150" marB="57150" anchor="ctr">
                    <a:solidFill>
                      <a:srgbClr val="FFFFFF"/>
                    </a:solidFill>
                  </a:tcPr>
                </a:tc>
                <a:tc>
                  <a:txBody>
                    <a:bodyPr/>
                    <a:lstStyle/>
                    <a:p>
                      <a:r>
                        <a:rPr sz="1050">
                          <a:solidFill>
                            <a:srgbClr val="132238"/>
                          </a:solidFill>
                          <a:latin typeface="Noto Sans CJK KR"/>
                          <a:ea typeface="Noto Sans CJK KR"/>
                          <a:cs typeface="Noto Sans CJK KR"/>
                        </a:rPr>
                        <a:t>14,145</a:t>
                      </a:r>
                    </a:p>
                  </a:txBody>
                  <a:tcPr marL="76200" marR="76200" marT="57150" marB="57150" anchor="ctr">
                    <a:solidFill>
                      <a:srgbClr val="FFFFFF"/>
                    </a:solidFill>
                  </a:tcPr>
                </a:tc>
                <a:tc>
                  <a:txBody>
                    <a:bodyPr/>
                    <a:lstStyle/>
                    <a:p>
                      <a:r>
                        <a:rPr sz="1050">
                          <a:solidFill>
                            <a:srgbClr val="132238"/>
                          </a:solidFill>
                          <a:latin typeface="Noto Sans CJK KR"/>
                          <a:ea typeface="Noto Sans CJK KR"/>
                          <a:cs typeface="Noto Sans CJK KR"/>
                        </a:rPr>
                        <a:t>43%</a:t>
                      </a:r>
                    </a:p>
                  </a:txBody>
                  <a:tcPr marL="76200" marR="76200" marT="57150" marB="57150" anchor="ctr">
                    <a:solidFill>
                      <a:srgbClr val="FFFFFF"/>
                    </a:solidFill>
                  </a:tcPr>
                </a:tc>
              </a:tr>
              <a:tr h="628650">
                <a:tc>
                  <a:txBody>
                    <a:bodyPr/>
                    <a:lstStyle/>
                    <a:p>
                      <a:r>
                        <a:rPr sz="1050">
                          <a:solidFill>
                            <a:srgbClr val="132238"/>
                          </a:solidFill>
                          <a:latin typeface="Noto Sans CJK KR"/>
                          <a:ea typeface="Noto Sans CJK KR"/>
                          <a:cs typeface="Noto Sans CJK KR"/>
                        </a:rPr>
                        <a:t>공사</a:t>
                      </a:r>
                    </a:p>
                  </a:txBody>
                  <a:tcPr marL="76200" marR="76200" marT="57150" marB="57150" anchor="ctr">
                    <a:solidFill>
                      <a:srgbClr val="FFFFFF"/>
                    </a:solidFill>
                  </a:tcPr>
                </a:tc>
                <a:tc>
                  <a:txBody>
                    <a:bodyPr/>
                    <a:lstStyle/>
                    <a:p>
                      <a:r>
                        <a:rPr sz="1050">
                          <a:solidFill>
                            <a:srgbClr val="132238"/>
                          </a:solidFill>
                          <a:latin typeface="Noto Sans CJK KR"/>
                          <a:ea typeface="Noto Sans CJK KR"/>
                          <a:cs typeface="Noto Sans CJK KR"/>
                        </a:rPr>
                        <a:t>38,839</a:t>
                      </a:r>
                    </a:p>
                  </a:txBody>
                  <a:tcPr marL="76200" marR="76200" marT="57150" marB="57150" anchor="ctr">
                    <a:solidFill>
                      <a:srgbClr val="FFFFFF"/>
                    </a:solidFill>
                  </a:tcPr>
                </a:tc>
                <a:tc>
                  <a:txBody>
                    <a:bodyPr/>
                    <a:lstStyle/>
                    <a:p>
                      <a:r>
                        <a:rPr sz="1050">
                          <a:solidFill>
                            <a:srgbClr val="132238"/>
                          </a:solidFill>
                          <a:latin typeface="Noto Sans CJK KR"/>
                          <a:ea typeface="Noto Sans CJK KR"/>
                          <a:cs typeface="Noto Sans CJK KR"/>
                        </a:rPr>
                        <a:t>73,038</a:t>
                      </a:r>
                    </a:p>
                  </a:txBody>
                  <a:tcPr marL="76200" marR="76200" marT="57150" marB="57150" anchor="ctr">
                    <a:solidFill>
                      <a:srgbClr val="FFFFFF"/>
                    </a:solidFill>
                  </a:tcPr>
                </a:tc>
                <a:tc>
                  <a:txBody>
                    <a:bodyPr/>
                    <a:lstStyle/>
                    <a:p>
                      <a:r>
                        <a:rPr sz="1050">
                          <a:solidFill>
                            <a:srgbClr val="132238"/>
                          </a:solidFill>
                          <a:latin typeface="Noto Sans CJK KR"/>
                          <a:ea typeface="Noto Sans CJK KR"/>
                          <a:cs typeface="Noto Sans CJK KR"/>
                        </a:rPr>
                        <a:t>8,082</a:t>
                      </a:r>
                    </a:p>
                  </a:txBody>
                  <a:tcPr marL="76200" marR="76200" marT="57150" marB="57150" anchor="ctr">
                    <a:solidFill>
                      <a:srgbClr val="FFFFFF"/>
                    </a:solidFill>
                  </a:tcPr>
                </a:tc>
                <a:tc>
                  <a:txBody>
                    <a:bodyPr/>
                    <a:lstStyle/>
                    <a:p>
                      <a:r>
                        <a:rPr sz="1050">
                          <a:solidFill>
                            <a:srgbClr val="132238"/>
                          </a:solidFill>
                          <a:latin typeface="Noto Sans CJK KR"/>
                          <a:ea typeface="Noto Sans CJK KR"/>
                          <a:cs typeface="Noto Sans CJK KR"/>
                        </a:rPr>
                        <a:t>21%</a:t>
                      </a:r>
                    </a:p>
                  </a:txBody>
                  <a:tcPr marL="76200" marR="76200" marT="57150" marB="57150"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8271ECC2-3271-4C16-A04E-25791302D93C}"/>
              </a:ext>
            </a:extLst>
          </p:cNvPr>
          <p:cNvSpPr>
            <a:spLocks xmlns:a="http://schemas.openxmlformats.org/drawingml/2006/main" noGrp="1"/>
          </p:cNvSpPr>
          <p:nvPr/>
        </p:nvSpPr>
        <p:spPr>
          <a:xfrm xmlns:a="http://schemas.openxmlformats.org/drawingml/2006/main">
            <a:off x="7077075" y="4343400"/>
            <a:ext cx="4600575" cy="1047750"/>
          </a:xfrm>
          <a:prstGeom xmlns:a="http://schemas.openxmlformats.org/drawingml/2006/main" prst="roundRect">
            <a:avLst>
              <a:gd name="adj" fmla="val 7273"/>
            </a:avLst>
          </a:prstGeom>
          <a:solidFill xmlns:a="http://schemas.openxmlformats.org/drawingml/2006/main">
            <a:srgbClr val="E7F6F3"/>
          </a:solidFill>
          <a:ln xmlns:a="http://schemas.openxmlformats.org/drawingml/2006/main" w="9525">
            <a:solidFill>
              <a:srgbClr val="AFDED5"/>
            </a:solidFill>
          </a:ln>
        </p:spPr>
      </p:sp>
      <p:sp>
        <p:nvSpPr>
          <p:cNvPr id="9" name="">
            <a:extLst xmlns:a="http://schemas.openxmlformats.org/drawingml/2006/main">
              <a:ext uri="{FF2B5EF4-FFF2-40B4-BE49-F238E27FC236}">
                <a16:creationId xmlns:a16="http://schemas.microsoft.com/office/drawing/2014/main" id="{A128644F-31E4-4E58-8C51-05308928B1F1}"/>
              </a:ext>
            </a:extLst>
          </p:cNvPr>
          <p:cNvSpPr>
            <a:spLocks xmlns:a="http://schemas.openxmlformats.org/drawingml/2006/main" noGrp="1"/>
          </p:cNvSpPr>
          <p:nvPr/>
        </p:nvSpPr>
        <p:spPr>
          <a:xfrm xmlns:a="http://schemas.openxmlformats.org/drawingml/2006/main">
            <a:off x="7248525" y="4486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119C8B"/>
                </a:solidFill>
                <a:latin typeface="Noto Sans CJK KR"/>
                <a:ea typeface="Noto Sans CJK KR"/>
                <a:cs typeface="Noto Sans CJK KR"/>
              </a:defRPr>
            </a:pPr>
            <a:r>
              <a:rPr sz="1200" b="1">
                <a:solidFill>
                  <a:srgbClr val="119C8B"/>
                </a:solidFill>
                <a:latin typeface="Noto Sans CJK KR"/>
                <a:ea typeface="Noto Sans CJK KR"/>
                <a:cs typeface="Noto Sans CJK KR"/>
              </a:rPr>
              <a:t>메인 분야 선택</a:t>
            </a:r>
          </a:p>
        </p:txBody>
      </p:sp>
      <p:sp>
        <p:nvSpPr>
          <p:cNvPr id="10" name="">
            <a:extLst xmlns:a="http://schemas.openxmlformats.org/drawingml/2006/main">
              <a:ext uri="{FF2B5EF4-FFF2-40B4-BE49-F238E27FC236}">
                <a16:creationId xmlns:a16="http://schemas.microsoft.com/office/drawing/2014/main" id="{43B10ACE-BA66-4914-B918-D7D212CBD93E}"/>
              </a:ext>
            </a:extLst>
          </p:cNvPr>
          <p:cNvSpPr>
            <a:spLocks xmlns:a="http://schemas.openxmlformats.org/drawingml/2006/main" noGrp="1"/>
          </p:cNvSpPr>
          <p:nvPr/>
        </p:nvSpPr>
        <p:spPr>
          <a:xfrm xmlns:a="http://schemas.openxmlformats.org/drawingml/2006/main">
            <a:off x="7248525" y="4810125"/>
            <a:ext cx="41719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132238"/>
                </a:solidFill>
                <a:latin typeface="Noto Sans CJK KR"/>
                <a:ea typeface="Noto Sans CJK KR"/>
                <a:cs typeface="Noto Sans CJK KR"/>
              </a:defRPr>
            </a:pPr>
            <a:r>
              <a:rPr sz="1125" b="1">
                <a:solidFill>
                  <a:srgbClr val="132238"/>
                </a:solidFill>
                <a:latin typeface="Noto Sans CJK KR"/>
                <a:ea typeface="Noto Sans CJK KR"/>
                <a:cs typeface="Noto Sans CJK KR"/>
              </a:rPr>
              <a:t>SW 및 시스템 개발 984건 + 운영·유지관리 681건</a:t>
            </a:r>
          </a:p>
          <a:p xmlns:a="http://schemas.openxmlformats.org/drawingml/2006/main">
            <a:pPr>
              <a:defRPr sz="1125" b="1">
                <a:solidFill>
                  <a:srgbClr val="132238"/>
                </a:solidFill>
                <a:latin typeface="Noto Sans CJK KR"/>
                <a:ea typeface="Noto Sans CJK KR"/>
                <a:cs typeface="Noto Sans CJK KR"/>
              </a:defRPr>
            </a:pPr>
            <a:r>
              <a:rPr sz="1125" b="1">
                <a:solidFill>
                  <a:srgbClr val="132238"/>
                </a:solidFill>
                <a:latin typeface="Noto Sans CJK KR"/>
                <a:ea typeface="Noto Sans CJK KR"/>
                <a:cs typeface="Noto Sans CJK KR"/>
              </a:rPr>
              <a:t>실적·인력·인증·단가 네 축을 비교하기에 적합</a:t>
            </a:r>
          </a:p>
        </p:txBody>
      </p:sp>
      <p:sp>
        <p:nvSpPr>
          <p:cNvPr id="11" name="">
            <a:extLst xmlns:a="http://schemas.openxmlformats.org/drawingml/2006/main">
              <a:ext uri="{FF2B5EF4-FFF2-40B4-BE49-F238E27FC236}">
                <a16:creationId xmlns:a16="http://schemas.microsoft.com/office/drawing/2014/main" id="{57B08374-68DA-4BB6-8427-D517014FF8A2}"/>
              </a:ext>
            </a:extLst>
          </p:cNvPr>
          <p:cNvSpPr>
            <a:spLocks xmlns:a="http://schemas.openxmlformats.org/drawingml/2006/main" noGrp="1"/>
          </p:cNvSpPr>
          <p:nvPr/>
        </p:nvSpPr>
        <p:spPr>
          <a:xfrm xmlns:a="http://schemas.openxmlformats.org/drawingml/2006/main">
            <a:off x="514350" y="5753100"/>
            <a:ext cx="11163300" cy="447675"/>
          </a:xfrm>
          <a:prstGeom xmlns:a="http://schemas.openxmlformats.org/drawingml/2006/main" prst="roundRect">
            <a:avLst>
              <a:gd name="adj" fmla="val 17021"/>
            </a:avLst>
          </a:prstGeom>
          <a:solidFill xmlns:a="http://schemas.openxmlformats.org/drawingml/2006/main">
            <a:srgbClr val="183B5B"/>
          </a:solidFill>
          <a:ln xmlns:a="http://schemas.openxmlformats.org/drawingml/2006/main" w="9525">
            <a:solidFill>
              <a:srgbClr val="183B5B"/>
            </a:solidFill>
          </a:ln>
        </p:spPr>
      </p:sp>
      <p:sp>
        <p:nvSpPr>
          <p:cNvPr id="12" name="">
            <a:extLst xmlns:a="http://schemas.openxmlformats.org/drawingml/2006/main">
              <a:ext uri="{FF2B5EF4-FFF2-40B4-BE49-F238E27FC236}">
                <a16:creationId xmlns:a16="http://schemas.microsoft.com/office/drawing/2014/main" id="{A4C4EABA-56F2-4F95-A5BA-C0C0041B1FFF}"/>
              </a:ext>
            </a:extLst>
          </p:cNvPr>
          <p:cNvSpPr>
            <a:spLocks xmlns:a="http://schemas.openxmlformats.org/drawingml/2006/main" noGrp="1"/>
          </p:cNvSpPr>
          <p:nvPr/>
        </p:nvSpPr>
        <p:spPr>
          <a:xfrm xmlns:a="http://schemas.openxmlformats.org/drawingml/2006/main">
            <a:off x="685800" y="58674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FFFFFF"/>
                </a:solidFill>
                <a:latin typeface="Noto Sans CJK KR"/>
                <a:ea typeface="Noto Sans CJK KR"/>
                <a:cs typeface="Noto Sans CJK KR"/>
              </a:defRPr>
            </a:pPr>
            <a:r>
              <a:rPr sz="1350" b="1">
                <a:solidFill>
                  <a:srgbClr val="FFFFFF"/>
                </a:solidFill>
                <a:latin typeface="Noto Sans CJK KR"/>
                <a:ea typeface="Noto Sans CJK KR"/>
                <a:cs typeface="Noto Sans CJK KR"/>
              </a:rPr>
              <a:t>분야는 가상 기업 서사가 아니라 데이터 규모·문서 완성도·요건 구조를 기준으로 결정</a:t>
            </a:r>
          </a:p>
        </p:txBody>
      </p:sp>
      <p:sp>
        <p:nvSpPr>
          <p:cNvPr id="13" name="">
            <a:extLst xmlns:a="http://schemas.openxmlformats.org/drawingml/2006/main">
              <a:ext uri="{FF2B5EF4-FFF2-40B4-BE49-F238E27FC236}">
                <a16:creationId xmlns:a16="http://schemas.microsoft.com/office/drawing/2014/main" id="{178D9DF2-C0A5-4A6B-9379-CE56BEEBF515}"/>
              </a:ext>
            </a:extLst>
          </p:cNvPr>
          <p:cNvSpPr>
            <a:spLocks xmlns:a="http://schemas.openxmlformats.org/drawingml/2006/main" noGrp="1"/>
          </p:cNvSpPr>
          <p:nvPr/>
        </p:nvSpPr>
        <p:spPr>
          <a:xfrm xmlns:a="http://schemas.openxmlformats.org/drawingml/2006/main">
            <a:off x="514350" y="6353175"/>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14" name="">
            <a:extLst xmlns:a="http://schemas.openxmlformats.org/drawingml/2006/main">
              <a:ext uri="{FF2B5EF4-FFF2-40B4-BE49-F238E27FC236}">
                <a16:creationId xmlns:a16="http://schemas.microsoft.com/office/drawing/2014/main" id="{8408AD53-0017-4AF7-83EC-65556485CDA7}"/>
              </a:ext>
            </a:extLst>
          </p:cNvPr>
          <p:cNvSpPr>
            <a:spLocks xmlns:a="http://schemas.openxmlformats.org/drawingml/2006/main" noGrp="1"/>
          </p:cNvSpPr>
          <p:nvPr/>
        </p:nvSpPr>
        <p:spPr>
          <a:xfrm xmlns:a="http://schemas.openxmlformats.org/drawingml/2006/main">
            <a:off x="533400" y="6457950"/>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0">
                <a:solidFill>
                  <a:srgbClr val="52657A"/>
                </a:solidFill>
                <a:latin typeface="Noto Sans CJK KR"/>
                <a:ea typeface="Noto Sans CJK KR"/>
                <a:cs typeface="Noto Sans CJK KR"/>
              </a:defRPr>
            </a:pPr>
            <a:r>
              <a:rPr sz="825" b="0">
                <a:solidFill>
                  <a:srgbClr val="52657A"/>
                </a:solidFill>
                <a:latin typeface="Noto Sans CJK KR"/>
                <a:ea typeface="Noto Sans CJK KR"/>
                <a:cs typeface="Noto Sans CJK KR"/>
              </a:rPr>
              <a:t>근거: 2026-04to06 워크스테이션 통합 sector report</a:t>
            </a:r>
          </a:p>
        </p:txBody>
      </p:sp>
      <p:sp>
        <p:nvSpPr>
          <p:cNvPr id="15" name="">
            <a:extLst xmlns:a="http://schemas.openxmlformats.org/drawingml/2006/main">
              <a:ext uri="{FF2B5EF4-FFF2-40B4-BE49-F238E27FC236}">
                <a16:creationId xmlns:a16="http://schemas.microsoft.com/office/drawing/2014/main" id="{32750720-56FB-40C8-93F5-058CDB7859F4}"/>
              </a:ext>
            </a:extLst>
          </p:cNvPr>
          <p:cNvSpPr>
            <a:spLocks xmlns:a="http://schemas.openxmlformats.org/drawingml/2006/main" noGrp="1"/>
          </p:cNvSpPr>
          <p:nvPr/>
        </p:nvSpPr>
        <p:spPr>
          <a:xfrm xmlns:a="http://schemas.openxmlformats.org/drawingml/2006/main">
            <a:off x="10001250" y="6457950"/>
            <a:ext cx="1676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1">
                <a:solidFill>
                  <a:srgbClr val="183B5B"/>
                </a:solidFill>
                <a:latin typeface="Noto Sans CJK KR"/>
                <a:ea typeface="Noto Sans CJK KR"/>
                <a:cs typeface="Noto Sans CJK KR"/>
              </a:defRPr>
            </a:pPr>
            <a:r>
              <a:rPr sz="825" b="1">
                <a:solidFill>
                  <a:srgbClr val="183B5B"/>
                </a:solidFill>
                <a:latin typeface="Noto Sans CJK KR"/>
                <a:ea typeface="Noto Sans CJK KR"/>
                <a:cs typeface="Noto Sans CJK KR"/>
              </a:rPr>
              <a:t>ASTRA · ko-LettuceDetect</a:t>
            </a:r>
          </a:p>
        </p:txBody>
      </p:sp>
    </p:spTree>
    <p:extLst>
      <p:ext uri="{BB962C8B-B14F-4D97-AF65-F5344CB8AC3E}">
        <p14:creationId xmlns:p14="http://schemas.microsoft.com/office/powerpoint/2010/main" val="853242885"/>
      </p:ext>
    </p:extLst>
  </p:cSld>
</p:sld>
</file>

<file path=ppt/slides/slide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9C17FB92-565B-4620-AE20-92C02AFF149F}"/>
              </a:ext>
            </a:extLst>
          </p:cNvPr>
          <p:cNvSpPr>
            <a:spLocks xmlns:a="http://schemas.openxmlformats.org/drawingml/2006/main" noGrp="1"/>
          </p:cNvSpPr>
          <p:nvPr/>
        </p:nvSpPr>
        <p:spPr>
          <a:xfrm xmlns:a="http://schemas.openxmlformats.org/drawingml/2006/main">
            <a:off x="5143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119C8B"/>
                </a:solidFill>
                <a:latin typeface="Noto Sans CJK KR"/>
                <a:ea typeface="Noto Sans CJK KR"/>
                <a:cs typeface="Noto Sans CJK KR"/>
              </a:defRPr>
            </a:pPr>
            <a:r>
              <a:rPr sz="975" b="1">
                <a:solidFill>
                  <a:srgbClr val="119C8B"/>
                </a:solidFill>
                <a:latin typeface="Noto Sans CJK KR"/>
                <a:ea typeface="Noto Sans CJK KR"/>
                <a:cs typeface="Noto Sans CJK KR"/>
              </a:rPr>
              <a:t>데이터 구축</a:t>
            </a:r>
          </a:p>
        </p:txBody>
      </p:sp>
      <p:sp>
        <p:nvSpPr>
          <p:cNvPr id="2" name="">
            <a:extLst xmlns:a="http://schemas.openxmlformats.org/drawingml/2006/main">
              <a:ext uri="{FF2B5EF4-FFF2-40B4-BE49-F238E27FC236}">
                <a16:creationId xmlns:a16="http://schemas.microsoft.com/office/drawing/2014/main" id="{4E2D36A7-7969-4BDE-8E0E-8B71CC83CE0C}"/>
              </a:ext>
            </a:extLst>
          </p:cNvPr>
          <p:cNvSpPr>
            <a:spLocks xmlns:a="http://schemas.openxmlformats.org/drawingml/2006/main" noGrp="1"/>
          </p:cNvSpPr>
          <p:nvPr/>
        </p:nvSpPr>
        <p:spPr>
          <a:xfrm xmlns:a="http://schemas.openxmlformats.org/drawingml/2006/main">
            <a:off x="514350" y="457200"/>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132238"/>
                </a:solidFill>
                <a:latin typeface="Noto Sans CJK KR"/>
                <a:ea typeface="Noto Sans CJK KR"/>
                <a:cs typeface="Noto Sans CJK KR"/>
              </a:defRPr>
            </a:pPr>
            <a:r>
              <a:rPr sz="2325" b="1">
                <a:solidFill>
                  <a:srgbClr val="132238"/>
                </a:solidFill>
                <a:latin typeface="Noto Sans CJK KR"/>
                <a:ea typeface="Noto Sans CJK KR"/>
                <a:cs typeface="Noto Sans CJK KR"/>
              </a:rPr>
              <a:t>51건 표본은 월과 분야를 고정해 구성했다</a:t>
            </a:r>
          </a:p>
        </p:txBody>
      </p:sp>
      <p:sp>
        <p:nvSpPr>
          <p:cNvPr id="3" name="">
            <a:extLst xmlns:a="http://schemas.openxmlformats.org/drawingml/2006/main">
              <a:ext uri="{FF2B5EF4-FFF2-40B4-BE49-F238E27FC236}">
                <a16:creationId xmlns:a16="http://schemas.microsoft.com/office/drawing/2014/main" id="{8A806B5C-BDD2-419F-9E52-49C67DB64928}"/>
              </a:ext>
            </a:extLst>
          </p:cNvPr>
          <p:cNvSpPr>
            <a:spLocks xmlns:a="http://schemas.openxmlformats.org/drawingml/2006/main" noGrp="1"/>
          </p:cNvSpPr>
          <p:nvPr/>
        </p:nvSpPr>
        <p:spPr>
          <a:xfrm xmlns:a="http://schemas.openxmlformats.org/drawingml/2006/main">
            <a:off x="533400" y="923925"/>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2657A"/>
                </a:solidFill>
                <a:latin typeface="Noto Sans CJK KR"/>
                <a:ea typeface="Noto Sans CJK KR"/>
                <a:cs typeface="Noto Sans CJK KR"/>
              </a:defRPr>
            </a:pPr>
            <a:r>
              <a:rPr sz="1200" b="0">
                <a:solidFill>
                  <a:srgbClr val="52657A"/>
                </a:solidFill>
                <a:latin typeface="Noto Sans CJK KR"/>
                <a:ea typeface="Noto Sans CJK KR"/>
                <a:cs typeface="Noto Sans CJK KR"/>
              </a:rPr>
              <a:t>4·5·6월 각 17건, SW 개발 32건과 운영·유지관리 19건</a:t>
            </a:r>
          </a:p>
        </p:txBody>
      </p:sp>
      <p:sp>
        <p:nvSpPr>
          <p:cNvPr id="4" name="">
            <a:extLst xmlns:a="http://schemas.openxmlformats.org/drawingml/2006/main">
              <a:ext uri="{FF2B5EF4-FFF2-40B4-BE49-F238E27FC236}">
                <a16:creationId xmlns:a16="http://schemas.microsoft.com/office/drawing/2014/main" id="{DB5BF1B5-A571-45ED-97C4-1CFE1C374799}"/>
              </a:ext>
            </a:extLst>
          </p:cNvPr>
          <p:cNvSpPr>
            <a:spLocks xmlns:a="http://schemas.openxmlformats.org/drawingml/2006/main" noGrp="1"/>
          </p:cNvSpPr>
          <p:nvPr/>
        </p:nvSpPr>
        <p:spPr>
          <a:xfrm xmlns:a="http://schemas.openxmlformats.org/drawingml/2006/main">
            <a:off x="514350" y="1257300"/>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5" name="">
            <a:extLst xmlns:a="http://schemas.openxmlformats.org/drawingml/2006/main">
              <a:ext uri="{FF2B5EF4-FFF2-40B4-BE49-F238E27FC236}">
                <a16:creationId xmlns:a16="http://schemas.microsoft.com/office/drawing/2014/main" id="{DC547C03-C6A3-42D2-8F1B-6855089814BC}"/>
              </a:ext>
            </a:extLst>
          </p:cNvPr>
          <p:cNvSpPr>
            <a:spLocks xmlns:a="http://schemas.openxmlformats.org/drawingml/2006/main" noGrp="1"/>
          </p:cNvSpPr>
          <p:nvPr/>
        </p:nvSpPr>
        <p:spPr>
          <a:xfrm xmlns:a="http://schemas.openxmlformats.org/drawingml/2006/main">
            <a:off x="11201400" y="209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52657A"/>
                </a:solidFill>
                <a:latin typeface="Noto Sans CJK KR"/>
                <a:ea typeface="Noto Sans CJK KR"/>
                <a:cs typeface="Noto Sans CJK KR"/>
              </a:defRPr>
            </a:pPr>
            <a:r>
              <a:rPr sz="975" b="1">
                <a:solidFill>
                  <a:srgbClr val="52657A"/>
                </a:solidFill>
                <a:latin typeface="Noto Sans CJK KR"/>
                <a:ea typeface="Noto Sans CJK KR"/>
                <a:cs typeface="Noto Sans CJK KR"/>
              </a:rPr>
              <a:t>08</a:t>
            </a:r>
          </a:p>
        </p:txBody>
      </p:sp>
      <p:sp>
        <p:nvSpPr>
          <p:cNvPr id="6" name="">
            <a:extLst xmlns:a="http://schemas.openxmlformats.org/drawingml/2006/main">
              <a:ext uri="{FF2B5EF4-FFF2-40B4-BE49-F238E27FC236}">
                <a16:creationId xmlns:a16="http://schemas.microsoft.com/office/drawing/2014/main" id="{2E135432-B1A0-41BC-A419-50C6318C7D0D}"/>
              </a:ext>
            </a:extLst>
          </p:cNvPr>
          <p:cNvSpPr>
            <a:spLocks xmlns:a="http://schemas.openxmlformats.org/drawingml/2006/main" noGrp="1"/>
          </p:cNvSpPr>
          <p:nvPr/>
        </p:nvSpPr>
        <p:spPr>
          <a:xfrm xmlns:a="http://schemas.openxmlformats.org/drawingml/2006/main">
            <a:off x="514350" y="1762125"/>
            <a:ext cx="241935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CFD9E6"/>
            </a:solidFill>
          </a:ln>
        </p:spPr>
      </p:sp>
      <p:sp>
        <p:nvSpPr>
          <p:cNvPr id="7" name="">
            <a:extLst xmlns:a="http://schemas.openxmlformats.org/drawingml/2006/main">
              <a:ext uri="{FF2B5EF4-FFF2-40B4-BE49-F238E27FC236}">
                <a16:creationId xmlns:a16="http://schemas.microsoft.com/office/drawing/2014/main" id="{7A98E71A-2B46-4F04-8DC7-B222863DA3E1}"/>
              </a:ext>
            </a:extLst>
          </p:cNvPr>
          <p:cNvSpPr>
            <a:spLocks xmlns:a="http://schemas.openxmlformats.org/drawingml/2006/main" noGrp="1"/>
          </p:cNvSpPr>
          <p:nvPr/>
        </p:nvSpPr>
        <p:spPr>
          <a:xfrm xmlns:a="http://schemas.openxmlformats.org/drawingml/2006/main">
            <a:off x="514350" y="1762125"/>
            <a:ext cx="57150" cy="1257300"/>
          </a:xfrm>
          <a:prstGeom xmlns:a="http://schemas.openxmlformats.org/drawingml/2006/main" prst="rect">
            <a:avLst/>
          </a:prstGeom>
          <a:solidFill xmlns:a="http://schemas.openxmlformats.org/drawingml/2006/main">
            <a:srgbClr val="2F6BFF"/>
          </a:solidFill>
          <a:ln xmlns:a="http://schemas.openxmlformats.org/drawingml/2006/main" w="9525">
            <a:solidFill>
              <a:srgbClr val="2F6BFF"/>
            </a:solidFill>
          </a:ln>
        </p:spPr>
      </p:sp>
      <p:sp>
        <p:nvSpPr>
          <p:cNvPr id="8" name="">
            <a:extLst xmlns:a="http://schemas.openxmlformats.org/drawingml/2006/main">
              <a:ext uri="{FF2B5EF4-FFF2-40B4-BE49-F238E27FC236}">
                <a16:creationId xmlns:a16="http://schemas.microsoft.com/office/drawing/2014/main" id="{7DE27C03-DD9B-48B6-AE2A-1F6A0C04726D}"/>
              </a:ext>
            </a:extLst>
          </p:cNvPr>
          <p:cNvSpPr>
            <a:spLocks xmlns:a="http://schemas.openxmlformats.org/drawingml/2006/main" noGrp="1"/>
          </p:cNvSpPr>
          <p:nvPr/>
        </p:nvSpPr>
        <p:spPr>
          <a:xfrm xmlns:a="http://schemas.openxmlformats.org/drawingml/2006/main">
            <a:off x="676275" y="1885950"/>
            <a:ext cx="213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32238"/>
                </a:solidFill>
                <a:latin typeface="Noto Sans CJK KR"/>
                <a:ea typeface="Noto Sans CJK KR"/>
                <a:cs typeface="Noto Sans CJK KR"/>
              </a:defRPr>
            </a:pPr>
            <a:r>
              <a:rPr sz="1350" b="1">
                <a:solidFill>
                  <a:srgbClr val="132238"/>
                </a:solidFill>
                <a:latin typeface="Noto Sans CJK KR"/>
                <a:ea typeface="Noto Sans CJK KR"/>
                <a:cs typeface="Noto Sans CJK KR"/>
              </a:rPr>
              <a:t>4월 17건</a:t>
            </a:r>
          </a:p>
        </p:txBody>
      </p:sp>
      <p:sp>
        <p:nvSpPr>
          <p:cNvPr id="9" name="">
            <a:extLst xmlns:a="http://schemas.openxmlformats.org/drawingml/2006/main">
              <a:ext uri="{FF2B5EF4-FFF2-40B4-BE49-F238E27FC236}">
                <a16:creationId xmlns:a16="http://schemas.microsoft.com/office/drawing/2014/main" id="{F083A0E7-EC63-4A3B-9A8C-C7377A89BF3E}"/>
              </a:ext>
            </a:extLst>
          </p:cNvPr>
          <p:cNvSpPr>
            <a:spLocks xmlns:a="http://schemas.openxmlformats.org/drawingml/2006/main" noGrp="1"/>
          </p:cNvSpPr>
          <p:nvPr/>
        </p:nvSpPr>
        <p:spPr>
          <a:xfrm xmlns:a="http://schemas.openxmlformats.org/drawingml/2006/main">
            <a:off x="676275" y="2219325"/>
            <a:ext cx="21145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월별 편중을 막기 위해</a:t>
            </a:r>
          </a:p>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동일 수량 선정</a:t>
            </a:r>
          </a:p>
        </p:txBody>
      </p:sp>
      <p:sp>
        <p:nvSpPr>
          <p:cNvPr id="10" name="">
            <a:extLst xmlns:a="http://schemas.openxmlformats.org/drawingml/2006/main">
              <a:ext uri="{FF2B5EF4-FFF2-40B4-BE49-F238E27FC236}">
                <a16:creationId xmlns:a16="http://schemas.microsoft.com/office/drawing/2014/main" id="{B7F41926-134F-40D5-9315-286C3E4AA1BF}"/>
              </a:ext>
            </a:extLst>
          </p:cNvPr>
          <p:cNvSpPr>
            <a:spLocks xmlns:a="http://schemas.openxmlformats.org/drawingml/2006/main" noGrp="1"/>
          </p:cNvSpPr>
          <p:nvPr/>
        </p:nvSpPr>
        <p:spPr>
          <a:xfrm xmlns:a="http://schemas.openxmlformats.org/drawingml/2006/main">
            <a:off x="3324225" y="1762125"/>
            <a:ext cx="241935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CFD9E6"/>
            </a:solidFill>
          </a:ln>
        </p:spPr>
      </p:sp>
      <p:sp>
        <p:nvSpPr>
          <p:cNvPr id="11" name="">
            <a:extLst xmlns:a="http://schemas.openxmlformats.org/drawingml/2006/main">
              <a:ext uri="{FF2B5EF4-FFF2-40B4-BE49-F238E27FC236}">
                <a16:creationId xmlns:a16="http://schemas.microsoft.com/office/drawing/2014/main" id="{50E46878-2139-4759-B652-A15010A127B2}"/>
              </a:ext>
            </a:extLst>
          </p:cNvPr>
          <p:cNvSpPr>
            <a:spLocks xmlns:a="http://schemas.openxmlformats.org/drawingml/2006/main" noGrp="1"/>
          </p:cNvSpPr>
          <p:nvPr/>
        </p:nvSpPr>
        <p:spPr>
          <a:xfrm xmlns:a="http://schemas.openxmlformats.org/drawingml/2006/main">
            <a:off x="3324225" y="1762125"/>
            <a:ext cx="57150" cy="1257300"/>
          </a:xfrm>
          <a:prstGeom xmlns:a="http://schemas.openxmlformats.org/drawingml/2006/main" prst="rect">
            <a:avLst/>
          </a:prstGeom>
          <a:solidFill xmlns:a="http://schemas.openxmlformats.org/drawingml/2006/main">
            <a:srgbClr val="119C8B"/>
          </a:solidFill>
          <a:ln xmlns:a="http://schemas.openxmlformats.org/drawingml/2006/main" w="9525">
            <a:solidFill>
              <a:srgbClr val="119C8B"/>
            </a:solidFill>
          </a:ln>
        </p:spPr>
      </p:sp>
      <p:sp>
        <p:nvSpPr>
          <p:cNvPr id="12" name="">
            <a:extLst xmlns:a="http://schemas.openxmlformats.org/drawingml/2006/main">
              <a:ext uri="{FF2B5EF4-FFF2-40B4-BE49-F238E27FC236}">
                <a16:creationId xmlns:a16="http://schemas.microsoft.com/office/drawing/2014/main" id="{49C0781D-AC6C-4DC7-9289-02440BB62B07}"/>
              </a:ext>
            </a:extLst>
          </p:cNvPr>
          <p:cNvSpPr>
            <a:spLocks xmlns:a="http://schemas.openxmlformats.org/drawingml/2006/main" noGrp="1"/>
          </p:cNvSpPr>
          <p:nvPr/>
        </p:nvSpPr>
        <p:spPr>
          <a:xfrm xmlns:a="http://schemas.openxmlformats.org/drawingml/2006/main">
            <a:off x="3486150" y="1885950"/>
            <a:ext cx="213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32238"/>
                </a:solidFill>
                <a:latin typeface="Noto Sans CJK KR"/>
                <a:ea typeface="Noto Sans CJK KR"/>
                <a:cs typeface="Noto Sans CJK KR"/>
              </a:defRPr>
            </a:pPr>
            <a:r>
              <a:rPr sz="1350" b="1">
                <a:solidFill>
                  <a:srgbClr val="132238"/>
                </a:solidFill>
                <a:latin typeface="Noto Sans CJK KR"/>
                <a:ea typeface="Noto Sans CJK KR"/>
                <a:cs typeface="Noto Sans CJK KR"/>
              </a:rPr>
              <a:t>5월 17건</a:t>
            </a:r>
          </a:p>
        </p:txBody>
      </p:sp>
      <p:sp>
        <p:nvSpPr>
          <p:cNvPr id="13" name="">
            <a:extLst xmlns:a="http://schemas.openxmlformats.org/drawingml/2006/main">
              <a:ext uri="{FF2B5EF4-FFF2-40B4-BE49-F238E27FC236}">
                <a16:creationId xmlns:a16="http://schemas.microsoft.com/office/drawing/2014/main" id="{CD9B20BC-9DAB-497B-8586-12749EBA4516}"/>
              </a:ext>
            </a:extLst>
          </p:cNvPr>
          <p:cNvSpPr>
            <a:spLocks xmlns:a="http://schemas.openxmlformats.org/drawingml/2006/main" noGrp="1"/>
          </p:cNvSpPr>
          <p:nvPr/>
        </p:nvSpPr>
        <p:spPr>
          <a:xfrm xmlns:a="http://schemas.openxmlformats.org/drawingml/2006/main">
            <a:off x="3486150" y="2219325"/>
            <a:ext cx="21145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공고문·RFP·과업서</a:t>
            </a:r>
          </a:p>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확보 여부 확인</a:t>
            </a:r>
          </a:p>
        </p:txBody>
      </p:sp>
      <p:sp>
        <p:nvSpPr>
          <p:cNvPr id="14" name="">
            <a:extLst xmlns:a="http://schemas.openxmlformats.org/drawingml/2006/main">
              <a:ext uri="{FF2B5EF4-FFF2-40B4-BE49-F238E27FC236}">
                <a16:creationId xmlns:a16="http://schemas.microsoft.com/office/drawing/2014/main" id="{4DAEB0C1-2373-4779-B75A-97B5004CA6EC}"/>
              </a:ext>
            </a:extLst>
          </p:cNvPr>
          <p:cNvSpPr>
            <a:spLocks xmlns:a="http://schemas.openxmlformats.org/drawingml/2006/main" noGrp="1"/>
          </p:cNvSpPr>
          <p:nvPr/>
        </p:nvSpPr>
        <p:spPr>
          <a:xfrm xmlns:a="http://schemas.openxmlformats.org/drawingml/2006/main">
            <a:off x="6134100" y="1762125"/>
            <a:ext cx="241935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CFD9E6"/>
            </a:solidFill>
          </a:ln>
        </p:spPr>
      </p:sp>
      <p:sp>
        <p:nvSpPr>
          <p:cNvPr id="15" name="">
            <a:extLst xmlns:a="http://schemas.openxmlformats.org/drawingml/2006/main">
              <a:ext uri="{FF2B5EF4-FFF2-40B4-BE49-F238E27FC236}">
                <a16:creationId xmlns:a16="http://schemas.microsoft.com/office/drawing/2014/main" id="{FA854A62-FB96-496C-80C6-827FCED5AE91}"/>
              </a:ext>
            </a:extLst>
          </p:cNvPr>
          <p:cNvSpPr>
            <a:spLocks xmlns:a="http://schemas.openxmlformats.org/drawingml/2006/main" noGrp="1"/>
          </p:cNvSpPr>
          <p:nvPr/>
        </p:nvSpPr>
        <p:spPr>
          <a:xfrm xmlns:a="http://schemas.openxmlformats.org/drawingml/2006/main">
            <a:off x="6134100" y="1762125"/>
            <a:ext cx="57150" cy="1257300"/>
          </a:xfrm>
          <a:prstGeom xmlns:a="http://schemas.openxmlformats.org/drawingml/2006/main" prst="rect">
            <a:avLst/>
          </a:prstGeom>
          <a:solidFill xmlns:a="http://schemas.openxmlformats.org/drawingml/2006/main">
            <a:srgbClr val="F29B38"/>
          </a:solidFill>
          <a:ln xmlns:a="http://schemas.openxmlformats.org/drawingml/2006/main" w="9525">
            <a:solidFill>
              <a:srgbClr val="F29B38"/>
            </a:solidFill>
          </a:ln>
        </p:spPr>
      </p:sp>
      <p:sp>
        <p:nvSpPr>
          <p:cNvPr id="16" name="">
            <a:extLst xmlns:a="http://schemas.openxmlformats.org/drawingml/2006/main">
              <a:ext uri="{FF2B5EF4-FFF2-40B4-BE49-F238E27FC236}">
                <a16:creationId xmlns:a16="http://schemas.microsoft.com/office/drawing/2014/main" id="{71DE792E-24FC-46D1-84FC-59302AFC7756}"/>
              </a:ext>
            </a:extLst>
          </p:cNvPr>
          <p:cNvSpPr>
            <a:spLocks xmlns:a="http://schemas.openxmlformats.org/drawingml/2006/main" noGrp="1"/>
          </p:cNvSpPr>
          <p:nvPr/>
        </p:nvSpPr>
        <p:spPr>
          <a:xfrm xmlns:a="http://schemas.openxmlformats.org/drawingml/2006/main">
            <a:off x="6296025" y="1885950"/>
            <a:ext cx="213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32238"/>
                </a:solidFill>
                <a:latin typeface="Noto Sans CJK KR"/>
                <a:ea typeface="Noto Sans CJK KR"/>
                <a:cs typeface="Noto Sans CJK KR"/>
              </a:defRPr>
            </a:pPr>
            <a:r>
              <a:rPr sz="1350" b="1">
                <a:solidFill>
                  <a:srgbClr val="132238"/>
                </a:solidFill>
                <a:latin typeface="Noto Sans CJK KR"/>
                <a:ea typeface="Noto Sans CJK KR"/>
                <a:cs typeface="Noto Sans CJK KR"/>
              </a:rPr>
              <a:t>6월 17건</a:t>
            </a:r>
          </a:p>
        </p:txBody>
      </p:sp>
      <p:sp>
        <p:nvSpPr>
          <p:cNvPr id="17" name="">
            <a:extLst xmlns:a="http://schemas.openxmlformats.org/drawingml/2006/main">
              <a:ext uri="{FF2B5EF4-FFF2-40B4-BE49-F238E27FC236}">
                <a16:creationId xmlns:a16="http://schemas.microsoft.com/office/drawing/2014/main" id="{B02B71DB-7835-443F-AED2-9FCC2E996525}"/>
              </a:ext>
            </a:extLst>
          </p:cNvPr>
          <p:cNvSpPr>
            <a:spLocks xmlns:a="http://schemas.openxmlformats.org/drawingml/2006/main" noGrp="1"/>
          </p:cNvSpPr>
          <p:nvPr/>
        </p:nvSpPr>
        <p:spPr>
          <a:xfrm xmlns:a="http://schemas.openxmlformats.org/drawingml/2006/main">
            <a:off x="6296025" y="2219325"/>
            <a:ext cx="21145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요건 시트 15열로</a:t>
            </a:r>
          </a:p>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동일 구조 정리</a:t>
            </a:r>
          </a:p>
        </p:txBody>
      </p:sp>
      <p:sp>
        <p:nvSpPr>
          <p:cNvPr id="18" name="">
            <a:extLst xmlns:a="http://schemas.openxmlformats.org/drawingml/2006/main">
              <a:ext uri="{FF2B5EF4-FFF2-40B4-BE49-F238E27FC236}">
                <a16:creationId xmlns:a16="http://schemas.microsoft.com/office/drawing/2014/main" id="{45880BCE-8B82-4749-BE6F-F86A43507358}"/>
              </a:ext>
            </a:extLst>
          </p:cNvPr>
          <p:cNvSpPr>
            <a:spLocks xmlns:a="http://schemas.openxmlformats.org/drawingml/2006/main" noGrp="1"/>
          </p:cNvSpPr>
          <p:nvPr/>
        </p:nvSpPr>
        <p:spPr>
          <a:xfrm xmlns:a="http://schemas.openxmlformats.org/drawingml/2006/main">
            <a:off x="8943975" y="1762125"/>
            <a:ext cx="2733675"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CFD9E6"/>
            </a:solidFill>
          </a:ln>
        </p:spPr>
      </p:sp>
      <p:sp>
        <p:nvSpPr>
          <p:cNvPr id="19" name="">
            <a:extLst xmlns:a="http://schemas.openxmlformats.org/drawingml/2006/main">
              <a:ext uri="{FF2B5EF4-FFF2-40B4-BE49-F238E27FC236}">
                <a16:creationId xmlns:a16="http://schemas.microsoft.com/office/drawing/2014/main" id="{0F699529-F677-49C9-8E35-57043789F9EF}"/>
              </a:ext>
            </a:extLst>
          </p:cNvPr>
          <p:cNvSpPr>
            <a:spLocks xmlns:a="http://schemas.openxmlformats.org/drawingml/2006/main" noGrp="1"/>
          </p:cNvSpPr>
          <p:nvPr/>
        </p:nvSpPr>
        <p:spPr>
          <a:xfrm xmlns:a="http://schemas.openxmlformats.org/drawingml/2006/main">
            <a:off x="8943975" y="1762125"/>
            <a:ext cx="57150" cy="1257300"/>
          </a:xfrm>
          <a:prstGeom xmlns:a="http://schemas.openxmlformats.org/drawingml/2006/main" prst="rect">
            <a:avLst/>
          </a:prstGeom>
          <a:solidFill xmlns:a="http://schemas.openxmlformats.org/drawingml/2006/main">
            <a:srgbClr val="7657C8"/>
          </a:solidFill>
          <a:ln xmlns:a="http://schemas.openxmlformats.org/drawingml/2006/main" w="9525">
            <a:solidFill>
              <a:srgbClr val="7657C8"/>
            </a:solidFill>
          </a:ln>
        </p:spPr>
      </p:sp>
      <p:sp>
        <p:nvSpPr>
          <p:cNvPr id="20" name="">
            <a:extLst xmlns:a="http://schemas.openxmlformats.org/drawingml/2006/main">
              <a:ext uri="{FF2B5EF4-FFF2-40B4-BE49-F238E27FC236}">
                <a16:creationId xmlns:a16="http://schemas.microsoft.com/office/drawing/2014/main" id="{439E4FB0-091E-4310-9A1B-EFB905A3ED61}"/>
              </a:ext>
            </a:extLst>
          </p:cNvPr>
          <p:cNvSpPr>
            <a:spLocks xmlns:a="http://schemas.openxmlformats.org/drawingml/2006/main" noGrp="1"/>
          </p:cNvSpPr>
          <p:nvPr/>
        </p:nvSpPr>
        <p:spPr>
          <a:xfrm xmlns:a="http://schemas.openxmlformats.org/drawingml/2006/main">
            <a:off x="9105900" y="1885950"/>
            <a:ext cx="24479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32238"/>
                </a:solidFill>
                <a:latin typeface="Noto Sans CJK KR"/>
                <a:ea typeface="Noto Sans CJK KR"/>
                <a:cs typeface="Noto Sans CJK KR"/>
              </a:defRPr>
            </a:pPr>
            <a:r>
              <a:rPr sz="1350" b="1">
                <a:solidFill>
                  <a:srgbClr val="132238"/>
                </a:solidFill>
                <a:latin typeface="Noto Sans CJK KR"/>
                <a:ea typeface="Noto Sans CJK KR"/>
                <a:cs typeface="Noto Sans CJK KR"/>
              </a:rPr>
              <a:t>통합 51건</a:t>
            </a:r>
          </a:p>
        </p:txBody>
      </p:sp>
      <p:sp>
        <p:nvSpPr>
          <p:cNvPr id="21" name="">
            <a:extLst xmlns:a="http://schemas.openxmlformats.org/drawingml/2006/main">
              <a:ext uri="{FF2B5EF4-FFF2-40B4-BE49-F238E27FC236}">
                <a16:creationId xmlns:a16="http://schemas.microsoft.com/office/drawing/2014/main" id="{59B1ED6E-D707-4FEB-9D48-B1144FF7FCE3}"/>
              </a:ext>
            </a:extLst>
          </p:cNvPr>
          <p:cNvSpPr>
            <a:spLocks xmlns:a="http://schemas.openxmlformats.org/drawingml/2006/main" noGrp="1"/>
          </p:cNvSpPr>
          <p:nvPr/>
        </p:nvSpPr>
        <p:spPr>
          <a:xfrm xmlns:a="http://schemas.openxmlformats.org/drawingml/2006/main">
            <a:off x="9105900" y="2219325"/>
            <a:ext cx="24288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SW 개발 32</a:t>
            </a:r>
          </a:p>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운영·유지관리 19</a:t>
            </a:r>
          </a:p>
        </p:txBody>
      </p:sp>
      <p:sp>
        <p:nvSpPr>
          <p:cNvPr id="22" name="">
            <a:extLst xmlns:a="http://schemas.openxmlformats.org/drawingml/2006/main">
              <a:ext uri="{FF2B5EF4-FFF2-40B4-BE49-F238E27FC236}">
                <a16:creationId xmlns:a16="http://schemas.microsoft.com/office/drawing/2014/main" id="{DD449924-6103-496B-B7CC-A9D86A90CDC7}"/>
              </a:ext>
            </a:extLst>
          </p:cNvPr>
          <p:cNvSpPr>
            <a:spLocks xmlns:a="http://schemas.openxmlformats.org/drawingml/2006/main" noGrp="1"/>
          </p:cNvSpPr>
          <p:nvPr/>
        </p:nvSpPr>
        <p:spPr>
          <a:xfrm xmlns:a="http://schemas.openxmlformats.org/drawingml/2006/main">
            <a:off x="2933700" y="2390775"/>
            <a:ext cx="390525" cy="0"/>
          </a:xfrm>
          <a:prstGeom xmlns:a="http://schemas.openxmlformats.org/drawingml/2006/main" prst="line">
            <a:avLst/>
          </a:prstGeom>
          <a:noFill xmlns:a="http://schemas.openxmlformats.org/drawingml/2006/main"/>
          <a:ln xmlns:a="http://schemas.openxmlformats.org/drawingml/2006/main" w="19050">
            <a:solidFill>
              <a:srgbClr val="52657A"/>
            </a:solidFill>
          </a:ln>
        </p:spPr>
      </p:sp>
      <p:sp>
        <p:nvSpPr>
          <p:cNvPr id="23" name="">
            <a:extLst xmlns:a="http://schemas.openxmlformats.org/drawingml/2006/main">
              <a:ext uri="{FF2B5EF4-FFF2-40B4-BE49-F238E27FC236}">
                <a16:creationId xmlns:a16="http://schemas.microsoft.com/office/drawing/2014/main" id="{B8B01BB9-298E-4B5C-A24F-449D3C371A19}"/>
              </a:ext>
            </a:extLst>
          </p:cNvPr>
          <p:cNvSpPr>
            <a:spLocks xmlns:a="http://schemas.openxmlformats.org/drawingml/2006/main" noGrp="1"/>
          </p:cNvSpPr>
          <p:nvPr/>
        </p:nvSpPr>
        <p:spPr>
          <a:xfrm xmlns:a="http://schemas.openxmlformats.org/drawingml/2006/main">
            <a:off x="3228975" y="2343150"/>
            <a:ext cx="95250" cy="95250"/>
          </a:xfrm>
          <a:prstGeom xmlns:a="http://schemas.openxmlformats.org/drawingml/2006/main" prst="triangle">
            <a:avLst/>
          </a:prstGeom>
          <a:solidFill xmlns:a="http://schemas.openxmlformats.org/drawingml/2006/main">
            <a:srgbClr val="52657A"/>
          </a:solidFill>
          <a:ln xmlns:a="http://schemas.openxmlformats.org/drawingml/2006/main" w="9525">
            <a:solidFill>
              <a:srgbClr val="52657A"/>
            </a:solidFill>
          </a:ln>
        </p:spPr>
      </p:sp>
      <p:sp>
        <p:nvSpPr>
          <p:cNvPr id="24" name="">
            <a:extLst xmlns:a="http://schemas.openxmlformats.org/drawingml/2006/main">
              <a:ext uri="{FF2B5EF4-FFF2-40B4-BE49-F238E27FC236}">
                <a16:creationId xmlns:a16="http://schemas.microsoft.com/office/drawing/2014/main" id="{4F97908A-CCFC-4ADD-93D6-487A8065DB0E}"/>
              </a:ext>
            </a:extLst>
          </p:cNvPr>
          <p:cNvSpPr>
            <a:spLocks xmlns:a="http://schemas.openxmlformats.org/drawingml/2006/main" noGrp="1"/>
          </p:cNvSpPr>
          <p:nvPr/>
        </p:nvSpPr>
        <p:spPr>
          <a:xfrm xmlns:a="http://schemas.openxmlformats.org/drawingml/2006/main">
            <a:off x="5743575" y="2390775"/>
            <a:ext cx="390525" cy="0"/>
          </a:xfrm>
          <a:prstGeom xmlns:a="http://schemas.openxmlformats.org/drawingml/2006/main" prst="line">
            <a:avLst/>
          </a:prstGeom>
          <a:noFill xmlns:a="http://schemas.openxmlformats.org/drawingml/2006/main"/>
          <a:ln xmlns:a="http://schemas.openxmlformats.org/drawingml/2006/main" w="19050">
            <a:solidFill>
              <a:srgbClr val="52657A"/>
            </a:solidFill>
          </a:ln>
        </p:spPr>
      </p:sp>
      <p:sp>
        <p:nvSpPr>
          <p:cNvPr id="25" name="">
            <a:extLst xmlns:a="http://schemas.openxmlformats.org/drawingml/2006/main">
              <a:ext uri="{FF2B5EF4-FFF2-40B4-BE49-F238E27FC236}">
                <a16:creationId xmlns:a16="http://schemas.microsoft.com/office/drawing/2014/main" id="{1B202452-9CBA-42EF-8D79-BD46DF6B70C9}"/>
              </a:ext>
            </a:extLst>
          </p:cNvPr>
          <p:cNvSpPr>
            <a:spLocks xmlns:a="http://schemas.openxmlformats.org/drawingml/2006/main" noGrp="1"/>
          </p:cNvSpPr>
          <p:nvPr/>
        </p:nvSpPr>
        <p:spPr>
          <a:xfrm xmlns:a="http://schemas.openxmlformats.org/drawingml/2006/main">
            <a:off x="6038850" y="2343150"/>
            <a:ext cx="95250" cy="95250"/>
          </a:xfrm>
          <a:prstGeom xmlns:a="http://schemas.openxmlformats.org/drawingml/2006/main" prst="triangle">
            <a:avLst/>
          </a:prstGeom>
          <a:solidFill xmlns:a="http://schemas.openxmlformats.org/drawingml/2006/main">
            <a:srgbClr val="52657A"/>
          </a:solidFill>
          <a:ln xmlns:a="http://schemas.openxmlformats.org/drawingml/2006/main" w="9525">
            <a:solidFill>
              <a:srgbClr val="52657A"/>
            </a:solidFill>
          </a:ln>
        </p:spPr>
      </p:sp>
      <p:sp>
        <p:nvSpPr>
          <p:cNvPr id="26" name="">
            <a:extLst xmlns:a="http://schemas.openxmlformats.org/drawingml/2006/main">
              <a:ext uri="{FF2B5EF4-FFF2-40B4-BE49-F238E27FC236}">
                <a16:creationId xmlns:a16="http://schemas.microsoft.com/office/drawing/2014/main" id="{BCE31735-D9D1-49FD-9837-8099754BFFA3}"/>
              </a:ext>
            </a:extLst>
          </p:cNvPr>
          <p:cNvSpPr>
            <a:spLocks xmlns:a="http://schemas.openxmlformats.org/drawingml/2006/main" noGrp="1"/>
          </p:cNvSpPr>
          <p:nvPr/>
        </p:nvSpPr>
        <p:spPr>
          <a:xfrm xmlns:a="http://schemas.openxmlformats.org/drawingml/2006/main">
            <a:off x="8553450" y="2390775"/>
            <a:ext cx="390525" cy="0"/>
          </a:xfrm>
          <a:prstGeom xmlns:a="http://schemas.openxmlformats.org/drawingml/2006/main" prst="line">
            <a:avLst/>
          </a:prstGeom>
          <a:noFill xmlns:a="http://schemas.openxmlformats.org/drawingml/2006/main"/>
          <a:ln xmlns:a="http://schemas.openxmlformats.org/drawingml/2006/main" w="19050">
            <a:solidFill>
              <a:srgbClr val="52657A"/>
            </a:solidFill>
          </a:ln>
        </p:spPr>
      </p:sp>
      <p:sp>
        <p:nvSpPr>
          <p:cNvPr id="27" name="">
            <a:extLst xmlns:a="http://schemas.openxmlformats.org/drawingml/2006/main">
              <a:ext uri="{FF2B5EF4-FFF2-40B4-BE49-F238E27FC236}">
                <a16:creationId xmlns:a16="http://schemas.microsoft.com/office/drawing/2014/main" id="{B89B8D8C-F364-4F52-B634-8177FA1CCA5D}"/>
              </a:ext>
            </a:extLst>
          </p:cNvPr>
          <p:cNvSpPr>
            <a:spLocks xmlns:a="http://schemas.openxmlformats.org/drawingml/2006/main" noGrp="1"/>
          </p:cNvSpPr>
          <p:nvPr/>
        </p:nvSpPr>
        <p:spPr>
          <a:xfrm xmlns:a="http://schemas.openxmlformats.org/drawingml/2006/main">
            <a:off x="8848725" y="2343150"/>
            <a:ext cx="95250" cy="95250"/>
          </a:xfrm>
          <a:prstGeom xmlns:a="http://schemas.openxmlformats.org/drawingml/2006/main" prst="triangle">
            <a:avLst/>
          </a:prstGeom>
          <a:solidFill xmlns:a="http://schemas.openxmlformats.org/drawingml/2006/main">
            <a:srgbClr val="52657A"/>
          </a:solidFill>
          <a:ln xmlns:a="http://schemas.openxmlformats.org/drawingml/2006/main" w="9525">
            <a:solidFill>
              <a:srgbClr val="52657A"/>
            </a:solidFill>
          </a:ln>
        </p:spPr>
      </p:sp>
      <p:graphicFrame>
        <p:nvGraphicFramePr>
          <p:cNvPr id="62" name=""/>
          <p:cNvGraphicFramePr/>
          <p:nvPr/>
        </p:nvGraphicFramePr>
        <p:xfrm>
          <a:off xmlns:a="http://schemas.openxmlformats.org/drawingml/2006/main" x="514350" y="3457575"/>
          <a:ext xmlns:a="http://schemas.openxmlformats.org/drawingml/2006/main" cx="7181850" cy="2028825"/>
        </p:xfrm>
        <a:graphic xmlns:a="http://schemas.openxmlformats.org/drawingml/2006/main">
          <a:graphicData uri="http://schemas.openxmlformats.org/drawingml/2006/table">
            <a:tbl>
              <a:tblPr/>
              <a:tblGrid>
                <a:gridCol w="1752600"/>
                <a:gridCol w="2857500"/>
                <a:gridCol w="2571750"/>
              </a:tblGrid>
              <a:tr h="405765">
                <a:tc>
                  <a:txBody>
                    <a:bodyPr/>
                    <a:lstStyle/>
                    <a:p>
                      <a:r>
                        <a:rPr sz="1125" b="1">
                          <a:solidFill>
                            <a:srgbClr val="FFFFFF"/>
                          </a:solidFill>
                          <a:latin typeface="Noto Sans CJK KR"/>
                          <a:ea typeface="Noto Sans CJK KR"/>
                          <a:cs typeface="Noto Sans CJK KR"/>
                        </a:rPr>
                        <a:t>검수 대상</a:t>
                      </a:r>
                    </a:p>
                  </a:txBody>
                  <a:tcPr marL="76200" marR="76200" marT="57150" marB="57150" anchor="ctr">
                    <a:solidFill>
                      <a:srgbClr val="183B5B"/>
                    </a:solidFill>
                  </a:tcPr>
                </a:tc>
                <a:tc>
                  <a:txBody>
                    <a:bodyPr/>
                    <a:lstStyle/>
                    <a:p>
                      <a:r>
                        <a:rPr sz="1125" b="1">
                          <a:solidFill>
                            <a:srgbClr val="FFFFFF"/>
                          </a:solidFill>
                          <a:latin typeface="Noto Sans CJK KR"/>
                          <a:ea typeface="Noto Sans CJK KR"/>
                          <a:cs typeface="Noto Sans CJK KR"/>
                        </a:rPr>
                        <a:t>정리 항목</a:t>
                      </a:r>
                    </a:p>
                  </a:txBody>
                  <a:tcPr marL="76200" marR="76200" marT="57150" marB="57150" anchor="ctr">
                    <a:solidFill>
                      <a:srgbClr val="183B5B"/>
                    </a:solidFill>
                  </a:tcPr>
                </a:tc>
                <a:tc>
                  <a:txBody>
                    <a:bodyPr/>
                    <a:lstStyle/>
                    <a:p>
                      <a:r>
                        <a:rPr sz="1125" b="1">
                          <a:solidFill>
                            <a:srgbClr val="FFFFFF"/>
                          </a:solidFill>
                          <a:latin typeface="Noto Sans CJK KR"/>
                          <a:ea typeface="Noto Sans CJK KR"/>
                          <a:cs typeface="Noto Sans CJK KR"/>
                        </a:rPr>
                        <a:t>보존 방식</a:t>
                      </a:r>
                    </a:p>
                  </a:txBody>
                  <a:tcPr marL="76200" marR="76200" marT="57150" marB="57150" anchor="ctr">
                    <a:solidFill>
                      <a:srgbClr val="183B5B"/>
                    </a:solidFill>
                  </a:tcPr>
                </a:tc>
              </a:tr>
              <a:tr h="405765">
                <a:tc>
                  <a:txBody>
                    <a:bodyPr/>
                    <a:lstStyle/>
                    <a:p>
                      <a:r>
                        <a:rPr sz="1125">
                          <a:solidFill>
                            <a:srgbClr val="132238"/>
                          </a:solidFill>
                          <a:latin typeface="Noto Sans CJK KR"/>
                          <a:ea typeface="Noto Sans CJK KR"/>
                          <a:cs typeface="Noto Sans CJK KR"/>
                        </a:rPr>
                        <a:t>공고·첨부</a:t>
                      </a:r>
                    </a:p>
                  </a:txBody>
                  <a:tcPr marL="76200" marR="76200" marT="57150" marB="57150" anchor="ctr">
                    <a:solidFill>
                      <a:srgbClr val="FFFFFF"/>
                    </a:solidFill>
                  </a:tcPr>
                </a:tc>
                <a:tc>
                  <a:txBody>
                    <a:bodyPr/>
                    <a:lstStyle/>
                    <a:p>
                      <a:r>
                        <a:rPr sz="1125">
                          <a:solidFill>
                            <a:srgbClr val="132238"/>
                          </a:solidFill>
                          <a:latin typeface="Noto Sans CJK KR"/>
                          <a:ea typeface="Noto Sans CJK KR"/>
                          <a:cs typeface="Noto Sans CJK KR"/>
                        </a:rPr>
                        <a:t>공고번호·기관·예산·기한</a:t>
                      </a:r>
                    </a:p>
                  </a:txBody>
                  <a:tcPr marL="76200" marR="76200" marT="57150" marB="57150" anchor="ctr">
                    <a:solidFill>
                      <a:srgbClr val="FFFFFF"/>
                    </a:solidFill>
                  </a:tcPr>
                </a:tc>
                <a:tc>
                  <a:txBody>
                    <a:bodyPr/>
                    <a:lstStyle/>
                    <a:p>
                      <a:r>
                        <a:rPr sz="1125">
                          <a:solidFill>
                            <a:srgbClr val="132238"/>
                          </a:solidFill>
                          <a:latin typeface="Noto Sans CJK KR"/>
                          <a:ea typeface="Noto Sans CJK KR"/>
                          <a:cs typeface="Noto Sans CJK KR"/>
                        </a:rPr>
                        <a:t>원본 경로·해시</a:t>
                      </a:r>
                    </a:p>
                  </a:txBody>
                  <a:tcPr marL="76200" marR="76200" marT="57150" marB="57150" anchor="ctr">
                    <a:solidFill>
                      <a:srgbClr val="FFFFFF"/>
                    </a:solidFill>
                  </a:tcPr>
                </a:tc>
              </a:tr>
              <a:tr h="405765">
                <a:tc>
                  <a:txBody>
                    <a:bodyPr/>
                    <a:lstStyle/>
                    <a:p>
                      <a:r>
                        <a:rPr sz="1125">
                          <a:solidFill>
                            <a:srgbClr val="132238"/>
                          </a:solidFill>
                          <a:latin typeface="Noto Sans CJK KR"/>
                          <a:ea typeface="Noto Sans CJK KR"/>
                          <a:cs typeface="Noto Sans CJK KR"/>
                        </a:rPr>
                        <a:t>참가 조건</a:t>
                      </a:r>
                    </a:p>
                  </a:txBody>
                  <a:tcPr marL="76200" marR="76200" marT="57150" marB="57150" anchor="ctr">
                    <a:solidFill>
                      <a:srgbClr val="FFFFFF"/>
                    </a:solidFill>
                  </a:tcPr>
                </a:tc>
                <a:tc>
                  <a:txBody>
                    <a:bodyPr/>
                    <a:lstStyle/>
                    <a:p>
                      <a:r>
                        <a:rPr sz="1125">
                          <a:solidFill>
                            <a:srgbClr val="132238"/>
                          </a:solidFill>
                          <a:latin typeface="Noto Sans CJK KR"/>
                          <a:ea typeface="Noto Sans CJK KR"/>
                          <a:cs typeface="Noto Sans CJK KR"/>
                        </a:rPr>
                        <a:t>업종·지역·직접생산·공동수급</a:t>
                      </a:r>
                    </a:p>
                  </a:txBody>
                  <a:tcPr marL="76200" marR="76200" marT="57150" marB="57150" anchor="ctr">
                    <a:solidFill>
                      <a:srgbClr val="FFFFFF"/>
                    </a:solidFill>
                  </a:tcPr>
                </a:tc>
                <a:tc>
                  <a:txBody>
                    <a:bodyPr/>
                    <a:lstStyle/>
                    <a:p>
                      <a:r>
                        <a:rPr sz="1125">
                          <a:solidFill>
                            <a:srgbClr val="132238"/>
                          </a:solidFill>
                          <a:latin typeface="Noto Sans CJK KR"/>
                          <a:ea typeface="Noto Sans CJK KR"/>
                          <a:cs typeface="Noto Sans CJK KR"/>
                        </a:rPr>
                        <a:t>출처와 문구</a:t>
                      </a:r>
                    </a:p>
                  </a:txBody>
                  <a:tcPr marL="76200" marR="76200" marT="57150" marB="57150" anchor="ctr">
                    <a:solidFill>
                      <a:srgbClr val="FFFFFF"/>
                    </a:solidFill>
                  </a:tcPr>
                </a:tc>
              </a:tr>
              <a:tr h="405765">
                <a:tc>
                  <a:txBody>
                    <a:bodyPr/>
                    <a:lstStyle/>
                    <a:p>
                      <a:r>
                        <a:rPr sz="1125">
                          <a:solidFill>
                            <a:srgbClr val="132238"/>
                          </a:solidFill>
                          <a:latin typeface="Noto Sans CJK KR"/>
                          <a:ea typeface="Noto Sans CJK KR"/>
                          <a:cs typeface="Noto Sans CJK KR"/>
                        </a:rPr>
                        <a:t>평가 조건</a:t>
                      </a:r>
                    </a:p>
                  </a:txBody>
                  <a:tcPr marL="76200" marR="76200" marT="57150" marB="57150" anchor="ctr">
                    <a:solidFill>
                      <a:srgbClr val="FFFFFF"/>
                    </a:solidFill>
                  </a:tcPr>
                </a:tc>
                <a:tc>
                  <a:txBody>
                    <a:bodyPr/>
                    <a:lstStyle/>
                    <a:p>
                      <a:r>
                        <a:rPr sz="1125">
                          <a:solidFill>
                            <a:srgbClr val="132238"/>
                          </a:solidFill>
                          <a:latin typeface="Noto Sans CJK KR"/>
                          <a:ea typeface="Noto Sans CJK KR"/>
                          <a:cs typeface="Noto Sans CJK KR"/>
                        </a:rPr>
                        <a:t>실적·인력·인증·배점</a:t>
                      </a:r>
                    </a:p>
                  </a:txBody>
                  <a:tcPr marL="76200" marR="76200" marT="57150" marB="57150" anchor="ctr">
                    <a:solidFill>
                      <a:srgbClr val="FFFFFF"/>
                    </a:solidFill>
                  </a:tcPr>
                </a:tc>
                <a:tc>
                  <a:txBody>
                    <a:bodyPr/>
                    <a:lstStyle/>
                    <a:p>
                      <a:r>
                        <a:rPr sz="1125">
                          <a:solidFill>
                            <a:srgbClr val="132238"/>
                          </a:solidFill>
                          <a:latin typeface="Noto Sans CJK KR"/>
                          <a:ea typeface="Noto Sans CJK KR"/>
                          <a:cs typeface="Noto Sans CJK KR"/>
                        </a:rPr>
                        <a:t>없음/미확인 구분</a:t>
                      </a:r>
                    </a:p>
                  </a:txBody>
                  <a:tcPr marL="76200" marR="76200" marT="57150" marB="57150" anchor="ctr">
                    <a:solidFill>
                      <a:srgbClr val="FFFFFF"/>
                    </a:solidFill>
                  </a:tcPr>
                </a:tc>
              </a:tr>
              <a:tr h="405765">
                <a:tc>
                  <a:txBody>
                    <a:bodyPr/>
                    <a:lstStyle/>
                    <a:p>
                      <a:r>
                        <a:rPr sz="1125">
                          <a:solidFill>
                            <a:srgbClr val="132238"/>
                          </a:solidFill>
                          <a:latin typeface="Noto Sans CJK KR"/>
                          <a:ea typeface="Noto Sans CJK KR"/>
                          <a:cs typeface="Noto Sans CJK KR"/>
                        </a:rPr>
                        <a:t>쟁점</a:t>
                      </a:r>
                    </a:p>
                  </a:txBody>
                  <a:tcPr marL="76200" marR="76200" marT="57150" marB="57150" anchor="ctr">
                    <a:solidFill>
                      <a:srgbClr val="FFFFFF"/>
                    </a:solidFill>
                  </a:tcPr>
                </a:tc>
                <a:tc>
                  <a:txBody>
                    <a:bodyPr/>
                    <a:lstStyle/>
                    <a:p>
                      <a:r>
                        <a:rPr sz="1125">
                          <a:solidFill>
                            <a:srgbClr val="132238"/>
                          </a:solidFill>
                          <a:latin typeface="Noto Sans CJK KR"/>
                          <a:ea typeface="Noto Sans CJK KR"/>
                          <a:cs typeface="Noto Sans CJK KR"/>
                        </a:rPr>
                        <a:t>문서 충돌·추출 불완전</a:t>
                      </a:r>
                    </a:p>
                  </a:txBody>
                  <a:tcPr marL="76200" marR="76200" marT="57150" marB="57150" anchor="ctr">
                    <a:solidFill>
                      <a:srgbClr val="FFFFFF"/>
                    </a:solidFill>
                  </a:tcPr>
                </a:tc>
                <a:tc>
                  <a:txBody>
                    <a:bodyPr/>
                    <a:lstStyle/>
                    <a:p>
                      <a:r>
                        <a:rPr sz="1125">
                          <a:solidFill>
                            <a:srgbClr val="132238"/>
                          </a:solidFill>
                          <a:latin typeface="Noto Sans CJK KR"/>
                          <a:ea typeface="Noto Sans CJK KR"/>
                          <a:cs typeface="Noto Sans CJK KR"/>
                        </a:rPr>
                        <a:t>보류 사유</a:t>
                      </a:r>
                    </a:p>
                  </a:txBody>
                  <a:tcPr marL="76200" marR="76200" marT="57150" marB="57150" anchor="ctr">
                    <a:solidFill>
                      <a:srgbClr val="FFFFFF"/>
                    </a:solidFill>
                  </a:tcPr>
                </a:tc>
              </a:tr>
            </a:tbl>
          </a:graphicData>
        </a:graphic>
      </p:graphicFrame>
      <p:sp>
        <p:nvSpPr>
          <p:cNvPr id="29" name="">
            <a:extLst xmlns:a="http://schemas.openxmlformats.org/drawingml/2006/main">
              <a:ext uri="{FF2B5EF4-FFF2-40B4-BE49-F238E27FC236}">
                <a16:creationId xmlns:a16="http://schemas.microsoft.com/office/drawing/2014/main" id="{9D9B47D4-9211-4FD8-8BB8-980AC44B089F}"/>
              </a:ext>
            </a:extLst>
          </p:cNvPr>
          <p:cNvSpPr>
            <a:spLocks xmlns:a="http://schemas.openxmlformats.org/drawingml/2006/main" noGrp="1"/>
          </p:cNvSpPr>
          <p:nvPr/>
        </p:nvSpPr>
        <p:spPr>
          <a:xfrm xmlns:a="http://schemas.openxmlformats.org/drawingml/2006/main">
            <a:off x="8001000" y="3457575"/>
            <a:ext cx="3676650" cy="2028825"/>
          </a:xfrm>
          <a:prstGeom xmlns:a="http://schemas.openxmlformats.org/drawingml/2006/main" prst="roundRect">
            <a:avLst>
              <a:gd name="adj" fmla="val 3756"/>
            </a:avLst>
          </a:prstGeom>
          <a:solidFill xmlns:a="http://schemas.openxmlformats.org/drawingml/2006/main">
            <a:srgbClr val="FFFFFF"/>
          </a:solidFill>
          <a:ln xmlns:a="http://schemas.openxmlformats.org/drawingml/2006/main" w="9525">
            <a:solidFill>
              <a:srgbClr val="CFD9E6"/>
            </a:solidFill>
          </a:ln>
        </p:spPr>
      </p:sp>
      <p:sp>
        <p:nvSpPr>
          <p:cNvPr id="30" name="">
            <a:extLst xmlns:a="http://schemas.openxmlformats.org/drawingml/2006/main">
              <a:ext uri="{FF2B5EF4-FFF2-40B4-BE49-F238E27FC236}">
                <a16:creationId xmlns:a16="http://schemas.microsoft.com/office/drawing/2014/main" id="{CBD30C54-7A85-414C-8353-D36A381321DD}"/>
              </a:ext>
            </a:extLst>
          </p:cNvPr>
          <p:cNvSpPr>
            <a:spLocks xmlns:a="http://schemas.openxmlformats.org/drawingml/2006/main" noGrp="1"/>
          </p:cNvSpPr>
          <p:nvPr/>
        </p:nvSpPr>
        <p:spPr>
          <a:xfrm xmlns:a="http://schemas.openxmlformats.org/drawingml/2006/main">
            <a:off x="8191500" y="363855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83B5B"/>
                </a:solidFill>
                <a:latin typeface="Noto Sans CJK KR"/>
                <a:ea typeface="Noto Sans CJK KR"/>
                <a:cs typeface="Noto Sans CJK KR"/>
              </a:defRPr>
            </a:pPr>
            <a:r>
              <a:rPr sz="1350" b="1">
                <a:solidFill>
                  <a:srgbClr val="183B5B"/>
                </a:solidFill>
                <a:latin typeface="Noto Sans CJK KR"/>
                <a:ea typeface="Noto Sans CJK KR"/>
                <a:cs typeface="Noto Sans CJK KR"/>
              </a:rPr>
              <a:t>검수 결과</a:t>
            </a:r>
          </a:p>
        </p:txBody>
      </p:sp>
      <p:sp>
        <p:nvSpPr>
          <p:cNvPr id="31" name="">
            <a:extLst xmlns:a="http://schemas.openxmlformats.org/drawingml/2006/main">
              <a:ext uri="{FF2B5EF4-FFF2-40B4-BE49-F238E27FC236}">
                <a16:creationId xmlns:a16="http://schemas.microsoft.com/office/drawing/2014/main" id="{88B261AD-2C56-4DD8-8236-DF7398C67E2F}"/>
              </a:ext>
            </a:extLst>
          </p:cNvPr>
          <p:cNvSpPr>
            <a:spLocks xmlns:a="http://schemas.openxmlformats.org/drawingml/2006/main" noGrp="1"/>
          </p:cNvSpPr>
          <p:nvPr/>
        </p:nvSpPr>
        <p:spPr>
          <a:xfrm xmlns:a="http://schemas.openxmlformats.org/drawingml/2006/main">
            <a:off x="8191500" y="4048125"/>
            <a:ext cx="32385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177800" indent="-88900">
              <a:spcAft>
                <a:spcPts val="500"/>
              </a:spcAft>
              <a:buChar char="•"/>
              <a:defRPr sz="1125" b="0">
                <a:solidFill>
                  <a:srgbClr val="132238"/>
                </a:solidFill>
                <a:latin typeface="Noto Sans CJK KR"/>
                <a:ea typeface="Noto Sans CJK KR"/>
                <a:cs typeface="Noto Sans CJK KR"/>
              </a:defRPr>
            </a:pPr>
            <a:r>
              <a:rPr sz="1125" b="0">
                <a:solidFill>
                  <a:srgbClr val="132238"/>
                </a:solidFill>
                <a:latin typeface="Noto Sans CJK KR"/>
                <a:ea typeface="Noto Sans CJK KR"/>
                <a:cs typeface="Noto Sans CJK KR"/>
              </a:rPr>
              <a:t>51건 · 15열 · 빈 요건 셀 없음</a:t>
            </a:r>
          </a:p>
          <a:p xmlns:a="http://schemas.openxmlformats.org/drawingml/2006/main">
            <a:pPr marL="177800" indent="-88900">
              <a:spcAft>
                <a:spcPts val="500"/>
              </a:spcAft>
              <a:buChar char="•"/>
              <a:defRPr sz="1125" b="0">
                <a:solidFill>
                  <a:srgbClr val="132238"/>
                </a:solidFill>
                <a:latin typeface="Noto Sans CJK KR"/>
                <a:ea typeface="Noto Sans CJK KR"/>
                <a:cs typeface="Noto Sans CJK KR"/>
              </a:defRPr>
            </a:pPr>
            <a:r>
              <a:rPr sz="1125" b="0">
                <a:solidFill>
                  <a:srgbClr val="132238"/>
                </a:solidFill>
                <a:latin typeface="Noto Sans CJK KR"/>
                <a:ea typeface="Noto Sans CJK KR"/>
                <a:cs typeface="Noto Sans CJK KR"/>
              </a:rPr>
              <a:t>12개 쟁점 공고 원문 재대조</a:t>
            </a:r>
          </a:p>
          <a:p xmlns:a="http://schemas.openxmlformats.org/drawingml/2006/main">
            <a:pPr marL="177800" indent="-88900">
              <a:spcAft>
                <a:spcPts val="500"/>
              </a:spcAft>
              <a:buChar char="•"/>
              <a:defRPr sz="1125" b="0">
                <a:solidFill>
                  <a:srgbClr val="132238"/>
                </a:solidFill>
                <a:latin typeface="Noto Sans CJK KR"/>
                <a:ea typeface="Noto Sans CJK KR"/>
                <a:cs typeface="Noto Sans CJK KR"/>
              </a:defRPr>
            </a:pPr>
            <a:r>
              <a:rPr sz="1125" b="0">
                <a:solidFill>
                  <a:srgbClr val="132238"/>
                </a:solidFill>
                <a:latin typeface="Noto Sans CJK KR"/>
                <a:ea typeface="Noto Sans CJK KR"/>
                <a:cs typeface="Noto Sans CJK KR"/>
              </a:rPr>
              <a:t>나머지 39개 공고 셀은 유지</a:t>
            </a:r>
          </a:p>
          <a:p xmlns:a="http://schemas.openxmlformats.org/drawingml/2006/main">
            <a:pPr marL="177800" indent="-88900">
              <a:spcAft>
                <a:spcPts val="500"/>
              </a:spcAft>
              <a:buChar char="•"/>
              <a:defRPr sz="1125" b="0">
                <a:solidFill>
                  <a:srgbClr val="132238"/>
                </a:solidFill>
                <a:latin typeface="Noto Sans CJK KR"/>
                <a:ea typeface="Noto Sans CJK KR"/>
                <a:cs typeface="Noto Sans CJK KR"/>
              </a:defRPr>
            </a:pPr>
            <a:r>
              <a:rPr sz="1125" b="0">
                <a:solidFill>
                  <a:srgbClr val="132238"/>
                </a:solidFill>
                <a:latin typeface="Noto Sans CJK KR"/>
                <a:ea typeface="Noto Sans CJK KR"/>
                <a:cs typeface="Noto Sans CJK KR"/>
              </a:rPr>
              <a:t>원문·전체 추출 텍스트는 Git 제외</a:t>
            </a:r>
          </a:p>
        </p:txBody>
      </p:sp>
      <p:sp>
        <p:nvSpPr>
          <p:cNvPr id="32" name="">
            <a:extLst xmlns:a="http://schemas.openxmlformats.org/drawingml/2006/main">
              <a:ext uri="{FF2B5EF4-FFF2-40B4-BE49-F238E27FC236}">
                <a16:creationId xmlns:a16="http://schemas.microsoft.com/office/drawing/2014/main" id="{567F2360-A4E9-4775-99CB-DAA5FBF36387}"/>
              </a:ext>
            </a:extLst>
          </p:cNvPr>
          <p:cNvSpPr>
            <a:spLocks xmlns:a="http://schemas.openxmlformats.org/drawingml/2006/main" noGrp="1"/>
          </p:cNvSpPr>
          <p:nvPr/>
        </p:nvSpPr>
        <p:spPr>
          <a:xfrm xmlns:a="http://schemas.openxmlformats.org/drawingml/2006/main">
            <a:off x="514350" y="6353175"/>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33" name="">
            <a:extLst xmlns:a="http://schemas.openxmlformats.org/drawingml/2006/main">
              <a:ext uri="{FF2B5EF4-FFF2-40B4-BE49-F238E27FC236}">
                <a16:creationId xmlns:a16="http://schemas.microsoft.com/office/drawing/2014/main" id="{8658690A-F6D3-43D3-AB5C-F14A83656644}"/>
              </a:ext>
            </a:extLst>
          </p:cNvPr>
          <p:cNvSpPr>
            <a:spLocks xmlns:a="http://schemas.openxmlformats.org/drawingml/2006/main" noGrp="1"/>
          </p:cNvSpPr>
          <p:nvPr/>
        </p:nvSpPr>
        <p:spPr>
          <a:xfrm xmlns:a="http://schemas.openxmlformats.org/drawingml/2006/main">
            <a:off x="533400" y="6457950"/>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0">
                <a:solidFill>
                  <a:srgbClr val="52657A"/>
                </a:solidFill>
                <a:latin typeface="Noto Sans CJK KR"/>
                <a:ea typeface="Noto Sans CJK KR"/>
                <a:cs typeface="Noto Sans CJK KR"/>
              </a:defRPr>
            </a:pPr>
            <a:r>
              <a:rPr sz="825" b="0">
                <a:solidFill>
                  <a:srgbClr val="52657A"/>
                </a:solidFill>
                <a:latin typeface="Noto Sans CJK KR"/>
                <a:ea typeface="Noto Sans CJK KR"/>
                <a:cs typeface="Noto Sans CJK KR"/>
              </a:rPr>
              <a:t>표본은 전체 나라장터를 대표하는 확률표본이 아니라 파일럿 구축용 검수 표본</a:t>
            </a:r>
          </a:p>
        </p:txBody>
      </p:sp>
      <p:sp>
        <p:nvSpPr>
          <p:cNvPr id="34" name="">
            <a:extLst xmlns:a="http://schemas.openxmlformats.org/drawingml/2006/main">
              <a:ext uri="{FF2B5EF4-FFF2-40B4-BE49-F238E27FC236}">
                <a16:creationId xmlns:a16="http://schemas.microsoft.com/office/drawing/2014/main" id="{A1B419DA-5DF6-4A59-8330-0A75AD0FA30F}"/>
              </a:ext>
            </a:extLst>
          </p:cNvPr>
          <p:cNvSpPr>
            <a:spLocks xmlns:a="http://schemas.openxmlformats.org/drawingml/2006/main" noGrp="1"/>
          </p:cNvSpPr>
          <p:nvPr/>
        </p:nvSpPr>
        <p:spPr>
          <a:xfrm xmlns:a="http://schemas.openxmlformats.org/drawingml/2006/main">
            <a:off x="10001250" y="6457950"/>
            <a:ext cx="1676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1">
                <a:solidFill>
                  <a:srgbClr val="183B5B"/>
                </a:solidFill>
                <a:latin typeface="Noto Sans CJK KR"/>
                <a:ea typeface="Noto Sans CJK KR"/>
                <a:cs typeface="Noto Sans CJK KR"/>
              </a:defRPr>
            </a:pPr>
            <a:r>
              <a:rPr sz="825" b="1">
                <a:solidFill>
                  <a:srgbClr val="183B5B"/>
                </a:solidFill>
                <a:latin typeface="Noto Sans CJK KR"/>
                <a:ea typeface="Noto Sans CJK KR"/>
                <a:cs typeface="Noto Sans CJK KR"/>
              </a:rPr>
              <a:t>ASTRA · ko-LettuceDetect</a:t>
            </a:r>
          </a:p>
        </p:txBody>
      </p:sp>
    </p:spTree>
    <p:extLst>
      <p:ext uri="{BB962C8B-B14F-4D97-AF65-F5344CB8AC3E}">
        <p14:creationId xmlns:p14="http://schemas.microsoft.com/office/powerpoint/2010/main" val="1337651208"/>
      </p:ext>
    </p:extLst>
  </p:cSld>
</p:sld>
</file>

<file path=ppt/slides/slide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39C40C0-90BE-49E3-9EBD-43AD51A465D4}"/>
              </a:ext>
            </a:extLst>
          </p:cNvPr>
          <p:cNvSpPr>
            <a:spLocks xmlns:a="http://schemas.openxmlformats.org/drawingml/2006/main" noGrp="1"/>
          </p:cNvSpPr>
          <p:nvPr/>
        </p:nvSpPr>
        <p:spPr>
          <a:xfrm xmlns:a="http://schemas.openxmlformats.org/drawingml/2006/main">
            <a:off x="5143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119C8B"/>
                </a:solidFill>
                <a:latin typeface="Noto Sans CJK KR"/>
                <a:ea typeface="Noto Sans CJK KR"/>
                <a:cs typeface="Noto Sans CJK KR"/>
              </a:defRPr>
            </a:pPr>
            <a:r>
              <a:rPr sz="975" b="1">
                <a:solidFill>
                  <a:srgbClr val="119C8B"/>
                </a:solidFill>
                <a:latin typeface="Noto Sans CJK KR"/>
                <a:ea typeface="Noto Sans CJK KR"/>
                <a:cs typeface="Noto Sans CJK KR"/>
              </a:rPr>
              <a:t>데이터 구축</a:t>
            </a:r>
          </a:p>
        </p:txBody>
      </p:sp>
      <p:sp>
        <p:nvSpPr>
          <p:cNvPr id="2" name="">
            <a:extLst xmlns:a="http://schemas.openxmlformats.org/drawingml/2006/main">
              <a:ext uri="{FF2B5EF4-FFF2-40B4-BE49-F238E27FC236}">
                <a16:creationId xmlns:a16="http://schemas.microsoft.com/office/drawing/2014/main" id="{2533E011-5268-43DD-AFAD-DA083AA866DE}"/>
              </a:ext>
            </a:extLst>
          </p:cNvPr>
          <p:cNvSpPr>
            <a:spLocks xmlns:a="http://schemas.openxmlformats.org/drawingml/2006/main" noGrp="1"/>
          </p:cNvSpPr>
          <p:nvPr/>
        </p:nvSpPr>
        <p:spPr>
          <a:xfrm xmlns:a="http://schemas.openxmlformats.org/drawingml/2006/main">
            <a:off x="514350" y="457200"/>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132238"/>
                </a:solidFill>
                <a:latin typeface="Noto Sans CJK KR"/>
                <a:ea typeface="Noto Sans CJK KR"/>
                <a:cs typeface="Noto Sans CJK KR"/>
              </a:defRPr>
            </a:pPr>
            <a:r>
              <a:rPr sz="2325" b="1">
                <a:solidFill>
                  <a:srgbClr val="132238"/>
                </a:solidFill>
                <a:latin typeface="Noto Sans CJK KR"/>
                <a:ea typeface="Noto Sans CJK KR"/>
                <a:cs typeface="Noto Sans CJK KR"/>
              </a:rPr>
              <a:t>51건 안에서도 금액과 조건 조합이 다양하다</a:t>
            </a:r>
          </a:p>
        </p:txBody>
      </p:sp>
      <p:sp>
        <p:nvSpPr>
          <p:cNvPr id="3" name="">
            <a:extLst xmlns:a="http://schemas.openxmlformats.org/drawingml/2006/main">
              <a:ext uri="{FF2B5EF4-FFF2-40B4-BE49-F238E27FC236}">
                <a16:creationId xmlns:a16="http://schemas.microsoft.com/office/drawing/2014/main" id="{87B19B99-D38B-4535-AE13-4CDA3CBB9C8F}"/>
              </a:ext>
            </a:extLst>
          </p:cNvPr>
          <p:cNvSpPr>
            <a:spLocks xmlns:a="http://schemas.openxmlformats.org/drawingml/2006/main" noGrp="1"/>
          </p:cNvSpPr>
          <p:nvPr/>
        </p:nvSpPr>
        <p:spPr>
          <a:xfrm xmlns:a="http://schemas.openxmlformats.org/drawingml/2006/main">
            <a:off x="533400" y="923925"/>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2657A"/>
                </a:solidFill>
                <a:latin typeface="Noto Sans CJK KR"/>
                <a:ea typeface="Noto Sans CJK KR"/>
                <a:cs typeface="Noto Sans CJK KR"/>
              </a:defRPr>
            </a:pPr>
            <a:r>
              <a:rPr sz="1200" b="0">
                <a:solidFill>
                  <a:srgbClr val="52657A"/>
                </a:solidFill>
                <a:latin typeface="Noto Sans CJK KR"/>
                <a:ea typeface="Noto Sans CJK KR"/>
                <a:cs typeface="Noto Sans CJK KR"/>
              </a:rPr>
              <a:t>조건 수는 “언급 여부”이며 필수·허용·금지 판정 수가 아니다</a:t>
            </a:r>
          </a:p>
        </p:txBody>
      </p:sp>
      <p:sp>
        <p:nvSpPr>
          <p:cNvPr id="4" name="">
            <a:extLst xmlns:a="http://schemas.openxmlformats.org/drawingml/2006/main">
              <a:ext uri="{FF2B5EF4-FFF2-40B4-BE49-F238E27FC236}">
                <a16:creationId xmlns:a16="http://schemas.microsoft.com/office/drawing/2014/main" id="{155A7FB7-1151-4CD0-A222-919385B8586D}"/>
              </a:ext>
            </a:extLst>
          </p:cNvPr>
          <p:cNvSpPr>
            <a:spLocks xmlns:a="http://schemas.openxmlformats.org/drawingml/2006/main" noGrp="1"/>
          </p:cNvSpPr>
          <p:nvPr/>
        </p:nvSpPr>
        <p:spPr>
          <a:xfrm xmlns:a="http://schemas.openxmlformats.org/drawingml/2006/main">
            <a:off x="514350" y="1257300"/>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5" name="">
            <a:extLst xmlns:a="http://schemas.openxmlformats.org/drawingml/2006/main">
              <a:ext uri="{FF2B5EF4-FFF2-40B4-BE49-F238E27FC236}">
                <a16:creationId xmlns:a16="http://schemas.microsoft.com/office/drawing/2014/main" id="{4267779E-DC91-49AF-A2A3-5DF12A92875F}"/>
              </a:ext>
            </a:extLst>
          </p:cNvPr>
          <p:cNvSpPr>
            <a:spLocks xmlns:a="http://schemas.openxmlformats.org/drawingml/2006/main" noGrp="1"/>
          </p:cNvSpPr>
          <p:nvPr/>
        </p:nvSpPr>
        <p:spPr>
          <a:xfrm xmlns:a="http://schemas.openxmlformats.org/drawingml/2006/main">
            <a:off x="11201400" y="209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52657A"/>
                </a:solidFill>
                <a:latin typeface="Noto Sans CJK KR"/>
                <a:ea typeface="Noto Sans CJK KR"/>
                <a:cs typeface="Noto Sans CJK KR"/>
              </a:defRPr>
            </a:pPr>
            <a:r>
              <a:rPr sz="975" b="1">
                <a:solidFill>
                  <a:srgbClr val="52657A"/>
                </a:solidFill>
                <a:latin typeface="Noto Sans CJK KR"/>
                <a:ea typeface="Noto Sans CJK KR"/>
                <a:cs typeface="Noto Sans CJK KR"/>
              </a:rPr>
              <a:t>09</a:t>
            </a:r>
          </a:p>
        </p:txBody>
      </p:sp>
      <p:graphicFrame>
        <p:nvGraphicFramePr>
          <p:cNvPr id="21" name="Chart"/>
          <p:cNvGraphicFramePr/>
          <p:nvPr/>
        </p:nvGraphicFramePr>
        <p:xfrm>
          <a:off xmlns:a="http://schemas.openxmlformats.org/drawingml/2006/main" x="514350" y="1666875"/>
          <a:ext xmlns:a="http://schemas.openxmlformats.org/drawingml/2006/main" cx="5286375" cy="2962275"/>
        </p:xfrm>
        <a:graphic xmlns:a="http://schemas.openxmlformats.org/drawingml/2006/main">
          <a:graphicData uri="http://schemas.openxmlformats.org/drawingml/2006/chart">
            <c:chart xmlns:r="http://schemas.openxmlformats.org/officeDocument/2006/relationships" xmlns:c="http://schemas.openxmlformats.org/drawingml/2006/chart" r:id="R0848a43ec31e46a6"/>
          </a:graphicData>
        </a:graphic>
      </p:graphicFrame>
      <p:graphicFrame>
        <p:nvGraphicFramePr>
          <p:cNvPr id="22" name="Chart"/>
          <p:cNvGraphicFramePr/>
          <p:nvPr/>
        </p:nvGraphicFramePr>
        <p:xfrm>
          <a:off xmlns:a="http://schemas.openxmlformats.org/drawingml/2006/main" x="6143625" y="1666875"/>
          <a:ext xmlns:a="http://schemas.openxmlformats.org/drawingml/2006/main" cx="5534025" cy="2962275"/>
        </p:xfrm>
        <a:graphic xmlns:a="http://schemas.openxmlformats.org/drawingml/2006/main">
          <a:graphicData uri="http://schemas.openxmlformats.org/drawingml/2006/chart">
            <c:chart xmlns:r="http://schemas.openxmlformats.org/officeDocument/2006/relationships" xmlns:c="http://schemas.openxmlformats.org/drawingml/2006/chart" r:id="Rbe8c51553cf348ff"/>
          </a:graphicData>
        </a:graphic>
      </p:graphicFrame>
      <p:sp>
        <p:nvSpPr>
          <p:cNvPr id="8" name="">
            <a:extLst xmlns:a="http://schemas.openxmlformats.org/drawingml/2006/main">
              <a:ext uri="{FF2B5EF4-FFF2-40B4-BE49-F238E27FC236}">
                <a16:creationId xmlns:a16="http://schemas.microsoft.com/office/drawing/2014/main" id="{4A96B311-A0A2-4139-9430-0624981CCB0D}"/>
              </a:ext>
            </a:extLst>
          </p:cNvPr>
          <p:cNvSpPr>
            <a:spLocks xmlns:a="http://schemas.openxmlformats.org/drawingml/2006/main" noGrp="1"/>
          </p:cNvSpPr>
          <p:nvPr/>
        </p:nvSpPr>
        <p:spPr>
          <a:xfrm xmlns:a="http://schemas.openxmlformats.org/drawingml/2006/main">
            <a:off x="514350" y="4876800"/>
            <a:ext cx="11163300" cy="638175"/>
          </a:xfrm>
          <a:prstGeom xmlns:a="http://schemas.openxmlformats.org/drawingml/2006/main" prst="roundRect">
            <a:avLst>
              <a:gd name="adj" fmla="val 11940"/>
            </a:avLst>
          </a:prstGeom>
          <a:solidFill xmlns:a="http://schemas.openxmlformats.org/drawingml/2006/main">
            <a:srgbClr val="FFF2DE"/>
          </a:solidFill>
          <a:ln xmlns:a="http://schemas.openxmlformats.org/drawingml/2006/main" w="9525">
            <a:solidFill>
              <a:srgbClr val="F3CD96"/>
            </a:solidFill>
          </a:ln>
        </p:spPr>
      </p:sp>
      <p:sp>
        <p:nvSpPr>
          <p:cNvPr id="9" name="">
            <a:extLst xmlns:a="http://schemas.openxmlformats.org/drawingml/2006/main">
              <a:ext uri="{FF2B5EF4-FFF2-40B4-BE49-F238E27FC236}">
                <a16:creationId xmlns:a16="http://schemas.microsoft.com/office/drawing/2014/main" id="{A4CDFD7C-A834-4E89-BA9D-D3416B9B28BF}"/>
              </a:ext>
            </a:extLst>
          </p:cNvPr>
          <p:cNvSpPr>
            <a:spLocks xmlns:a="http://schemas.openxmlformats.org/drawingml/2006/main" noGrp="1"/>
          </p:cNvSpPr>
          <p:nvPr/>
        </p:nvSpPr>
        <p:spPr>
          <a:xfrm xmlns:a="http://schemas.openxmlformats.org/drawingml/2006/main">
            <a:off x="685800" y="501015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F29B38"/>
                </a:solidFill>
                <a:latin typeface="Noto Sans CJK KR"/>
                <a:ea typeface="Noto Sans CJK KR"/>
                <a:cs typeface="Noto Sans CJK KR"/>
              </a:defRPr>
            </a:pPr>
            <a:r>
              <a:rPr sz="1125" b="1">
                <a:solidFill>
                  <a:srgbClr val="F29B38"/>
                </a:solidFill>
                <a:latin typeface="Noto Sans CJK KR"/>
                <a:ea typeface="Noto Sans CJK KR"/>
                <a:cs typeface="Noto Sans CJK KR"/>
              </a:rPr>
              <a:t>해석 주의</a:t>
            </a:r>
          </a:p>
        </p:txBody>
      </p:sp>
      <p:sp>
        <p:nvSpPr>
          <p:cNvPr id="10" name="">
            <a:extLst xmlns:a="http://schemas.openxmlformats.org/drawingml/2006/main">
              <a:ext uri="{FF2B5EF4-FFF2-40B4-BE49-F238E27FC236}">
                <a16:creationId xmlns:a16="http://schemas.microsoft.com/office/drawing/2014/main" id="{F1FBB7EE-DDF7-48E9-89B7-194228D19416}"/>
              </a:ext>
            </a:extLst>
          </p:cNvPr>
          <p:cNvSpPr>
            <a:spLocks xmlns:a="http://schemas.openxmlformats.org/drawingml/2006/main" noGrp="1"/>
          </p:cNvSpPr>
          <p:nvPr/>
        </p:nvSpPr>
        <p:spPr>
          <a:xfrm xmlns:a="http://schemas.openxmlformats.org/drawingml/2006/main">
            <a:off x="1733550" y="4991100"/>
            <a:ext cx="971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132238"/>
                </a:solidFill>
                <a:latin typeface="Noto Sans CJK KR"/>
                <a:ea typeface="Noto Sans CJK KR"/>
                <a:cs typeface="Noto Sans CJK KR"/>
              </a:defRPr>
            </a:pPr>
            <a:r>
              <a:rPr sz="1200" b="1">
                <a:solidFill>
                  <a:srgbClr val="132238"/>
                </a:solidFill>
                <a:latin typeface="Noto Sans CJK KR"/>
                <a:ea typeface="Noto Sans CJK KR"/>
                <a:cs typeface="Noto Sans CJK KR"/>
              </a:rPr>
              <a:t>“공동수급 48건”은 공동수급이라는 조건이 등장했다는 뜻이며, 48건 모두 허용한다는 뜻이 아니다.</a:t>
            </a:r>
          </a:p>
        </p:txBody>
      </p:sp>
      <p:sp>
        <p:nvSpPr>
          <p:cNvPr id="11" name="">
            <a:extLst xmlns:a="http://schemas.openxmlformats.org/drawingml/2006/main">
              <a:ext uri="{FF2B5EF4-FFF2-40B4-BE49-F238E27FC236}">
                <a16:creationId xmlns:a16="http://schemas.microsoft.com/office/drawing/2014/main" id="{72F3B8D7-86DA-4393-9AB7-FF248B53F42E}"/>
              </a:ext>
            </a:extLst>
          </p:cNvPr>
          <p:cNvSpPr>
            <a:spLocks xmlns:a="http://schemas.openxmlformats.org/drawingml/2006/main" noGrp="1"/>
          </p:cNvSpPr>
          <p:nvPr/>
        </p:nvSpPr>
        <p:spPr>
          <a:xfrm xmlns:a="http://schemas.openxmlformats.org/drawingml/2006/main">
            <a:off x="514350" y="5753100"/>
            <a:ext cx="11163300" cy="447675"/>
          </a:xfrm>
          <a:prstGeom xmlns:a="http://schemas.openxmlformats.org/drawingml/2006/main" prst="roundRect">
            <a:avLst>
              <a:gd name="adj" fmla="val 17021"/>
            </a:avLst>
          </a:prstGeom>
          <a:solidFill xmlns:a="http://schemas.openxmlformats.org/drawingml/2006/main">
            <a:srgbClr val="183B5B"/>
          </a:solidFill>
          <a:ln xmlns:a="http://schemas.openxmlformats.org/drawingml/2006/main" w="9525">
            <a:solidFill>
              <a:srgbClr val="183B5B"/>
            </a:solidFill>
          </a:ln>
        </p:spPr>
      </p:sp>
      <p:sp>
        <p:nvSpPr>
          <p:cNvPr id="12" name="">
            <a:extLst xmlns:a="http://schemas.openxmlformats.org/drawingml/2006/main">
              <a:ext uri="{FF2B5EF4-FFF2-40B4-BE49-F238E27FC236}">
                <a16:creationId xmlns:a16="http://schemas.microsoft.com/office/drawing/2014/main" id="{180C09CC-1079-4DBB-8379-BF601D8E2931}"/>
              </a:ext>
            </a:extLst>
          </p:cNvPr>
          <p:cNvSpPr>
            <a:spLocks xmlns:a="http://schemas.openxmlformats.org/drawingml/2006/main" noGrp="1"/>
          </p:cNvSpPr>
          <p:nvPr/>
        </p:nvSpPr>
        <p:spPr>
          <a:xfrm xmlns:a="http://schemas.openxmlformats.org/drawingml/2006/main">
            <a:off x="685800" y="58674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FFFFFF"/>
                </a:solidFill>
                <a:latin typeface="Noto Sans CJK KR"/>
                <a:ea typeface="Noto Sans CJK KR"/>
                <a:cs typeface="Noto Sans CJK KR"/>
              </a:defRPr>
            </a:pPr>
            <a:r>
              <a:rPr sz="1350" b="1">
                <a:solidFill>
                  <a:srgbClr val="FFFFFF"/>
                </a:solidFill>
                <a:latin typeface="Noto Sans CJK KR"/>
                <a:ea typeface="Noto Sans CJK KR"/>
                <a:cs typeface="Noto Sans CJK KR"/>
              </a:rPr>
              <a:t>단순 키워드 집계에서 멈추지 않고, 답변 단계에서는 허용·금지·예외와 근거 범위를 다시 확인</a:t>
            </a:r>
          </a:p>
        </p:txBody>
      </p:sp>
      <p:sp>
        <p:nvSpPr>
          <p:cNvPr id="13" name="">
            <a:extLst xmlns:a="http://schemas.openxmlformats.org/drawingml/2006/main">
              <a:ext uri="{FF2B5EF4-FFF2-40B4-BE49-F238E27FC236}">
                <a16:creationId xmlns:a16="http://schemas.microsoft.com/office/drawing/2014/main" id="{CA71B2AC-E232-4B00-BA48-7B0923F0C539}"/>
              </a:ext>
            </a:extLst>
          </p:cNvPr>
          <p:cNvSpPr>
            <a:spLocks xmlns:a="http://schemas.openxmlformats.org/drawingml/2006/main" noGrp="1"/>
          </p:cNvSpPr>
          <p:nvPr/>
        </p:nvSpPr>
        <p:spPr>
          <a:xfrm xmlns:a="http://schemas.openxmlformats.org/drawingml/2006/main">
            <a:off x="514350" y="6353175"/>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14" name="">
            <a:extLst xmlns:a="http://schemas.openxmlformats.org/drawingml/2006/main">
              <a:ext uri="{FF2B5EF4-FFF2-40B4-BE49-F238E27FC236}">
                <a16:creationId xmlns:a16="http://schemas.microsoft.com/office/drawing/2014/main" id="{73A10AE7-74E7-4C71-BB31-F4CC00B45DBD}"/>
              </a:ext>
            </a:extLst>
          </p:cNvPr>
          <p:cNvSpPr>
            <a:spLocks xmlns:a="http://schemas.openxmlformats.org/drawingml/2006/main" noGrp="1"/>
          </p:cNvSpPr>
          <p:nvPr/>
        </p:nvSpPr>
        <p:spPr>
          <a:xfrm xmlns:a="http://schemas.openxmlformats.org/drawingml/2006/main">
            <a:off x="533400" y="6457950"/>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0">
                <a:solidFill>
                  <a:srgbClr val="52657A"/>
                </a:solidFill>
                <a:latin typeface="Noto Sans CJK KR"/>
                <a:ea typeface="Noto Sans CJK KR"/>
                <a:cs typeface="Noto Sans CJK KR"/>
              </a:defRPr>
            </a:pPr>
            <a:r>
              <a:rPr sz="825" b="0">
                <a:solidFill>
                  <a:srgbClr val="52657A"/>
                </a:solidFill>
                <a:latin typeface="Noto Sans CJK KR"/>
                <a:ea typeface="Noto Sans CJK KR"/>
                <a:cs typeface="Noto Sans CJK KR"/>
              </a:rPr>
              <a:t>분모 51 · 조건은 다중 언급</a:t>
            </a:r>
          </a:p>
        </p:txBody>
      </p:sp>
      <p:sp>
        <p:nvSpPr>
          <p:cNvPr id="15" name="">
            <a:extLst xmlns:a="http://schemas.openxmlformats.org/drawingml/2006/main">
              <a:ext uri="{FF2B5EF4-FFF2-40B4-BE49-F238E27FC236}">
                <a16:creationId xmlns:a16="http://schemas.microsoft.com/office/drawing/2014/main" id="{D8B51F05-5373-48F5-8213-CDDC0175B6F5}"/>
              </a:ext>
            </a:extLst>
          </p:cNvPr>
          <p:cNvSpPr>
            <a:spLocks xmlns:a="http://schemas.openxmlformats.org/drawingml/2006/main" noGrp="1"/>
          </p:cNvSpPr>
          <p:nvPr/>
        </p:nvSpPr>
        <p:spPr>
          <a:xfrm xmlns:a="http://schemas.openxmlformats.org/drawingml/2006/main">
            <a:off x="10001250" y="6457950"/>
            <a:ext cx="1676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1">
                <a:solidFill>
                  <a:srgbClr val="183B5B"/>
                </a:solidFill>
                <a:latin typeface="Noto Sans CJK KR"/>
                <a:ea typeface="Noto Sans CJK KR"/>
                <a:cs typeface="Noto Sans CJK KR"/>
              </a:defRPr>
            </a:pPr>
            <a:r>
              <a:rPr sz="825" b="1">
                <a:solidFill>
                  <a:srgbClr val="183B5B"/>
                </a:solidFill>
                <a:latin typeface="Noto Sans CJK KR"/>
                <a:ea typeface="Noto Sans CJK KR"/>
                <a:cs typeface="Noto Sans CJK KR"/>
              </a:rPr>
              <a:t>ASTRA · ko-LettuceDetect</a:t>
            </a:r>
          </a:p>
        </p:txBody>
      </p:sp>
    </p:spTree>
    <p:extLst>
      <p:ext uri="{BB962C8B-B14F-4D97-AF65-F5344CB8AC3E}">
        <p14:creationId xmlns:p14="http://schemas.microsoft.com/office/powerpoint/2010/main" val="187145708"/>
      </p:ext>
    </p:extLst>
  </p:cSld>
</p:sld>
</file>

<file path=ppt/slides/slide1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21C5572C-8D7D-42A2-B436-1CCCF0FE96D3}"/>
              </a:ext>
            </a:extLst>
          </p:cNvPr>
          <p:cNvSpPr>
            <a:spLocks xmlns:a="http://schemas.openxmlformats.org/drawingml/2006/main" noGrp="1"/>
          </p:cNvSpPr>
          <p:nvPr/>
        </p:nvSpPr>
        <p:spPr>
          <a:xfrm xmlns:a="http://schemas.openxmlformats.org/drawingml/2006/main">
            <a:off x="5143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119C8B"/>
                </a:solidFill>
                <a:latin typeface="Noto Sans CJK KR"/>
                <a:ea typeface="Noto Sans CJK KR"/>
                <a:cs typeface="Noto Sans CJK KR"/>
              </a:defRPr>
            </a:pPr>
            <a:r>
              <a:rPr sz="975" b="1">
                <a:solidFill>
                  <a:srgbClr val="119C8B"/>
                </a:solidFill>
                <a:latin typeface="Noto Sans CJK KR"/>
                <a:ea typeface="Noto Sans CJK KR"/>
                <a:cs typeface="Noto Sans CJK KR"/>
              </a:rPr>
              <a:t>데이터 구축</a:t>
            </a:r>
          </a:p>
        </p:txBody>
      </p:sp>
      <p:sp>
        <p:nvSpPr>
          <p:cNvPr id="2" name="">
            <a:extLst xmlns:a="http://schemas.openxmlformats.org/drawingml/2006/main">
              <a:ext uri="{FF2B5EF4-FFF2-40B4-BE49-F238E27FC236}">
                <a16:creationId xmlns:a16="http://schemas.microsoft.com/office/drawing/2014/main" id="{0F83BCCA-3B22-4A56-B345-6493860C61C5}"/>
              </a:ext>
            </a:extLst>
          </p:cNvPr>
          <p:cNvSpPr>
            <a:spLocks xmlns:a="http://schemas.openxmlformats.org/drawingml/2006/main" noGrp="1"/>
          </p:cNvSpPr>
          <p:nvPr/>
        </p:nvSpPr>
        <p:spPr>
          <a:xfrm xmlns:a="http://schemas.openxmlformats.org/drawingml/2006/main">
            <a:off x="514350" y="457200"/>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132238"/>
                </a:solidFill>
                <a:latin typeface="Noto Sans CJK KR"/>
                <a:ea typeface="Noto Sans CJK KR"/>
                <a:cs typeface="Noto Sans CJK KR"/>
              </a:defRPr>
            </a:pPr>
            <a:r>
              <a:rPr sz="2325" b="1">
                <a:solidFill>
                  <a:srgbClr val="132238"/>
                </a:solidFill>
                <a:latin typeface="Noto Sans CJK KR"/>
                <a:ea typeface="Noto Sans CJK KR"/>
                <a:cs typeface="Noto Sans CJK KR"/>
              </a:rPr>
              <a:t>원문 재대조는 “충돌을 없애는 작업”이 아니었다</a:t>
            </a:r>
          </a:p>
        </p:txBody>
      </p:sp>
      <p:sp>
        <p:nvSpPr>
          <p:cNvPr id="3" name="">
            <a:extLst xmlns:a="http://schemas.openxmlformats.org/drawingml/2006/main">
              <a:ext uri="{FF2B5EF4-FFF2-40B4-BE49-F238E27FC236}">
                <a16:creationId xmlns:a16="http://schemas.microsoft.com/office/drawing/2014/main" id="{7DCE84F3-9E69-4E89-9C3E-692F2846826C}"/>
              </a:ext>
            </a:extLst>
          </p:cNvPr>
          <p:cNvSpPr>
            <a:spLocks xmlns:a="http://schemas.openxmlformats.org/drawingml/2006/main" noGrp="1"/>
          </p:cNvSpPr>
          <p:nvPr/>
        </p:nvSpPr>
        <p:spPr>
          <a:xfrm xmlns:a="http://schemas.openxmlformats.org/drawingml/2006/main">
            <a:off x="533400" y="923925"/>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2657A"/>
                </a:solidFill>
                <a:latin typeface="Noto Sans CJK KR"/>
                <a:ea typeface="Noto Sans CJK KR"/>
                <a:cs typeface="Noto Sans CJK KR"/>
              </a:defRPr>
            </a:pPr>
            <a:r>
              <a:rPr sz="1200" b="0">
                <a:solidFill>
                  <a:srgbClr val="52657A"/>
                </a:solidFill>
                <a:latin typeface="Noto Sans CJK KR"/>
                <a:ea typeface="Noto Sans CJK KR"/>
                <a:cs typeface="Noto Sans CJK KR"/>
              </a:rPr>
              <a:t>문서 차이를 숨기지 않고 답변 가능한 범위와 판단 보류 범위를 분리</a:t>
            </a:r>
          </a:p>
        </p:txBody>
      </p:sp>
      <p:sp>
        <p:nvSpPr>
          <p:cNvPr id="4" name="">
            <a:extLst xmlns:a="http://schemas.openxmlformats.org/drawingml/2006/main">
              <a:ext uri="{FF2B5EF4-FFF2-40B4-BE49-F238E27FC236}">
                <a16:creationId xmlns:a16="http://schemas.microsoft.com/office/drawing/2014/main" id="{AF2AACFE-C2E9-4F48-B174-766C1657F7EE}"/>
              </a:ext>
            </a:extLst>
          </p:cNvPr>
          <p:cNvSpPr>
            <a:spLocks xmlns:a="http://schemas.openxmlformats.org/drawingml/2006/main" noGrp="1"/>
          </p:cNvSpPr>
          <p:nvPr/>
        </p:nvSpPr>
        <p:spPr>
          <a:xfrm xmlns:a="http://schemas.openxmlformats.org/drawingml/2006/main">
            <a:off x="514350" y="1257300"/>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5" name="">
            <a:extLst xmlns:a="http://schemas.openxmlformats.org/drawingml/2006/main">
              <a:ext uri="{FF2B5EF4-FFF2-40B4-BE49-F238E27FC236}">
                <a16:creationId xmlns:a16="http://schemas.microsoft.com/office/drawing/2014/main" id="{97A61BF9-9965-414F-A9BE-396623631A0F}"/>
              </a:ext>
            </a:extLst>
          </p:cNvPr>
          <p:cNvSpPr>
            <a:spLocks xmlns:a="http://schemas.openxmlformats.org/drawingml/2006/main" noGrp="1"/>
          </p:cNvSpPr>
          <p:nvPr/>
        </p:nvSpPr>
        <p:spPr>
          <a:xfrm xmlns:a="http://schemas.openxmlformats.org/drawingml/2006/main">
            <a:off x="11201400" y="209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52657A"/>
                </a:solidFill>
                <a:latin typeface="Noto Sans CJK KR"/>
                <a:ea typeface="Noto Sans CJK KR"/>
                <a:cs typeface="Noto Sans CJK KR"/>
              </a:defRPr>
            </a:pPr>
            <a:r>
              <a:rPr sz="975" b="1">
                <a:solidFill>
                  <a:srgbClr val="52657A"/>
                </a:solidFill>
                <a:latin typeface="Noto Sans CJK KR"/>
                <a:ea typeface="Noto Sans CJK KR"/>
                <a:cs typeface="Noto Sans CJK KR"/>
              </a:rPr>
              <a:t>10</a:t>
            </a:r>
          </a:p>
        </p:txBody>
      </p:sp>
      <p:graphicFrame>
        <p:nvGraphicFramePr>
          <p:cNvPr id="37" name=""/>
          <p:cNvGraphicFramePr/>
          <p:nvPr/>
        </p:nvGraphicFramePr>
        <p:xfrm>
          <a:off xmlns:a="http://schemas.openxmlformats.org/drawingml/2006/main" x="514350" y="1562100"/>
          <a:ext xmlns:a="http://schemas.openxmlformats.org/drawingml/2006/main" cx="11163300" cy="2152650"/>
        </p:xfrm>
        <a:graphic xmlns:a="http://schemas.openxmlformats.org/drawingml/2006/main">
          <a:graphicData uri="http://schemas.openxmlformats.org/drawingml/2006/table">
            <a:tbl>
              <a:tblPr/>
              <a:tblGrid>
                <a:gridCol w="1714500"/>
                <a:gridCol w="857250"/>
                <a:gridCol w="3143250"/>
                <a:gridCol w="5448300"/>
              </a:tblGrid>
              <a:tr h="538163">
                <a:tc>
                  <a:txBody>
                    <a:bodyPr/>
                    <a:lstStyle/>
                    <a:p>
                      <a:r>
                        <a:rPr sz="1125" b="1">
                          <a:solidFill>
                            <a:srgbClr val="FFFFFF"/>
                          </a:solidFill>
                          <a:latin typeface="Noto Sans CJK KR"/>
                          <a:ea typeface="Noto Sans CJK KR"/>
                          <a:cs typeface="Noto Sans CJK KR"/>
                        </a:rPr>
                        <a:t>상태</a:t>
                      </a:r>
                    </a:p>
                  </a:txBody>
                  <a:tcPr marL="76200" marR="76200" marT="57150" marB="57150" anchor="ctr">
                    <a:solidFill>
                      <a:srgbClr val="183B5B"/>
                    </a:solidFill>
                  </a:tcPr>
                </a:tc>
                <a:tc>
                  <a:txBody>
                    <a:bodyPr/>
                    <a:lstStyle/>
                    <a:p>
                      <a:r>
                        <a:rPr sz="1125" b="1">
                          <a:solidFill>
                            <a:srgbClr val="FFFFFF"/>
                          </a:solidFill>
                          <a:latin typeface="Noto Sans CJK KR"/>
                          <a:ea typeface="Noto Sans CJK KR"/>
                          <a:cs typeface="Noto Sans CJK KR"/>
                        </a:rPr>
                        <a:t>건수</a:t>
                      </a:r>
                    </a:p>
                  </a:txBody>
                  <a:tcPr marL="76200" marR="76200" marT="57150" marB="57150" anchor="ctr">
                    <a:solidFill>
                      <a:srgbClr val="183B5B"/>
                    </a:solidFill>
                  </a:tcPr>
                </a:tc>
                <a:tc>
                  <a:txBody>
                    <a:bodyPr/>
                    <a:lstStyle/>
                    <a:p>
                      <a:r>
                        <a:rPr sz="1125" b="1">
                          <a:solidFill>
                            <a:srgbClr val="FFFFFF"/>
                          </a:solidFill>
                          <a:latin typeface="Noto Sans CJK KR"/>
                          <a:ea typeface="Noto Sans CJK KR"/>
                          <a:cs typeface="Noto Sans CJK KR"/>
                        </a:rPr>
                        <a:t>대표 사례</a:t>
                      </a:r>
                    </a:p>
                  </a:txBody>
                  <a:tcPr marL="76200" marR="76200" marT="57150" marB="57150" anchor="ctr">
                    <a:solidFill>
                      <a:srgbClr val="183B5B"/>
                    </a:solidFill>
                  </a:tcPr>
                </a:tc>
                <a:tc>
                  <a:txBody>
                    <a:bodyPr/>
                    <a:lstStyle/>
                    <a:p>
                      <a:r>
                        <a:rPr sz="1125" b="1">
                          <a:solidFill>
                            <a:srgbClr val="FFFFFF"/>
                          </a:solidFill>
                          <a:latin typeface="Noto Sans CJK KR"/>
                          <a:ea typeface="Noto Sans CJK KR"/>
                          <a:cs typeface="Noto Sans CJK KR"/>
                        </a:rPr>
                        <a:t>처리 원칙</a:t>
                      </a:r>
                    </a:p>
                  </a:txBody>
                  <a:tcPr marL="76200" marR="76200" marT="57150" marB="57150" anchor="ctr">
                    <a:solidFill>
                      <a:srgbClr val="183B5B"/>
                    </a:solidFill>
                  </a:tcPr>
                </a:tc>
              </a:tr>
              <a:tr h="538163">
                <a:tc>
                  <a:txBody>
                    <a:bodyPr/>
                    <a:lstStyle/>
                    <a:p>
                      <a:r>
                        <a:rPr sz="1125">
                          <a:solidFill>
                            <a:srgbClr val="132238"/>
                          </a:solidFill>
                          <a:latin typeface="Noto Sans CJK KR"/>
                          <a:ea typeface="Noto Sans CJK KR"/>
                          <a:cs typeface="Noto Sans CJK KR"/>
                        </a:rPr>
                        <a:t>첨부 미확보</a:t>
                      </a:r>
                    </a:p>
                  </a:txBody>
                  <a:tcPr marL="76200" marR="76200" marT="57150" marB="57150" anchor="ctr">
                    <a:solidFill>
                      <a:srgbClr val="FFFFFF"/>
                    </a:solidFill>
                  </a:tcPr>
                </a:tc>
                <a:tc>
                  <a:txBody>
                    <a:bodyPr/>
                    <a:lstStyle/>
                    <a:p>
                      <a:r>
                        <a:rPr sz="1125">
                          <a:solidFill>
                            <a:srgbClr val="132238"/>
                          </a:solidFill>
                          <a:latin typeface="Noto Sans CJK KR"/>
                          <a:ea typeface="Noto Sans CJK KR"/>
                          <a:cs typeface="Noto Sans CJK KR"/>
                        </a:rPr>
                        <a:t>2</a:t>
                      </a:r>
                    </a:p>
                  </a:txBody>
                  <a:tcPr marL="76200" marR="76200" marT="57150" marB="57150" anchor="ctr">
                    <a:solidFill>
                      <a:srgbClr val="FFFFFF"/>
                    </a:solidFill>
                  </a:tcPr>
                </a:tc>
                <a:tc>
                  <a:txBody>
                    <a:bodyPr/>
                    <a:lstStyle/>
                    <a:p>
                      <a:r>
                        <a:rPr sz="1125">
                          <a:solidFill>
                            <a:srgbClr val="132238"/>
                          </a:solidFill>
                          <a:latin typeface="Noto Sans CJK KR"/>
                          <a:ea typeface="Noto Sans CJK KR"/>
                          <a:cs typeface="Noto Sans CJK KR"/>
                        </a:rPr>
                        <a:t>법원센터·부산올랭</a:t>
                      </a:r>
                    </a:p>
                  </a:txBody>
                  <a:tcPr marL="76200" marR="76200" marT="57150" marB="57150" anchor="ctr">
                    <a:solidFill>
                      <a:srgbClr val="FFFFFF"/>
                    </a:solidFill>
                  </a:tcPr>
                </a:tc>
                <a:tc>
                  <a:txBody>
                    <a:bodyPr/>
                    <a:lstStyle/>
                    <a:p>
                      <a:r>
                        <a:rPr sz="1125">
                          <a:solidFill>
                            <a:srgbClr val="132238"/>
                          </a:solidFill>
                          <a:latin typeface="Noto Sans CJK KR"/>
                          <a:ea typeface="Noto Sans CJK KR"/>
                          <a:cs typeface="Noto Sans CJK KR"/>
                        </a:rPr>
                        <a:t>RFP 확보 전 없음으로 단정 금지</a:t>
                      </a:r>
                    </a:p>
                  </a:txBody>
                  <a:tcPr marL="76200" marR="76200" marT="57150" marB="57150" anchor="ctr">
                    <a:solidFill>
                      <a:srgbClr val="FFFFFF"/>
                    </a:solidFill>
                  </a:tcPr>
                </a:tc>
              </a:tr>
              <a:tr h="538163">
                <a:tc>
                  <a:txBody>
                    <a:bodyPr/>
                    <a:lstStyle/>
                    <a:p>
                      <a:r>
                        <a:rPr sz="1125">
                          <a:solidFill>
                            <a:srgbClr val="132238"/>
                          </a:solidFill>
                          <a:latin typeface="Noto Sans CJK KR"/>
                          <a:ea typeface="Noto Sans CJK KR"/>
                          <a:cs typeface="Noto Sans CJK KR"/>
                        </a:rPr>
                        <a:t>원문 문제 확인</a:t>
                      </a:r>
                    </a:p>
                  </a:txBody>
                  <a:tcPr marL="76200" marR="76200" marT="57150" marB="57150" anchor="ctr">
                    <a:solidFill>
                      <a:srgbClr val="FFFFFF"/>
                    </a:solidFill>
                  </a:tcPr>
                </a:tc>
                <a:tc>
                  <a:txBody>
                    <a:bodyPr/>
                    <a:lstStyle/>
                    <a:p>
                      <a:r>
                        <a:rPr sz="1125">
                          <a:solidFill>
                            <a:srgbClr val="132238"/>
                          </a:solidFill>
                          <a:latin typeface="Noto Sans CJK KR"/>
                          <a:ea typeface="Noto Sans CJK KR"/>
                          <a:cs typeface="Noto Sans CJK KR"/>
                        </a:rPr>
                        <a:t>6</a:t>
                      </a:r>
                    </a:p>
                  </a:txBody>
                  <a:tcPr marL="76200" marR="76200" marT="57150" marB="57150" anchor="ctr">
                    <a:solidFill>
                      <a:srgbClr val="FFFFFF"/>
                    </a:solidFill>
                  </a:tcPr>
                </a:tc>
                <a:tc>
                  <a:txBody>
                    <a:bodyPr/>
                    <a:lstStyle/>
                    <a:p>
                      <a:r>
                        <a:rPr sz="1125">
                          <a:solidFill>
                            <a:srgbClr val="132238"/>
                          </a:solidFill>
                          <a:latin typeface="Noto Sans CJK KR"/>
                          <a:ea typeface="Noto Sans CJK KR"/>
                          <a:cs typeface="Noto Sans CJK KR"/>
                        </a:rPr>
                        <a:t>천안·경기·첨단로봇·동아·강릉 등</a:t>
                      </a:r>
                    </a:p>
                  </a:txBody>
                  <a:tcPr marL="76200" marR="76200" marT="57150" marB="57150" anchor="ctr">
                    <a:solidFill>
                      <a:srgbClr val="FFFFFF"/>
                    </a:solidFill>
                  </a:tcPr>
                </a:tc>
                <a:tc>
                  <a:txBody>
                    <a:bodyPr/>
                    <a:lstStyle/>
                    <a:p>
                      <a:r>
                        <a:rPr sz="1125">
                          <a:solidFill>
                            <a:srgbClr val="132238"/>
                          </a:solidFill>
                          <a:latin typeface="Noto Sans CJK KR"/>
                          <a:ea typeface="Noto Sans CJK KR"/>
                          <a:cs typeface="Noto Sans CJK KR"/>
                        </a:rPr>
                        <a:t>양쪽 문서와 적용 범위 병기</a:t>
                      </a:r>
                    </a:p>
                  </a:txBody>
                  <a:tcPr marL="76200" marR="76200" marT="57150" marB="57150" anchor="ctr">
                    <a:solidFill>
                      <a:srgbClr val="FFFFFF"/>
                    </a:solidFill>
                  </a:tcPr>
                </a:tc>
              </a:tr>
              <a:tr h="538163">
                <a:tc>
                  <a:txBody>
                    <a:bodyPr/>
                    <a:lstStyle/>
                    <a:p>
                      <a:r>
                        <a:rPr sz="1125">
                          <a:solidFill>
                            <a:srgbClr val="132238"/>
                          </a:solidFill>
                          <a:latin typeface="Noto Sans CJK KR"/>
                          <a:ea typeface="Noto Sans CJK KR"/>
                          <a:cs typeface="Noto Sans CJK KR"/>
                        </a:rPr>
                        <a:t>일부 해소</a:t>
                      </a:r>
                    </a:p>
                  </a:txBody>
                  <a:tcPr marL="76200" marR="76200" marT="57150" marB="57150" anchor="ctr">
                    <a:solidFill>
                      <a:srgbClr val="FFFFFF"/>
                    </a:solidFill>
                  </a:tcPr>
                </a:tc>
                <a:tc>
                  <a:txBody>
                    <a:bodyPr/>
                    <a:lstStyle/>
                    <a:p>
                      <a:r>
                        <a:rPr sz="1125">
                          <a:solidFill>
                            <a:srgbClr val="132238"/>
                          </a:solidFill>
                          <a:latin typeface="Noto Sans CJK KR"/>
                          <a:ea typeface="Noto Sans CJK KR"/>
                          <a:cs typeface="Noto Sans CJK KR"/>
                        </a:rPr>
                        <a:t>4</a:t>
                      </a:r>
                    </a:p>
                  </a:txBody>
                  <a:tcPr marL="76200" marR="76200" marT="57150" marB="57150" anchor="ctr">
                    <a:solidFill>
                      <a:srgbClr val="FFFFFF"/>
                    </a:solidFill>
                  </a:tcPr>
                </a:tc>
                <a:tc>
                  <a:txBody>
                    <a:bodyPr/>
                    <a:lstStyle/>
                    <a:p>
                      <a:r>
                        <a:rPr sz="1125">
                          <a:solidFill>
                            <a:srgbClr val="132238"/>
                          </a:solidFill>
                          <a:latin typeface="Noto Sans CJK KR"/>
                          <a:ea typeface="Noto Sans CJK KR"/>
                          <a:cs typeface="Noto Sans CJK KR"/>
                        </a:rPr>
                        <a:t>충남 ESG·경민대·승차권·광양</a:t>
                      </a:r>
                    </a:p>
                  </a:txBody>
                  <a:tcPr marL="76200" marR="76200" marT="57150" marB="57150" anchor="ctr">
                    <a:solidFill>
                      <a:srgbClr val="FFFFFF"/>
                    </a:solidFill>
                  </a:tcPr>
                </a:tc>
                <a:tc>
                  <a:txBody>
                    <a:bodyPr/>
                    <a:lstStyle/>
                    <a:p>
                      <a:r>
                        <a:rPr sz="1125">
                          <a:solidFill>
                            <a:srgbClr val="132238"/>
                          </a:solidFill>
                          <a:latin typeface="Noto Sans CJK KR"/>
                          <a:ea typeface="Noto Sans CJK KR"/>
                          <a:cs typeface="Noto Sans CJK KR"/>
                        </a:rPr>
                        <a:t>확인된 항목만 수정, 잔여 쟁점 유지</a:t>
                      </a:r>
                    </a:p>
                  </a:txBody>
                  <a:tcPr marL="76200" marR="76200" marT="57150" marB="5715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6603FEB0-E728-4D1C-947A-DFC6C1A45B8C}"/>
              </a:ext>
            </a:extLst>
          </p:cNvPr>
          <p:cNvSpPr>
            <a:spLocks xmlns:a="http://schemas.openxmlformats.org/drawingml/2006/main" noGrp="1"/>
          </p:cNvSpPr>
          <p:nvPr/>
        </p:nvSpPr>
        <p:spPr>
          <a:xfrm xmlns:a="http://schemas.openxmlformats.org/drawingml/2006/main">
            <a:off x="514350" y="4057650"/>
            <a:ext cx="2571750" cy="1266825"/>
          </a:xfrm>
          <a:prstGeom xmlns:a="http://schemas.openxmlformats.org/drawingml/2006/main" prst="roundRect">
            <a:avLst>
              <a:gd name="adj" fmla="val 6015"/>
            </a:avLst>
          </a:prstGeom>
          <a:solidFill xmlns:a="http://schemas.openxmlformats.org/drawingml/2006/main">
            <a:srgbClr val="FFFFFF"/>
          </a:solidFill>
          <a:ln xmlns:a="http://schemas.openxmlformats.org/drawingml/2006/main" w="9525">
            <a:solidFill>
              <a:srgbClr val="CFD9E6"/>
            </a:solidFill>
          </a:ln>
        </p:spPr>
      </p:sp>
      <p:sp>
        <p:nvSpPr>
          <p:cNvPr id="8" name="">
            <a:extLst xmlns:a="http://schemas.openxmlformats.org/drawingml/2006/main">
              <a:ext uri="{FF2B5EF4-FFF2-40B4-BE49-F238E27FC236}">
                <a16:creationId xmlns:a16="http://schemas.microsoft.com/office/drawing/2014/main" id="{D286500E-8D50-4928-8587-E087A8F4D180}"/>
              </a:ext>
            </a:extLst>
          </p:cNvPr>
          <p:cNvSpPr>
            <a:spLocks xmlns:a="http://schemas.openxmlformats.org/drawingml/2006/main" noGrp="1"/>
          </p:cNvSpPr>
          <p:nvPr/>
        </p:nvSpPr>
        <p:spPr>
          <a:xfrm xmlns:a="http://schemas.openxmlformats.org/drawingml/2006/main">
            <a:off x="647700" y="4191000"/>
            <a:ext cx="438150" cy="257175"/>
          </a:xfrm>
          <a:prstGeom xmlns:a="http://schemas.openxmlformats.org/drawingml/2006/main" prst="roundRect">
            <a:avLst>
              <a:gd name="adj" fmla="val 29630"/>
            </a:avLst>
          </a:prstGeom>
          <a:solidFill xmlns:a="http://schemas.openxmlformats.org/drawingml/2006/main">
            <a:srgbClr val="2F6BFF"/>
          </a:solidFill>
          <a:ln xmlns:a="http://schemas.openxmlformats.org/drawingml/2006/main" w="9525">
            <a:solidFill>
              <a:srgbClr val="2F6BFF"/>
            </a:solidFill>
          </a:ln>
        </p:spPr>
      </p:sp>
      <p:sp>
        <p:nvSpPr>
          <p:cNvPr id="9" name="">
            <a:extLst xmlns:a="http://schemas.openxmlformats.org/drawingml/2006/main">
              <a:ext uri="{FF2B5EF4-FFF2-40B4-BE49-F238E27FC236}">
                <a16:creationId xmlns:a16="http://schemas.microsoft.com/office/drawing/2014/main" id="{C06016F3-B886-4A89-AF44-40CEE0E06F0A}"/>
              </a:ext>
            </a:extLst>
          </p:cNvPr>
          <p:cNvSpPr>
            <a:spLocks xmlns:a="http://schemas.openxmlformats.org/drawingml/2006/main" noGrp="1"/>
          </p:cNvSpPr>
          <p:nvPr/>
        </p:nvSpPr>
        <p:spPr>
          <a:xfrm xmlns:a="http://schemas.openxmlformats.org/drawingml/2006/main">
            <a:off x="647700" y="4229100"/>
            <a:ext cx="438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FFFFFF"/>
                </a:solidFill>
                <a:latin typeface="Noto Sans CJK KR"/>
                <a:ea typeface="Noto Sans CJK KR"/>
                <a:cs typeface="Noto Sans CJK KR"/>
              </a:defRPr>
            </a:pPr>
            <a:r>
              <a:rPr sz="900" b="1">
                <a:solidFill>
                  <a:srgbClr val="FFFFFF"/>
                </a:solidFill>
                <a:latin typeface="Noto Sans CJK KR"/>
                <a:ea typeface="Noto Sans CJK KR"/>
                <a:cs typeface="Noto Sans CJK KR"/>
              </a:rPr>
              <a:t>01</a:t>
            </a:r>
          </a:p>
        </p:txBody>
      </p:sp>
      <p:sp>
        <p:nvSpPr>
          <p:cNvPr id="10" name="">
            <a:extLst xmlns:a="http://schemas.openxmlformats.org/drawingml/2006/main">
              <a:ext uri="{FF2B5EF4-FFF2-40B4-BE49-F238E27FC236}">
                <a16:creationId xmlns:a16="http://schemas.microsoft.com/office/drawing/2014/main" id="{1BE9B363-F34B-4B85-9FC0-2B9F94CD5003}"/>
              </a:ext>
            </a:extLst>
          </p:cNvPr>
          <p:cNvSpPr>
            <a:spLocks xmlns:a="http://schemas.openxmlformats.org/drawingml/2006/main" noGrp="1"/>
          </p:cNvSpPr>
          <p:nvPr/>
        </p:nvSpPr>
        <p:spPr>
          <a:xfrm xmlns:a="http://schemas.openxmlformats.org/drawingml/2006/main">
            <a:off x="1200150" y="4191000"/>
            <a:ext cx="1676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132238"/>
                </a:solidFill>
                <a:latin typeface="Noto Sans CJK KR"/>
                <a:ea typeface="Noto Sans CJK KR"/>
                <a:cs typeface="Noto Sans CJK KR"/>
              </a:defRPr>
            </a:pPr>
            <a:r>
              <a:rPr sz="1275" b="1">
                <a:solidFill>
                  <a:srgbClr val="132238"/>
                </a:solidFill>
                <a:latin typeface="Noto Sans CJK KR"/>
                <a:ea typeface="Noto Sans CJK KR"/>
                <a:cs typeface="Noto Sans CJK KR"/>
              </a:rPr>
              <a:t>출처 고정</a:t>
            </a:r>
          </a:p>
        </p:txBody>
      </p:sp>
      <p:sp>
        <p:nvSpPr>
          <p:cNvPr id="11" name="">
            <a:extLst xmlns:a="http://schemas.openxmlformats.org/drawingml/2006/main">
              <a:ext uri="{FF2B5EF4-FFF2-40B4-BE49-F238E27FC236}">
                <a16:creationId xmlns:a16="http://schemas.microsoft.com/office/drawing/2014/main" id="{09FFC43F-17DC-4932-AB4E-B49A628BA8E6}"/>
              </a:ext>
            </a:extLst>
          </p:cNvPr>
          <p:cNvSpPr>
            <a:spLocks xmlns:a="http://schemas.openxmlformats.org/drawingml/2006/main" noGrp="1"/>
          </p:cNvSpPr>
          <p:nvPr/>
        </p:nvSpPr>
        <p:spPr>
          <a:xfrm xmlns:a="http://schemas.openxmlformats.org/drawingml/2006/main">
            <a:off x="666750" y="4600575"/>
            <a:ext cx="22669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공고문·RFP·과업서·메타데이터를 구분</a:t>
            </a:r>
          </a:p>
        </p:txBody>
      </p:sp>
      <p:sp>
        <p:nvSpPr>
          <p:cNvPr id="12" name="">
            <a:extLst xmlns:a="http://schemas.openxmlformats.org/drawingml/2006/main">
              <a:ext uri="{FF2B5EF4-FFF2-40B4-BE49-F238E27FC236}">
                <a16:creationId xmlns:a16="http://schemas.microsoft.com/office/drawing/2014/main" id="{73A23F67-ADD4-405D-9DE2-15611F9C4EF1}"/>
              </a:ext>
            </a:extLst>
          </p:cNvPr>
          <p:cNvSpPr>
            <a:spLocks xmlns:a="http://schemas.openxmlformats.org/drawingml/2006/main" noGrp="1"/>
          </p:cNvSpPr>
          <p:nvPr/>
        </p:nvSpPr>
        <p:spPr>
          <a:xfrm xmlns:a="http://schemas.openxmlformats.org/drawingml/2006/main">
            <a:off x="3305175" y="4057650"/>
            <a:ext cx="2571750" cy="1266825"/>
          </a:xfrm>
          <a:prstGeom xmlns:a="http://schemas.openxmlformats.org/drawingml/2006/main" prst="roundRect">
            <a:avLst>
              <a:gd name="adj" fmla="val 6015"/>
            </a:avLst>
          </a:prstGeom>
          <a:solidFill xmlns:a="http://schemas.openxmlformats.org/drawingml/2006/main">
            <a:srgbClr val="FFFFFF"/>
          </a:solidFill>
          <a:ln xmlns:a="http://schemas.openxmlformats.org/drawingml/2006/main" w="9525">
            <a:solidFill>
              <a:srgbClr val="CFD9E6"/>
            </a:solidFill>
          </a:ln>
        </p:spPr>
      </p:sp>
      <p:sp>
        <p:nvSpPr>
          <p:cNvPr id="13" name="">
            <a:extLst xmlns:a="http://schemas.openxmlformats.org/drawingml/2006/main">
              <a:ext uri="{FF2B5EF4-FFF2-40B4-BE49-F238E27FC236}">
                <a16:creationId xmlns:a16="http://schemas.microsoft.com/office/drawing/2014/main" id="{119138DD-1D54-46A1-8A97-80E25052CC3E}"/>
              </a:ext>
            </a:extLst>
          </p:cNvPr>
          <p:cNvSpPr>
            <a:spLocks xmlns:a="http://schemas.openxmlformats.org/drawingml/2006/main" noGrp="1"/>
          </p:cNvSpPr>
          <p:nvPr/>
        </p:nvSpPr>
        <p:spPr>
          <a:xfrm xmlns:a="http://schemas.openxmlformats.org/drawingml/2006/main">
            <a:off x="3438525" y="4191000"/>
            <a:ext cx="438150" cy="257175"/>
          </a:xfrm>
          <a:prstGeom xmlns:a="http://schemas.openxmlformats.org/drawingml/2006/main" prst="roundRect">
            <a:avLst>
              <a:gd name="adj" fmla="val 29630"/>
            </a:avLst>
          </a:prstGeom>
          <a:solidFill xmlns:a="http://schemas.openxmlformats.org/drawingml/2006/main">
            <a:srgbClr val="119C8B"/>
          </a:solidFill>
          <a:ln xmlns:a="http://schemas.openxmlformats.org/drawingml/2006/main" w="9525">
            <a:solidFill>
              <a:srgbClr val="119C8B"/>
            </a:solidFill>
          </a:ln>
        </p:spPr>
      </p:sp>
      <p:sp>
        <p:nvSpPr>
          <p:cNvPr id="14" name="">
            <a:extLst xmlns:a="http://schemas.openxmlformats.org/drawingml/2006/main">
              <a:ext uri="{FF2B5EF4-FFF2-40B4-BE49-F238E27FC236}">
                <a16:creationId xmlns:a16="http://schemas.microsoft.com/office/drawing/2014/main" id="{A1E1E558-8701-4F40-867E-81CD756CA1D9}"/>
              </a:ext>
            </a:extLst>
          </p:cNvPr>
          <p:cNvSpPr>
            <a:spLocks xmlns:a="http://schemas.openxmlformats.org/drawingml/2006/main" noGrp="1"/>
          </p:cNvSpPr>
          <p:nvPr/>
        </p:nvSpPr>
        <p:spPr>
          <a:xfrm xmlns:a="http://schemas.openxmlformats.org/drawingml/2006/main">
            <a:off x="3438525" y="4229100"/>
            <a:ext cx="438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FFFFFF"/>
                </a:solidFill>
                <a:latin typeface="Noto Sans CJK KR"/>
                <a:ea typeface="Noto Sans CJK KR"/>
                <a:cs typeface="Noto Sans CJK KR"/>
              </a:defRPr>
            </a:pPr>
            <a:r>
              <a:rPr sz="900" b="1">
                <a:solidFill>
                  <a:srgbClr val="FFFFFF"/>
                </a:solidFill>
                <a:latin typeface="Noto Sans CJK KR"/>
                <a:ea typeface="Noto Sans CJK KR"/>
                <a:cs typeface="Noto Sans CJK KR"/>
              </a:rPr>
              <a:t>02</a:t>
            </a:r>
          </a:p>
        </p:txBody>
      </p:sp>
      <p:sp>
        <p:nvSpPr>
          <p:cNvPr id="15" name="">
            <a:extLst xmlns:a="http://schemas.openxmlformats.org/drawingml/2006/main">
              <a:ext uri="{FF2B5EF4-FFF2-40B4-BE49-F238E27FC236}">
                <a16:creationId xmlns:a16="http://schemas.microsoft.com/office/drawing/2014/main" id="{DBA0166E-8FAA-4571-8032-E7B49270F723}"/>
              </a:ext>
            </a:extLst>
          </p:cNvPr>
          <p:cNvSpPr>
            <a:spLocks xmlns:a="http://schemas.openxmlformats.org/drawingml/2006/main" noGrp="1"/>
          </p:cNvSpPr>
          <p:nvPr/>
        </p:nvSpPr>
        <p:spPr>
          <a:xfrm xmlns:a="http://schemas.openxmlformats.org/drawingml/2006/main">
            <a:off x="3990975" y="4191000"/>
            <a:ext cx="1676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132238"/>
                </a:solidFill>
                <a:latin typeface="Noto Sans CJK KR"/>
                <a:ea typeface="Noto Sans CJK KR"/>
                <a:cs typeface="Noto Sans CJK KR"/>
              </a:defRPr>
            </a:pPr>
            <a:r>
              <a:rPr sz="1275" b="1">
                <a:solidFill>
                  <a:srgbClr val="132238"/>
                </a:solidFill>
                <a:latin typeface="Noto Sans CJK KR"/>
                <a:ea typeface="Noto Sans CJK KR"/>
                <a:cs typeface="Noto Sans CJK KR"/>
              </a:rPr>
              <a:t>범위 고정</a:t>
            </a:r>
          </a:p>
        </p:txBody>
      </p:sp>
      <p:sp>
        <p:nvSpPr>
          <p:cNvPr id="16" name="">
            <a:extLst xmlns:a="http://schemas.openxmlformats.org/drawingml/2006/main">
              <a:ext uri="{FF2B5EF4-FFF2-40B4-BE49-F238E27FC236}">
                <a16:creationId xmlns:a16="http://schemas.microsoft.com/office/drawing/2014/main" id="{4C6B26E0-234F-4C19-9A38-8BD997ACB7E2}"/>
              </a:ext>
            </a:extLst>
          </p:cNvPr>
          <p:cNvSpPr>
            <a:spLocks xmlns:a="http://schemas.openxmlformats.org/drawingml/2006/main" noGrp="1"/>
          </p:cNvSpPr>
          <p:nvPr/>
        </p:nvSpPr>
        <p:spPr>
          <a:xfrm xmlns:a="http://schemas.openxmlformats.org/drawingml/2006/main">
            <a:off x="3457575" y="4600575"/>
            <a:ext cx="22669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예산·실적·배점의 적용 대상을 분리</a:t>
            </a:r>
          </a:p>
        </p:txBody>
      </p:sp>
      <p:sp>
        <p:nvSpPr>
          <p:cNvPr id="17" name="">
            <a:extLst xmlns:a="http://schemas.openxmlformats.org/drawingml/2006/main">
              <a:ext uri="{FF2B5EF4-FFF2-40B4-BE49-F238E27FC236}">
                <a16:creationId xmlns:a16="http://schemas.microsoft.com/office/drawing/2014/main" id="{CD1D5609-ED86-4824-A1C1-725F84B5166C}"/>
              </a:ext>
            </a:extLst>
          </p:cNvPr>
          <p:cNvSpPr>
            <a:spLocks xmlns:a="http://schemas.openxmlformats.org/drawingml/2006/main" noGrp="1"/>
          </p:cNvSpPr>
          <p:nvPr/>
        </p:nvSpPr>
        <p:spPr>
          <a:xfrm xmlns:a="http://schemas.openxmlformats.org/drawingml/2006/main">
            <a:off x="6096000" y="4057650"/>
            <a:ext cx="2571750" cy="1266825"/>
          </a:xfrm>
          <a:prstGeom xmlns:a="http://schemas.openxmlformats.org/drawingml/2006/main" prst="roundRect">
            <a:avLst>
              <a:gd name="adj" fmla="val 6015"/>
            </a:avLst>
          </a:prstGeom>
          <a:solidFill xmlns:a="http://schemas.openxmlformats.org/drawingml/2006/main">
            <a:srgbClr val="FFFFFF"/>
          </a:solidFill>
          <a:ln xmlns:a="http://schemas.openxmlformats.org/drawingml/2006/main" w="9525">
            <a:solidFill>
              <a:srgbClr val="CFD9E6"/>
            </a:solidFill>
          </a:ln>
        </p:spPr>
      </p:sp>
      <p:sp>
        <p:nvSpPr>
          <p:cNvPr id="18" name="">
            <a:extLst xmlns:a="http://schemas.openxmlformats.org/drawingml/2006/main">
              <a:ext uri="{FF2B5EF4-FFF2-40B4-BE49-F238E27FC236}">
                <a16:creationId xmlns:a16="http://schemas.microsoft.com/office/drawing/2014/main" id="{0C7E9C36-AEB3-4381-B4B9-4E4BFA475993}"/>
              </a:ext>
            </a:extLst>
          </p:cNvPr>
          <p:cNvSpPr>
            <a:spLocks xmlns:a="http://schemas.openxmlformats.org/drawingml/2006/main" noGrp="1"/>
          </p:cNvSpPr>
          <p:nvPr/>
        </p:nvSpPr>
        <p:spPr>
          <a:xfrm xmlns:a="http://schemas.openxmlformats.org/drawingml/2006/main">
            <a:off x="6229350" y="4191000"/>
            <a:ext cx="438150" cy="257175"/>
          </a:xfrm>
          <a:prstGeom xmlns:a="http://schemas.openxmlformats.org/drawingml/2006/main" prst="roundRect">
            <a:avLst>
              <a:gd name="adj" fmla="val 29630"/>
            </a:avLst>
          </a:prstGeom>
          <a:solidFill xmlns:a="http://schemas.openxmlformats.org/drawingml/2006/main">
            <a:srgbClr val="F29B38"/>
          </a:solidFill>
          <a:ln xmlns:a="http://schemas.openxmlformats.org/drawingml/2006/main" w="9525">
            <a:solidFill>
              <a:srgbClr val="F29B38"/>
            </a:solidFill>
          </a:ln>
        </p:spPr>
      </p:sp>
      <p:sp>
        <p:nvSpPr>
          <p:cNvPr id="19" name="">
            <a:extLst xmlns:a="http://schemas.openxmlformats.org/drawingml/2006/main">
              <a:ext uri="{FF2B5EF4-FFF2-40B4-BE49-F238E27FC236}">
                <a16:creationId xmlns:a16="http://schemas.microsoft.com/office/drawing/2014/main" id="{E866B7AB-B455-416D-BB31-D65D603BC450}"/>
              </a:ext>
            </a:extLst>
          </p:cNvPr>
          <p:cNvSpPr>
            <a:spLocks xmlns:a="http://schemas.openxmlformats.org/drawingml/2006/main" noGrp="1"/>
          </p:cNvSpPr>
          <p:nvPr/>
        </p:nvSpPr>
        <p:spPr>
          <a:xfrm xmlns:a="http://schemas.openxmlformats.org/drawingml/2006/main">
            <a:off x="6229350" y="4229100"/>
            <a:ext cx="438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FFFFFF"/>
                </a:solidFill>
                <a:latin typeface="Noto Sans CJK KR"/>
                <a:ea typeface="Noto Sans CJK KR"/>
                <a:cs typeface="Noto Sans CJK KR"/>
              </a:defRPr>
            </a:pPr>
            <a:r>
              <a:rPr sz="900" b="1">
                <a:solidFill>
                  <a:srgbClr val="FFFFFF"/>
                </a:solidFill>
                <a:latin typeface="Noto Sans CJK KR"/>
                <a:ea typeface="Noto Sans CJK KR"/>
                <a:cs typeface="Noto Sans CJK KR"/>
              </a:rPr>
              <a:t>03</a:t>
            </a:r>
          </a:p>
        </p:txBody>
      </p:sp>
      <p:sp>
        <p:nvSpPr>
          <p:cNvPr id="20" name="">
            <a:extLst xmlns:a="http://schemas.openxmlformats.org/drawingml/2006/main">
              <a:ext uri="{FF2B5EF4-FFF2-40B4-BE49-F238E27FC236}">
                <a16:creationId xmlns:a16="http://schemas.microsoft.com/office/drawing/2014/main" id="{94E3641E-A426-45BA-AA51-711538698916}"/>
              </a:ext>
            </a:extLst>
          </p:cNvPr>
          <p:cNvSpPr>
            <a:spLocks xmlns:a="http://schemas.openxmlformats.org/drawingml/2006/main" noGrp="1"/>
          </p:cNvSpPr>
          <p:nvPr/>
        </p:nvSpPr>
        <p:spPr>
          <a:xfrm xmlns:a="http://schemas.openxmlformats.org/drawingml/2006/main">
            <a:off x="6781800" y="4191000"/>
            <a:ext cx="1676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132238"/>
                </a:solidFill>
                <a:latin typeface="Noto Sans CJK KR"/>
                <a:ea typeface="Noto Sans CJK KR"/>
                <a:cs typeface="Noto Sans CJK KR"/>
              </a:defRPr>
            </a:pPr>
            <a:r>
              <a:rPr sz="1275" b="1">
                <a:solidFill>
                  <a:srgbClr val="132238"/>
                </a:solidFill>
                <a:latin typeface="Noto Sans CJK KR"/>
                <a:ea typeface="Noto Sans CJK KR"/>
                <a:cs typeface="Noto Sans CJK KR"/>
              </a:rPr>
              <a:t>보류 유지</a:t>
            </a:r>
          </a:p>
        </p:txBody>
      </p:sp>
      <p:sp>
        <p:nvSpPr>
          <p:cNvPr id="21" name="">
            <a:extLst xmlns:a="http://schemas.openxmlformats.org/drawingml/2006/main">
              <a:ext uri="{FF2B5EF4-FFF2-40B4-BE49-F238E27FC236}">
                <a16:creationId xmlns:a16="http://schemas.microsoft.com/office/drawing/2014/main" id="{00F1D1BA-0EC7-49A0-B857-69D4B931B2DB}"/>
              </a:ext>
            </a:extLst>
          </p:cNvPr>
          <p:cNvSpPr>
            <a:spLocks xmlns:a="http://schemas.openxmlformats.org/drawingml/2006/main" noGrp="1"/>
          </p:cNvSpPr>
          <p:nvPr/>
        </p:nvSpPr>
        <p:spPr>
          <a:xfrm xmlns:a="http://schemas.openxmlformats.org/drawingml/2006/main">
            <a:off x="6248400" y="4600575"/>
            <a:ext cx="22669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정정공고·발주기관 답변이 없으면 단일값 확정 금지</a:t>
            </a:r>
          </a:p>
        </p:txBody>
      </p:sp>
      <p:sp>
        <p:nvSpPr>
          <p:cNvPr id="22" name="">
            <a:extLst xmlns:a="http://schemas.openxmlformats.org/drawingml/2006/main">
              <a:ext uri="{FF2B5EF4-FFF2-40B4-BE49-F238E27FC236}">
                <a16:creationId xmlns:a16="http://schemas.microsoft.com/office/drawing/2014/main" id="{39BEEAA1-A07B-4485-8B1F-B78000A8D298}"/>
              </a:ext>
            </a:extLst>
          </p:cNvPr>
          <p:cNvSpPr>
            <a:spLocks xmlns:a="http://schemas.openxmlformats.org/drawingml/2006/main" noGrp="1"/>
          </p:cNvSpPr>
          <p:nvPr/>
        </p:nvSpPr>
        <p:spPr>
          <a:xfrm xmlns:a="http://schemas.openxmlformats.org/drawingml/2006/main">
            <a:off x="8886825" y="4057650"/>
            <a:ext cx="2571750" cy="1266825"/>
          </a:xfrm>
          <a:prstGeom xmlns:a="http://schemas.openxmlformats.org/drawingml/2006/main" prst="roundRect">
            <a:avLst>
              <a:gd name="adj" fmla="val 6015"/>
            </a:avLst>
          </a:prstGeom>
          <a:solidFill xmlns:a="http://schemas.openxmlformats.org/drawingml/2006/main">
            <a:srgbClr val="FFFFFF"/>
          </a:solidFill>
          <a:ln xmlns:a="http://schemas.openxmlformats.org/drawingml/2006/main" w="9525">
            <a:solidFill>
              <a:srgbClr val="CFD9E6"/>
            </a:solidFill>
          </a:ln>
        </p:spPr>
      </p:sp>
      <p:sp>
        <p:nvSpPr>
          <p:cNvPr id="23" name="">
            <a:extLst xmlns:a="http://schemas.openxmlformats.org/drawingml/2006/main">
              <a:ext uri="{FF2B5EF4-FFF2-40B4-BE49-F238E27FC236}">
                <a16:creationId xmlns:a16="http://schemas.microsoft.com/office/drawing/2014/main" id="{F75AA271-B925-45F0-9E3F-9C50E8A427B0}"/>
              </a:ext>
            </a:extLst>
          </p:cNvPr>
          <p:cNvSpPr>
            <a:spLocks xmlns:a="http://schemas.openxmlformats.org/drawingml/2006/main" noGrp="1"/>
          </p:cNvSpPr>
          <p:nvPr/>
        </p:nvSpPr>
        <p:spPr>
          <a:xfrm xmlns:a="http://schemas.openxmlformats.org/drawingml/2006/main">
            <a:off x="9020175" y="4191000"/>
            <a:ext cx="438150" cy="257175"/>
          </a:xfrm>
          <a:prstGeom xmlns:a="http://schemas.openxmlformats.org/drawingml/2006/main" prst="roundRect">
            <a:avLst>
              <a:gd name="adj" fmla="val 29630"/>
            </a:avLst>
          </a:prstGeom>
          <a:solidFill xmlns:a="http://schemas.openxmlformats.org/drawingml/2006/main">
            <a:srgbClr val="D9564A"/>
          </a:solidFill>
          <a:ln xmlns:a="http://schemas.openxmlformats.org/drawingml/2006/main" w="9525">
            <a:solidFill>
              <a:srgbClr val="D9564A"/>
            </a:solidFill>
          </a:ln>
        </p:spPr>
      </p:sp>
      <p:sp>
        <p:nvSpPr>
          <p:cNvPr id="24" name="">
            <a:extLst xmlns:a="http://schemas.openxmlformats.org/drawingml/2006/main">
              <a:ext uri="{FF2B5EF4-FFF2-40B4-BE49-F238E27FC236}">
                <a16:creationId xmlns:a16="http://schemas.microsoft.com/office/drawing/2014/main" id="{E4835BAF-8C63-4CD4-9074-78175353D591}"/>
              </a:ext>
            </a:extLst>
          </p:cNvPr>
          <p:cNvSpPr>
            <a:spLocks xmlns:a="http://schemas.openxmlformats.org/drawingml/2006/main" noGrp="1"/>
          </p:cNvSpPr>
          <p:nvPr/>
        </p:nvSpPr>
        <p:spPr>
          <a:xfrm xmlns:a="http://schemas.openxmlformats.org/drawingml/2006/main">
            <a:off x="9020175" y="4229100"/>
            <a:ext cx="438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FFFFFF"/>
                </a:solidFill>
                <a:latin typeface="Noto Sans CJK KR"/>
                <a:ea typeface="Noto Sans CJK KR"/>
                <a:cs typeface="Noto Sans CJK KR"/>
              </a:defRPr>
            </a:pPr>
            <a:r>
              <a:rPr sz="900" b="1">
                <a:solidFill>
                  <a:srgbClr val="FFFFFF"/>
                </a:solidFill>
                <a:latin typeface="Noto Sans CJK KR"/>
                <a:ea typeface="Noto Sans CJK KR"/>
                <a:cs typeface="Noto Sans CJK KR"/>
              </a:rPr>
              <a:t>04</a:t>
            </a:r>
          </a:p>
        </p:txBody>
      </p:sp>
      <p:sp>
        <p:nvSpPr>
          <p:cNvPr id="25" name="">
            <a:extLst xmlns:a="http://schemas.openxmlformats.org/drawingml/2006/main">
              <a:ext uri="{FF2B5EF4-FFF2-40B4-BE49-F238E27FC236}">
                <a16:creationId xmlns:a16="http://schemas.microsoft.com/office/drawing/2014/main" id="{54EFA6B3-796A-4FA5-92E7-0F86F8AD3F7C}"/>
              </a:ext>
            </a:extLst>
          </p:cNvPr>
          <p:cNvSpPr>
            <a:spLocks xmlns:a="http://schemas.openxmlformats.org/drawingml/2006/main" noGrp="1"/>
          </p:cNvSpPr>
          <p:nvPr/>
        </p:nvSpPr>
        <p:spPr>
          <a:xfrm xmlns:a="http://schemas.openxmlformats.org/drawingml/2006/main">
            <a:off x="9572625" y="4191000"/>
            <a:ext cx="1676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132238"/>
                </a:solidFill>
                <a:latin typeface="Noto Sans CJK KR"/>
                <a:ea typeface="Noto Sans CJK KR"/>
                <a:cs typeface="Noto Sans CJK KR"/>
              </a:defRPr>
            </a:pPr>
            <a:r>
              <a:rPr sz="1275" b="1">
                <a:solidFill>
                  <a:srgbClr val="132238"/>
                </a:solidFill>
                <a:latin typeface="Noto Sans CJK KR"/>
                <a:ea typeface="Noto Sans CJK KR"/>
                <a:cs typeface="Noto Sans CJK KR"/>
              </a:rPr>
              <a:t>추출 한계</a:t>
            </a:r>
          </a:p>
        </p:txBody>
      </p:sp>
      <p:sp>
        <p:nvSpPr>
          <p:cNvPr id="26" name="">
            <a:extLst xmlns:a="http://schemas.openxmlformats.org/drawingml/2006/main">
              <a:ext uri="{FF2B5EF4-FFF2-40B4-BE49-F238E27FC236}">
                <a16:creationId xmlns:a16="http://schemas.microsoft.com/office/drawing/2014/main" id="{847AF7B5-AFA1-4035-9A04-FDF130CFE379}"/>
              </a:ext>
            </a:extLst>
          </p:cNvPr>
          <p:cNvSpPr>
            <a:spLocks xmlns:a="http://schemas.openxmlformats.org/drawingml/2006/main" noGrp="1"/>
          </p:cNvSpPr>
          <p:nvPr/>
        </p:nvSpPr>
        <p:spPr>
          <a:xfrm xmlns:a="http://schemas.openxmlformats.org/drawingml/2006/main">
            <a:off x="9039225" y="4600575"/>
            <a:ext cx="22669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표·수식 경계가 깨지면 임의 복원하지 않음</a:t>
            </a:r>
          </a:p>
        </p:txBody>
      </p:sp>
      <p:sp>
        <p:nvSpPr>
          <p:cNvPr id="27" name="">
            <a:extLst xmlns:a="http://schemas.openxmlformats.org/drawingml/2006/main">
              <a:ext uri="{FF2B5EF4-FFF2-40B4-BE49-F238E27FC236}">
                <a16:creationId xmlns:a16="http://schemas.microsoft.com/office/drawing/2014/main" id="{AD0A939D-C949-408A-981E-5AA1D8323F89}"/>
              </a:ext>
            </a:extLst>
          </p:cNvPr>
          <p:cNvSpPr>
            <a:spLocks xmlns:a="http://schemas.openxmlformats.org/drawingml/2006/main" noGrp="1"/>
          </p:cNvSpPr>
          <p:nvPr/>
        </p:nvSpPr>
        <p:spPr>
          <a:xfrm xmlns:a="http://schemas.openxmlformats.org/drawingml/2006/main">
            <a:off x="514350" y="5753100"/>
            <a:ext cx="11163300" cy="447675"/>
          </a:xfrm>
          <a:prstGeom xmlns:a="http://schemas.openxmlformats.org/drawingml/2006/main" prst="roundRect">
            <a:avLst>
              <a:gd name="adj" fmla="val 17021"/>
            </a:avLst>
          </a:prstGeom>
          <a:solidFill xmlns:a="http://schemas.openxmlformats.org/drawingml/2006/main">
            <a:srgbClr val="183B5B"/>
          </a:solidFill>
          <a:ln xmlns:a="http://schemas.openxmlformats.org/drawingml/2006/main" w="9525">
            <a:solidFill>
              <a:srgbClr val="183B5B"/>
            </a:solidFill>
          </a:ln>
        </p:spPr>
      </p:sp>
      <p:sp>
        <p:nvSpPr>
          <p:cNvPr id="28" name="">
            <a:extLst xmlns:a="http://schemas.openxmlformats.org/drawingml/2006/main">
              <a:ext uri="{FF2B5EF4-FFF2-40B4-BE49-F238E27FC236}">
                <a16:creationId xmlns:a16="http://schemas.microsoft.com/office/drawing/2014/main" id="{A8FCAAA5-187E-4AD7-9160-E1B574A1C15F}"/>
              </a:ext>
            </a:extLst>
          </p:cNvPr>
          <p:cNvSpPr>
            <a:spLocks xmlns:a="http://schemas.openxmlformats.org/drawingml/2006/main" noGrp="1"/>
          </p:cNvSpPr>
          <p:nvPr/>
        </p:nvSpPr>
        <p:spPr>
          <a:xfrm xmlns:a="http://schemas.openxmlformats.org/drawingml/2006/main">
            <a:off x="685800" y="58674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FFFFFF"/>
                </a:solidFill>
                <a:latin typeface="Noto Sans CJK KR"/>
                <a:ea typeface="Noto Sans CJK KR"/>
                <a:cs typeface="Noto Sans CJK KR"/>
              </a:defRPr>
            </a:pPr>
            <a:r>
              <a:rPr sz="1350" b="1">
                <a:solidFill>
                  <a:srgbClr val="FFFFFF"/>
                </a:solidFill>
                <a:latin typeface="Noto Sans CJK KR"/>
                <a:ea typeface="Noto Sans CJK KR"/>
                <a:cs typeface="Noto Sans CJK KR"/>
              </a:rPr>
              <a:t>판단 보류는 실패가 아니라 원문이 허용하는 정확한 상태</a:t>
            </a:r>
          </a:p>
        </p:txBody>
      </p:sp>
      <p:sp>
        <p:nvSpPr>
          <p:cNvPr id="29" name="">
            <a:extLst xmlns:a="http://schemas.openxmlformats.org/drawingml/2006/main">
              <a:ext uri="{FF2B5EF4-FFF2-40B4-BE49-F238E27FC236}">
                <a16:creationId xmlns:a16="http://schemas.microsoft.com/office/drawing/2014/main" id="{5212B5B8-04FE-43CE-BACC-3DC9FD0A1836}"/>
              </a:ext>
            </a:extLst>
          </p:cNvPr>
          <p:cNvSpPr>
            <a:spLocks xmlns:a="http://schemas.openxmlformats.org/drawingml/2006/main" noGrp="1"/>
          </p:cNvSpPr>
          <p:nvPr/>
        </p:nvSpPr>
        <p:spPr>
          <a:xfrm xmlns:a="http://schemas.openxmlformats.org/drawingml/2006/main">
            <a:off x="514350" y="6353175"/>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30" name="">
            <a:extLst xmlns:a="http://schemas.openxmlformats.org/drawingml/2006/main">
              <a:ext uri="{FF2B5EF4-FFF2-40B4-BE49-F238E27FC236}">
                <a16:creationId xmlns:a16="http://schemas.microsoft.com/office/drawing/2014/main" id="{62369277-D63F-480A-B0E5-B85163DF60D7}"/>
              </a:ext>
            </a:extLst>
          </p:cNvPr>
          <p:cNvSpPr>
            <a:spLocks xmlns:a="http://schemas.openxmlformats.org/drawingml/2006/main" noGrp="1"/>
          </p:cNvSpPr>
          <p:nvPr/>
        </p:nvSpPr>
        <p:spPr>
          <a:xfrm xmlns:a="http://schemas.openxmlformats.org/drawingml/2006/main">
            <a:off x="533400" y="6457950"/>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0">
                <a:solidFill>
                  <a:srgbClr val="52657A"/>
                </a:solidFill>
                <a:latin typeface="Noto Sans CJK KR"/>
                <a:ea typeface="Noto Sans CJK KR"/>
                <a:cs typeface="Noto Sans CJK KR"/>
              </a:defRPr>
            </a:pPr>
            <a:r>
              <a:rPr sz="825" b="0">
                <a:solidFill>
                  <a:srgbClr val="52657A"/>
                </a:solidFill>
                <a:latin typeface="Noto Sans CJK KR"/>
                <a:ea typeface="Noto Sans CJK KR"/>
                <a:cs typeface="Noto Sans CJK KR"/>
              </a:rPr>
              <a:t>12개 쟁점 공고 재대조 · 파일 해시는 별도 식별 JSON에 보존</a:t>
            </a:r>
          </a:p>
        </p:txBody>
      </p:sp>
      <p:sp>
        <p:nvSpPr>
          <p:cNvPr id="31" name="">
            <a:extLst xmlns:a="http://schemas.openxmlformats.org/drawingml/2006/main">
              <a:ext uri="{FF2B5EF4-FFF2-40B4-BE49-F238E27FC236}">
                <a16:creationId xmlns:a16="http://schemas.microsoft.com/office/drawing/2014/main" id="{66E3C32D-56CD-45AB-8C34-996A4DC89D42}"/>
              </a:ext>
            </a:extLst>
          </p:cNvPr>
          <p:cNvSpPr>
            <a:spLocks xmlns:a="http://schemas.openxmlformats.org/drawingml/2006/main" noGrp="1"/>
          </p:cNvSpPr>
          <p:nvPr/>
        </p:nvSpPr>
        <p:spPr>
          <a:xfrm xmlns:a="http://schemas.openxmlformats.org/drawingml/2006/main">
            <a:off x="10001250" y="6457950"/>
            <a:ext cx="1676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1">
                <a:solidFill>
                  <a:srgbClr val="183B5B"/>
                </a:solidFill>
                <a:latin typeface="Noto Sans CJK KR"/>
                <a:ea typeface="Noto Sans CJK KR"/>
                <a:cs typeface="Noto Sans CJK KR"/>
              </a:defRPr>
            </a:pPr>
            <a:r>
              <a:rPr sz="825" b="1">
                <a:solidFill>
                  <a:srgbClr val="183B5B"/>
                </a:solidFill>
                <a:latin typeface="Noto Sans CJK KR"/>
                <a:ea typeface="Noto Sans CJK KR"/>
                <a:cs typeface="Noto Sans CJK KR"/>
              </a:rPr>
              <a:t>ASTRA · ko-LettuceDetect</a:t>
            </a:r>
          </a:p>
        </p:txBody>
      </p:sp>
    </p:spTree>
    <p:extLst>
      <p:ext uri="{BB962C8B-B14F-4D97-AF65-F5344CB8AC3E}">
        <p14:creationId xmlns:p14="http://schemas.microsoft.com/office/powerpoint/2010/main" val="1990021731"/>
      </p:ext>
    </p:extLst>
  </p:cSld>
</p:sld>
</file>

<file path=ppt/slides/slide1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E6C4AEAD-EB32-44B3-8FC0-0BEB33F8C2D1}"/>
              </a:ext>
            </a:extLst>
          </p:cNvPr>
          <p:cNvSpPr>
            <a:spLocks xmlns:a="http://schemas.openxmlformats.org/drawingml/2006/main" noGrp="1"/>
          </p:cNvSpPr>
          <p:nvPr/>
        </p:nvSpPr>
        <p:spPr>
          <a:xfrm xmlns:a="http://schemas.openxmlformats.org/drawingml/2006/main">
            <a:off x="5143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119C8B"/>
                </a:solidFill>
                <a:latin typeface="Noto Sans CJK KR"/>
                <a:ea typeface="Noto Sans CJK KR"/>
                <a:cs typeface="Noto Sans CJK KR"/>
              </a:defRPr>
            </a:pPr>
            <a:r>
              <a:rPr sz="975" b="1">
                <a:solidFill>
                  <a:srgbClr val="119C8B"/>
                </a:solidFill>
                <a:latin typeface="Noto Sans CJK KR"/>
                <a:ea typeface="Noto Sans CJK KR"/>
                <a:cs typeface="Noto Sans CJK KR"/>
              </a:rPr>
              <a:t>데이터 구축</a:t>
            </a:r>
          </a:p>
        </p:txBody>
      </p:sp>
      <p:sp>
        <p:nvSpPr>
          <p:cNvPr id="2" name="">
            <a:extLst xmlns:a="http://schemas.openxmlformats.org/drawingml/2006/main">
              <a:ext uri="{FF2B5EF4-FFF2-40B4-BE49-F238E27FC236}">
                <a16:creationId xmlns:a16="http://schemas.microsoft.com/office/drawing/2014/main" id="{6ACCE6F2-4795-400B-BAB6-48FF3609FE79}"/>
              </a:ext>
            </a:extLst>
          </p:cNvPr>
          <p:cNvSpPr>
            <a:spLocks xmlns:a="http://schemas.openxmlformats.org/drawingml/2006/main" noGrp="1"/>
          </p:cNvSpPr>
          <p:nvPr/>
        </p:nvSpPr>
        <p:spPr>
          <a:xfrm xmlns:a="http://schemas.openxmlformats.org/drawingml/2006/main">
            <a:off x="514350" y="457200"/>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132238"/>
                </a:solidFill>
                <a:latin typeface="Noto Sans CJK KR"/>
                <a:ea typeface="Noto Sans CJK KR"/>
                <a:cs typeface="Noto Sans CJK KR"/>
              </a:defRPr>
            </a:pPr>
            <a:r>
              <a:rPr sz="2325" b="1">
                <a:solidFill>
                  <a:srgbClr val="132238"/>
                </a:solidFill>
                <a:latin typeface="Noto Sans CJK KR"/>
                <a:ea typeface="Noto Sans CJK KR"/>
                <a:cs typeface="Noto Sans CJK KR"/>
              </a:rPr>
              <a:t>가상 기업 5곳은 51건의 조건을 비교하기 위한 기준 회사다</a:t>
            </a:r>
          </a:p>
        </p:txBody>
      </p:sp>
      <p:sp>
        <p:nvSpPr>
          <p:cNvPr id="3" name="">
            <a:extLst xmlns:a="http://schemas.openxmlformats.org/drawingml/2006/main">
              <a:ext uri="{FF2B5EF4-FFF2-40B4-BE49-F238E27FC236}">
                <a16:creationId xmlns:a16="http://schemas.microsoft.com/office/drawing/2014/main" id="{3B91514D-3450-4307-B193-18F03BFEB6E7}"/>
              </a:ext>
            </a:extLst>
          </p:cNvPr>
          <p:cNvSpPr>
            <a:spLocks xmlns:a="http://schemas.openxmlformats.org/drawingml/2006/main" noGrp="1"/>
          </p:cNvSpPr>
          <p:nvPr/>
        </p:nvSpPr>
        <p:spPr>
          <a:xfrm xmlns:a="http://schemas.openxmlformats.org/drawingml/2006/main">
            <a:off x="533400" y="923925"/>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2657A"/>
                </a:solidFill>
                <a:latin typeface="Noto Sans CJK KR"/>
                <a:ea typeface="Noto Sans CJK KR"/>
                <a:cs typeface="Noto Sans CJK KR"/>
              </a:defRPr>
            </a:pPr>
            <a:r>
              <a:rPr sz="1200" b="0">
                <a:solidFill>
                  <a:srgbClr val="52657A"/>
                </a:solidFill>
                <a:latin typeface="Noto Sans CJK KR"/>
                <a:ea typeface="Noto Sans CJK KR"/>
                <a:cs typeface="Noto Sans CJK KR"/>
              </a:rPr>
              <a:t>실제 업체 정보가 아니라, 충족·미충족·자료부족 사례를 유지하는 합성 원장</a:t>
            </a:r>
          </a:p>
        </p:txBody>
      </p:sp>
      <p:sp>
        <p:nvSpPr>
          <p:cNvPr id="4" name="">
            <a:extLst xmlns:a="http://schemas.openxmlformats.org/drawingml/2006/main">
              <a:ext uri="{FF2B5EF4-FFF2-40B4-BE49-F238E27FC236}">
                <a16:creationId xmlns:a16="http://schemas.microsoft.com/office/drawing/2014/main" id="{4A17A8B6-C9F5-4F9B-934B-D7CFCDE32B99}"/>
              </a:ext>
            </a:extLst>
          </p:cNvPr>
          <p:cNvSpPr>
            <a:spLocks xmlns:a="http://schemas.openxmlformats.org/drawingml/2006/main" noGrp="1"/>
          </p:cNvSpPr>
          <p:nvPr/>
        </p:nvSpPr>
        <p:spPr>
          <a:xfrm xmlns:a="http://schemas.openxmlformats.org/drawingml/2006/main">
            <a:off x="514350" y="1257300"/>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5" name="">
            <a:extLst xmlns:a="http://schemas.openxmlformats.org/drawingml/2006/main">
              <a:ext uri="{FF2B5EF4-FFF2-40B4-BE49-F238E27FC236}">
                <a16:creationId xmlns:a16="http://schemas.microsoft.com/office/drawing/2014/main" id="{B1D4F249-CCFF-4CC9-B2C2-7C8000135FB2}"/>
              </a:ext>
            </a:extLst>
          </p:cNvPr>
          <p:cNvSpPr>
            <a:spLocks xmlns:a="http://schemas.openxmlformats.org/drawingml/2006/main" noGrp="1"/>
          </p:cNvSpPr>
          <p:nvPr/>
        </p:nvSpPr>
        <p:spPr>
          <a:xfrm xmlns:a="http://schemas.openxmlformats.org/drawingml/2006/main">
            <a:off x="11201400" y="209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52657A"/>
                </a:solidFill>
                <a:latin typeface="Noto Sans CJK KR"/>
                <a:ea typeface="Noto Sans CJK KR"/>
                <a:cs typeface="Noto Sans CJK KR"/>
              </a:defRPr>
            </a:pPr>
            <a:r>
              <a:rPr sz="975" b="1">
                <a:solidFill>
                  <a:srgbClr val="52657A"/>
                </a:solidFill>
                <a:latin typeface="Noto Sans CJK KR"/>
                <a:ea typeface="Noto Sans CJK KR"/>
                <a:cs typeface="Noto Sans CJK KR"/>
              </a:rPr>
              <a:t>11</a:t>
            </a:r>
          </a:p>
        </p:txBody>
      </p:sp>
      <p:sp>
        <p:nvSpPr>
          <p:cNvPr id="6" name="">
            <a:extLst xmlns:a="http://schemas.openxmlformats.org/drawingml/2006/main">
              <a:ext uri="{FF2B5EF4-FFF2-40B4-BE49-F238E27FC236}">
                <a16:creationId xmlns:a16="http://schemas.microsoft.com/office/drawing/2014/main" id="{E0246D09-CCFF-4445-BA81-303098F1D092}"/>
              </a:ext>
            </a:extLst>
          </p:cNvPr>
          <p:cNvSpPr>
            <a:spLocks xmlns:a="http://schemas.openxmlformats.org/drawingml/2006/main" noGrp="1"/>
          </p:cNvSpPr>
          <p:nvPr/>
        </p:nvSpPr>
        <p:spPr>
          <a:xfrm xmlns:a="http://schemas.openxmlformats.org/drawingml/2006/main">
            <a:off x="514350" y="1571625"/>
            <a:ext cx="204787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FD9E6"/>
            </a:solidFill>
          </a:ln>
        </p:spPr>
      </p:sp>
      <p:sp>
        <p:nvSpPr>
          <p:cNvPr id="7" name="">
            <a:extLst xmlns:a="http://schemas.openxmlformats.org/drawingml/2006/main">
              <a:ext uri="{FF2B5EF4-FFF2-40B4-BE49-F238E27FC236}">
                <a16:creationId xmlns:a16="http://schemas.microsoft.com/office/drawing/2014/main" id="{0F81153B-4186-4930-95F3-F736DAEEBDE2}"/>
              </a:ext>
            </a:extLst>
          </p:cNvPr>
          <p:cNvSpPr>
            <a:spLocks xmlns:a="http://schemas.openxmlformats.org/drawingml/2006/main" noGrp="1"/>
          </p:cNvSpPr>
          <p:nvPr/>
        </p:nvSpPr>
        <p:spPr>
          <a:xfrm xmlns:a="http://schemas.openxmlformats.org/drawingml/2006/main">
            <a:off x="666750" y="1704975"/>
            <a:ext cx="17430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2F6BFF"/>
                </a:solidFill>
                <a:latin typeface="Noto Sans CJK KR"/>
                <a:ea typeface="Noto Sans CJK KR"/>
                <a:cs typeface="Noto Sans CJK KR"/>
              </a:defRPr>
            </a:pPr>
            <a:r>
              <a:rPr sz="2400" b="1">
                <a:solidFill>
                  <a:srgbClr val="2F6BFF"/>
                </a:solidFill>
                <a:latin typeface="Noto Sans CJK KR"/>
                <a:ea typeface="Noto Sans CJK KR"/>
                <a:cs typeface="Noto Sans CJK KR"/>
              </a:rPr>
              <a:t>5</a:t>
            </a:r>
          </a:p>
        </p:txBody>
      </p:sp>
      <p:sp>
        <p:nvSpPr>
          <p:cNvPr id="8" name="">
            <a:extLst xmlns:a="http://schemas.openxmlformats.org/drawingml/2006/main">
              <a:ext uri="{FF2B5EF4-FFF2-40B4-BE49-F238E27FC236}">
                <a16:creationId xmlns:a16="http://schemas.microsoft.com/office/drawing/2014/main" id="{E0F627DA-C06C-48A0-968B-40D0B71CB994}"/>
              </a:ext>
            </a:extLst>
          </p:cNvPr>
          <p:cNvSpPr>
            <a:spLocks xmlns:a="http://schemas.openxmlformats.org/drawingml/2006/main" noGrp="1"/>
          </p:cNvSpPr>
          <p:nvPr/>
        </p:nvSpPr>
        <p:spPr>
          <a:xfrm xmlns:a="http://schemas.openxmlformats.org/drawingml/2006/main">
            <a:off x="666750" y="2152650"/>
            <a:ext cx="17430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132238"/>
                </a:solidFill>
                <a:latin typeface="Noto Sans CJK KR"/>
                <a:ea typeface="Noto Sans CJK KR"/>
                <a:cs typeface="Noto Sans CJK KR"/>
              </a:defRPr>
            </a:pPr>
            <a:r>
              <a:rPr sz="1125" b="1">
                <a:solidFill>
                  <a:srgbClr val="132238"/>
                </a:solidFill>
                <a:latin typeface="Noto Sans CJK KR"/>
                <a:ea typeface="Noto Sans CJK KR"/>
                <a:cs typeface="Noto Sans CJK KR"/>
              </a:rPr>
              <a:t>가상 기업</a:t>
            </a:r>
          </a:p>
        </p:txBody>
      </p:sp>
      <p:sp>
        <p:nvSpPr>
          <p:cNvPr id="9" name="">
            <a:extLst xmlns:a="http://schemas.openxmlformats.org/drawingml/2006/main">
              <a:ext uri="{FF2B5EF4-FFF2-40B4-BE49-F238E27FC236}">
                <a16:creationId xmlns:a16="http://schemas.microsoft.com/office/drawing/2014/main" id="{C8CFFE07-7E83-4970-8BCF-B11E2FAE082F}"/>
              </a:ext>
            </a:extLst>
          </p:cNvPr>
          <p:cNvSpPr>
            <a:spLocks xmlns:a="http://schemas.openxmlformats.org/drawingml/2006/main" noGrp="1"/>
          </p:cNvSpPr>
          <p:nvPr/>
        </p:nvSpPr>
        <p:spPr>
          <a:xfrm xmlns:a="http://schemas.openxmlformats.org/drawingml/2006/main">
            <a:off x="2752725" y="1571625"/>
            <a:ext cx="204787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FD9E6"/>
            </a:solidFill>
          </a:ln>
        </p:spPr>
      </p:sp>
      <p:sp>
        <p:nvSpPr>
          <p:cNvPr id="10" name="">
            <a:extLst xmlns:a="http://schemas.openxmlformats.org/drawingml/2006/main">
              <a:ext uri="{FF2B5EF4-FFF2-40B4-BE49-F238E27FC236}">
                <a16:creationId xmlns:a16="http://schemas.microsoft.com/office/drawing/2014/main" id="{97E1E609-44FA-4976-94C8-0086F00ED539}"/>
              </a:ext>
            </a:extLst>
          </p:cNvPr>
          <p:cNvSpPr>
            <a:spLocks xmlns:a="http://schemas.openxmlformats.org/drawingml/2006/main" noGrp="1"/>
          </p:cNvSpPr>
          <p:nvPr/>
        </p:nvSpPr>
        <p:spPr>
          <a:xfrm xmlns:a="http://schemas.openxmlformats.org/drawingml/2006/main">
            <a:off x="2905125" y="1704975"/>
            <a:ext cx="17430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119C8B"/>
                </a:solidFill>
                <a:latin typeface="Noto Sans CJK KR"/>
                <a:ea typeface="Noto Sans CJK KR"/>
                <a:cs typeface="Noto Sans CJK KR"/>
              </a:defRPr>
            </a:pPr>
            <a:r>
              <a:rPr sz="2400" b="1">
                <a:solidFill>
                  <a:srgbClr val="119C8B"/>
                </a:solidFill>
                <a:latin typeface="Noto Sans CJK KR"/>
                <a:ea typeface="Noto Sans CJK KR"/>
                <a:cs typeface="Noto Sans CJK KR"/>
              </a:rPr>
              <a:t>45</a:t>
            </a:r>
          </a:p>
        </p:txBody>
      </p:sp>
      <p:sp>
        <p:nvSpPr>
          <p:cNvPr id="11" name="">
            <a:extLst xmlns:a="http://schemas.openxmlformats.org/drawingml/2006/main">
              <a:ext uri="{FF2B5EF4-FFF2-40B4-BE49-F238E27FC236}">
                <a16:creationId xmlns:a16="http://schemas.microsoft.com/office/drawing/2014/main" id="{E05DF07B-197F-406F-BEFD-A953B82BD18F}"/>
              </a:ext>
            </a:extLst>
          </p:cNvPr>
          <p:cNvSpPr>
            <a:spLocks xmlns:a="http://schemas.openxmlformats.org/drawingml/2006/main" noGrp="1"/>
          </p:cNvSpPr>
          <p:nvPr/>
        </p:nvSpPr>
        <p:spPr>
          <a:xfrm xmlns:a="http://schemas.openxmlformats.org/drawingml/2006/main">
            <a:off x="2905125" y="2152650"/>
            <a:ext cx="17430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132238"/>
                </a:solidFill>
                <a:latin typeface="Noto Sans CJK KR"/>
                <a:ea typeface="Noto Sans CJK KR"/>
                <a:cs typeface="Noto Sans CJK KR"/>
              </a:defRPr>
            </a:pPr>
            <a:r>
              <a:rPr sz="1125" b="1">
                <a:solidFill>
                  <a:srgbClr val="132238"/>
                </a:solidFill>
                <a:latin typeface="Noto Sans CJK KR"/>
                <a:ea typeface="Noto Sans CJK KR"/>
                <a:cs typeface="Noto Sans CJK KR"/>
              </a:rPr>
              <a:t>인력 레코드</a:t>
            </a:r>
          </a:p>
        </p:txBody>
      </p:sp>
      <p:sp>
        <p:nvSpPr>
          <p:cNvPr id="12" name="">
            <a:extLst xmlns:a="http://schemas.openxmlformats.org/drawingml/2006/main">
              <a:ext uri="{FF2B5EF4-FFF2-40B4-BE49-F238E27FC236}">
                <a16:creationId xmlns:a16="http://schemas.microsoft.com/office/drawing/2014/main" id="{61319C9D-9A1A-4933-A5E6-FCFE16805DB6}"/>
              </a:ext>
            </a:extLst>
          </p:cNvPr>
          <p:cNvSpPr>
            <a:spLocks xmlns:a="http://schemas.openxmlformats.org/drawingml/2006/main" noGrp="1"/>
          </p:cNvSpPr>
          <p:nvPr/>
        </p:nvSpPr>
        <p:spPr>
          <a:xfrm xmlns:a="http://schemas.openxmlformats.org/drawingml/2006/main">
            <a:off x="4991100" y="1571625"/>
            <a:ext cx="204787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FD9E6"/>
            </a:solidFill>
          </a:ln>
        </p:spPr>
      </p:sp>
      <p:sp>
        <p:nvSpPr>
          <p:cNvPr id="13" name="">
            <a:extLst xmlns:a="http://schemas.openxmlformats.org/drawingml/2006/main">
              <a:ext uri="{FF2B5EF4-FFF2-40B4-BE49-F238E27FC236}">
                <a16:creationId xmlns:a16="http://schemas.microsoft.com/office/drawing/2014/main" id="{CBA189AD-EE43-4DB9-B38F-7693CFE263DC}"/>
              </a:ext>
            </a:extLst>
          </p:cNvPr>
          <p:cNvSpPr>
            <a:spLocks xmlns:a="http://schemas.openxmlformats.org/drawingml/2006/main" noGrp="1"/>
          </p:cNvSpPr>
          <p:nvPr/>
        </p:nvSpPr>
        <p:spPr>
          <a:xfrm xmlns:a="http://schemas.openxmlformats.org/drawingml/2006/main">
            <a:off x="5143500" y="1704975"/>
            <a:ext cx="17430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F29B38"/>
                </a:solidFill>
                <a:latin typeface="Noto Sans CJK KR"/>
                <a:ea typeface="Noto Sans CJK KR"/>
                <a:cs typeface="Noto Sans CJK KR"/>
              </a:defRPr>
            </a:pPr>
            <a:r>
              <a:rPr sz="2400" b="1">
                <a:solidFill>
                  <a:srgbClr val="F29B38"/>
                </a:solidFill>
                <a:latin typeface="Noto Sans CJK KR"/>
                <a:ea typeface="Noto Sans CJK KR"/>
                <a:cs typeface="Noto Sans CJK KR"/>
              </a:rPr>
              <a:t>16</a:t>
            </a:r>
          </a:p>
        </p:txBody>
      </p:sp>
      <p:sp>
        <p:nvSpPr>
          <p:cNvPr id="14" name="">
            <a:extLst xmlns:a="http://schemas.openxmlformats.org/drawingml/2006/main">
              <a:ext uri="{FF2B5EF4-FFF2-40B4-BE49-F238E27FC236}">
                <a16:creationId xmlns:a16="http://schemas.microsoft.com/office/drawing/2014/main" id="{9237C8A5-1D8B-4C4C-95FF-A5355EE64A82}"/>
              </a:ext>
            </a:extLst>
          </p:cNvPr>
          <p:cNvSpPr>
            <a:spLocks xmlns:a="http://schemas.openxmlformats.org/drawingml/2006/main" noGrp="1"/>
          </p:cNvSpPr>
          <p:nvPr/>
        </p:nvSpPr>
        <p:spPr>
          <a:xfrm xmlns:a="http://schemas.openxmlformats.org/drawingml/2006/main">
            <a:off x="5143500" y="2152650"/>
            <a:ext cx="17430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132238"/>
                </a:solidFill>
                <a:latin typeface="Noto Sans CJK KR"/>
                <a:ea typeface="Noto Sans CJK KR"/>
                <a:cs typeface="Noto Sans CJK KR"/>
              </a:defRPr>
            </a:pPr>
            <a:r>
              <a:rPr sz="1125" b="1">
                <a:solidFill>
                  <a:srgbClr val="132238"/>
                </a:solidFill>
                <a:latin typeface="Noto Sans CJK KR"/>
                <a:ea typeface="Noto Sans CJK KR"/>
                <a:cs typeface="Noto Sans CJK KR"/>
              </a:rPr>
              <a:t>프로젝트</a:t>
            </a:r>
          </a:p>
        </p:txBody>
      </p:sp>
      <p:sp>
        <p:nvSpPr>
          <p:cNvPr id="15" name="">
            <a:extLst xmlns:a="http://schemas.openxmlformats.org/drawingml/2006/main">
              <a:ext uri="{FF2B5EF4-FFF2-40B4-BE49-F238E27FC236}">
                <a16:creationId xmlns:a16="http://schemas.microsoft.com/office/drawing/2014/main" id="{EFB619F4-BF4A-457B-A965-08800F4618DB}"/>
              </a:ext>
            </a:extLst>
          </p:cNvPr>
          <p:cNvSpPr>
            <a:spLocks xmlns:a="http://schemas.openxmlformats.org/drawingml/2006/main" noGrp="1"/>
          </p:cNvSpPr>
          <p:nvPr/>
        </p:nvSpPr>
        <p:spPr>
          <a:xfrm xmlns:a="http://schemas.openxmlformats.org/drawingml/2006/main">
            <a:off x="7229475" y="1571625"/>
            <a:ext cx="204787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FD9E6"/>
            </a:solidFill>
          </a:ln>
        </p:spPr>
      </p:sp>
      <p:sp>
        <p:nvSpPr>
          <p:cNvPr id="16" name="">
            <a:extLst xmlns:a="http://schemas.openxmlformats.org/drawingml/2006/main">
              <a:ext uri="{FF2B5EF4-FFF2-40B4-BE49-F238E27FC236}">
                <a16:creationId xmlns:a16="http://schemas.microsoft.com/office/drawing/2014/main" id="{0FE09227-7F35-4E49-8394-904C9FCE70FB}"/>
              </a:ext>
            </a:extLst>
          </p:cNvPr>
          <p:cNvSpPr>
            <a:spLocks xmlns:a="http://schemas.openxmlformats.org/drawingml/2006/main" noGrp="1"/>
          </p:cNvSpPr>
          <p:nvPr/>
        </p:nvSpPr>
        <p:spPr>
          <a:xfrm xmlns:a="http://schemas.openxmlformats.org/drawingml/2006/main">
            <a:off x="7381875" y="1704975"/>
            <a:ext cx="17430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7657C8"/>
                </a:solidFill>
                <a:latin typeface="Noto Sans CJK KR"/>
                <a:ea typeface="Noto Sans CJK KR"/>
                <a:cs typeface="Noto Sans CJK KR"/>
              </a:defRPr>
            </a:pPr>
            <a:r>
              <a:rPr sz="2400" b="1">
                <a:solidFill>
                  <a:srgbClr val="7657C8"/>
                </a:solidFill>
                <a:latin typeface="Noto Sans CJK KR"/>
                <a:ea typeface="Noto Sans CJK KR"/>
                <a:cs typeface="Noto Sans CJK KR"/>
              </a:rPr>
              <a:t>111</a:t>
            </a:r>
          </a:p>
        </p:txBody>
      </p:sp>
      <p:sp>
        <p:nvSpPr>
          <p:cNvPr id="17" name="">
            <a:extLst xmlns:a="http://schemas.openxmlformats.org/drawingml/2006/main">
              <a:ext uri="{FF2B5EF4-FFF2-40B4-BE49-F238E27FC236}">
                <a16:creationId xmlns:a16="http://schemas.microsoft.com/office/drawing/2014/main" id="{F9F6722C-70B5-44ED-91D3-30F30AD5C0A3}"/>
              </a:ext>
            </a:extLst>
          </p:cNvPr>
          <p:cNvSpPr>
            <a:spLocks xmlns:a="http://schemas.openxmlformats.org/drawingml/2006/main" noGrp="1"/>
          </p:cNvSpPr>
          <p:nvPr/>
        </p:nvSpPr>
        <p:spPr>
          <a:xfrm xmlns:a="http://schemas.openxmlformats.org/drawingml/2006/main">
            <a:off x="7381875" y="2152650"/>
            <a:ext cx="17430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132238"/>
                </a:solidFill>
                <a:latin typeface="Noto Sans CJK KR"/>
                <a:ea typeface="Noto Sans CJK KR"/>
                <a:cs typeface="Noto Sans CJK KR"/>
              </a:defRPr>
            </a:pPr>
            <a:r>
              <a:rPr sz="1125" b="1">
                <a:solidFill>
                  <a:srgbClr val="132238"/>
                </a:solidFill>
                <a:latin typeface="Noto Sans CJK KR"/>
                <a:ea typeface="Noto Sans CJK KR"/>
                <a:cs typeface="Noto Sans CJK KR"/>
              </a:rPr>
              <a:t>증빙 레코드</a:t>
            </a:r>
          </a:p>
        </p:txBody>
      </p:sp>
      <p:sp>
        <p:nvSpPr>
          <p:cNvPr id="18" name="">
            <a:extLst xmlns:a="http://schemas.openxmlformats.org/drawingml/2006/main">
              <a:ext uri="{FF2B5EF4-FFF2-40B4-BE49-F238E27FC236}">
                <a16:creationId xmlns:a16="http://schemas.microsoft.com/office/drawing/2014/main" id="{DB8AD882-EFE2-4189-9C1F-F190F882DB8A}"/>
              </a:ext>
            </a:extLst>
          </p:cNvPr>
          <p:cNvSpPr>
            <a:spLocks xmlns:a="http://schemas.openxmlformats.org/drawingml/2006/main" noGrp="1"/>
          </p:cNvSpPr>
          <p:nvPr/>
        </p:nvSpPr>
        <p:spPr>
          <a:xfrm xmlns:a="http://schemas.openxmlformats.org/drawingml/2006/main">
            <a:off x="9467850" y="1571625"/>
            <a:ext cx="204787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FD9E6"/>
            </a:solidFill>
          </a:ln>
        </p:spPr>
      </p:sp>
      <p:sp>
        <p:nvSpPr>
          <p:cNvPr id="19" name="">
            <a:extLst xmlns:a="http://schemas.openxmlformats.org/drawingml/2006/main">
              <a:ext uri="{FF2B5EF4-FFF2-40B4-BE49-F238E27FC236}">
                <a16:creationId xmlns:a16="http://schemas.microsoft.com/office/drawing/2014/main" id="{495F2565-6529-4551-92C3-7A8B99774CF3}"/>
              </a:ext>
            </a:extLst>
          </p:cNvPr>
          <p:cNvSpPr>
            <a:spLocks xmlns:a="http://schemas.openxmlformats.org/drawingml/2006/main" noGrp="1"/>
          </p:cNvSpPr>
          <p:nvPr/>
        </p:nvSpPr>
        <p:spPr>
          <a:xfrm xmlns:a="http://schemas.openxmlformats.org/drawingml/2006/main">
            <a:off x="9620250" y="1704975"/>
            <a:ext cx="17430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D9564A"/>
                </a:solidFill>
                <a:latin typeface="Noto Sans CJK KR"/>
                <a:ea typeface="Noto Sans CJK KR"/>
                <a:cs typeface="Noto Sans CJK KR"/>
              </a:defRPr>
            </a:pPr>
            <a:r>
              <a:rPr sz="2400" b="1">
                <a:solidFill>
                  <a:srgbClr val="D9564A"/>
                </a:solidFill>
                <a:latin typeface="Noto Sans CJK KR"/>
                <a:ea typeface="Noto Sans CJK KR"/>
                <a:cs typeface="Noto Sans CJK KR"/>
              </a:rPr>
              <a:t>45</a:t>
            </a:r>
          </a:p>
        </p:txBody>
      </p:sp>
      <p:sp>
        <p:nvSpPr>
          <p:cNvPr id="20" name="">
            <a:extLst xmlns:a="http://schemas.openxmlformats.org/drawingml/2006/main">
              <a:ext uri="{FF2B5EF4-FFF2-40B4-BE49-F238E27FC236}">
                <a16:creationId xmlns:a16="http://schemas.microsoft.com/office/drawing/2014/main" id="{D068C353-B1E3-49E5-AA43-CC6FFCD5882A}"/>
              </a:ext>
            </a:extLst>
          </p:cNvPr>
          <p:cNvSpPr>
            <a:spLocks xmlns:a="http://schemas.openxmlformats.org/drawingml/2006/main" noGrp="1"/>
          </p:cNvSpPr>
          <p:nvPr/>
        </p:nvSpPr>
        <p:spPr>
          <a:xfrm xmlns:a="http://schemas.openxmlformats.org/drawingml/2006/main">
            <a:off x="9620250" y="2152650"/>
            <a:ext cx="17430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132238"/>
                </a:solidFill>
                <a:latin typeface="Noto Sans CJK KR"/>
                <a:ea typeface="Noto Sans CJK KR"/>
                <a:cs typeface="Noto Sans CJK KR"/>
              </a:defRPr>
            </a:pPr>
            <a:r>
              <a:rPr sz="1125" b="1">
                <a:solidFill>
                  <a:srgbClr val="132238"/>
                </a:solidFill>
                <a:latin typeface="Noto Sans CJK KR"/>
                <a:ea typeface="Noto Sans CJK KR"/>
                <a:cs typeface="Noto Sans CJK KR"/>
              </a:rPr>
              <a:t>문서 템플릿</a:t>
            </a:r>
          </a:p>
        </p:txBody>
      </p:sp>
      <p:sp>
        <p:nvSpPr>
          <p:cNvPr id="21" name="">
            <a:extLst xmlns:a="http://schemas.openxmlformats.org/drawingml/2006/main">
              <a:ext uri="{FF2B5EF4-FFF2-40B4-BE49-F238E27FC236}">
                <a16:creationId xmlns:a16="http://schemas.microsoft.com/office/drawing/2014/main" id="{359C727A-70DC-4FAD-B1FB-3377E35FF9FA}"/>
              </a:ext>
            </a:extLst>
          </p:cNvPr>
          <p:cNvSpPr>
            <a:spLocks xmlns:a="http://schemas.openxmlformats.org/drawingml/2006/main" noGrp="1"/>
          </p:cNvSpPr>
          <p:nvPr/>
        </p:nvSpPr>
        <p:spPr>
          <a:xfrm xmlns:a="http://schemas.openxmlformats.org/drawingml/2006/main">
            <a:off x="514350" y="2952750"/>
            <a:ext cx="11163300" cy="2266950"/>
          </a:xfrm>
          <a:prstGeom xmlns:a="http://schemas.openxmlformats.org/drawingml/2006/main" prst="roundRect">
            <a:avLst>
              <a:gd name="adj" fmla="val 3361"/>
            </a:avLst>
          </a:prstGeom>
          <a:solidFill xmlns:a="http://schemas.openxmlformats.org/drawingml/2006/main">
            <a:srgbClr val="FFFFFF"/>
          </a:solidFill>
          <a:ln xmlns:a="http://schemas.openxmlformats.org/drawingml/2006/main" w="9525">
            <a:solidFill>
              <a:srgbClr val="CFD9E6"/>
            </a:solidFill>
          </a:ln>
        </p:spPr>
      </p:sp>
      <p:sp>
        <p:nvSpPr>
          <p:cNvPr id="22" name="">
            <a:extLst xmlns:a="http://schemas.openxmlformats.org/drawingml/2006/main">
              <a:ext uri="{FF2B5EF4-FFF2-40B4-BE49-F238E27FC236}">
                <a16:creationId xmlns:a16="http://schemas.microsoft.com/office/drawing/2014/main" id="{DB09B8FB-BC7A-4533-804A-D04F5FF5AFC6}"/>
              </a:ext>
            </a:extLst>
          </p:cNvPr>
          <p:cNvSpPr>
            <a:spLocks xmlns:a="http://schemas.openxmlformats.org/drawingml/2006/main" noGrp="1"/>
          </p:cNvSpPr>
          <p:nvPr/>
        </p:nvSpPr>
        <p:spPr>
          <a:xfrm xmlns:a="http://schemas.openxmlformats.org/drawingml/2006/main">
            <a:off x="704850" y="3133725"/>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83B5B"/>
                </a:solidFill>
                <a:latin typeface="Noto Sans CJK KR"/>
                <a:ea typeface="Noto Sans CJK KR"/>
                <a:cs typeface="Noto Sans CJK KR"/>
              </a:defRPr>
            </a:pPr>
            <a:r>
              <a:rPr sz="1350" b="1">
                <a:solidFill>
                  <a:srgbClr val="183B5B"/>
                </a:solidFill>
                <a:latin typeface="Noto Sans CJK KR"/>
                <a:ea typeface="Noto Sans CJK KR"/>
                <a:cs typeface="Noto Sans CJK KR"/>
              </a:rPr>
              <a:t>원장 설계 원칙</a:t>
            </a:r>
          </a:p>
        </p:txBody>
      </p:sp>
      <p:sp>
        <p:nvSpPr>
          <p:cNvPr id="23" name="">
            <a:extLst xmlns:a="http://schemas.openxmlformats.org/drawingml/2006/main">
              <a:ext uri="{FF2B5EF4-FFF2-40B4-BE49-F238E27FC236}">
                <a16:creationId xmlns:a16="http://schemas.microsoft.com/office/drawing/2014/main" id="{0A1660E0-6DD9-4CEB-8472-A8644B9BFA08}"/>
              </a:ext>
            </a:extLst>
          </p:cNvPr>
          <p:cNvSpPr>
            <a:spLocks xmlns:a="http://schemas.openxmlformats.org/drawingml/2006/main" noGrp="1"/>
          </p:cNvSpPr>
          <p:nvPr/>
        </p:nvSpPr>
        <p:spPr>
          <a:xfrm xmlns:a="http://schemas.openxmlformats.org/drawingml/2006/main">
            <a:off x="723900" y="3581400"/>
            <a:ext cx="19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2F6BFF"/>
                </a:solidFill>
                <a:latin typeface="Noto Sans CJK KR"/>
                <a:ea typeface="Noto Sans CJK KR"/>
                <a:cs typeface="Noto Sans CJK KR"/>
              </a:defRPr>
            </a:pPr>
            <a:r>
              <a:rPr sz="1050" b="1">
                <a:solidFill>
                  <a:srgbClr val="2F6BFF"/>
                </a:solidFill>
                <a:latin typeface="Noto Sans CJK KR"/>
                <a:ea typeface="Noto Sans CJK KR"/>
                <a:cs typeface="Noto Sans CJK KR"/>
              </a:rPr>
              <a:t>●</a:t>
            </a:r>
          </a:p>
        </p:txBody>
      </p:sp>
      <p:sp>
        <p:nvSpPr>
          <p:cNvPr id="24" name="">
            <a:extLst xmlns:a="http://schemas.openxmlformats.org/drawingml/2006/main">
              <a:ext uri="{FF2B5EF4-FFF2-40B4-BE49-F238E27FC236}">
                <a16:creationId xmlns:a16="http://schemas.microsoft.com/office/drawing/2014/main" id="{543FE063-BBAD-4286-A442-503F1A4EC891}"/>
              </a:ext>
            </a:extLst>
          </p:cNvPr>
          <p:cNvSpPr>
            <a:spLocks xmlns:a="http://schemas.openxmlformats.org/drawingml/2006/main" noGrp="1"/>
          </p:cNvSpPr>
          <p:nvPr/>
        </p:nvSpPr>
        <p:spPr>
          <a:xfrm xmlns:a="http://schemas.openxmlformats.org/drawingml/2006/main">
            <a:off x="952500" y="35814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132238"/>
                </a:solidFill>
                <a:latin typeface="Noto Sans CJK KR"/>
                <a:ea typeface="Noto Sans CJK KR"/>
                <a:cs typeface="Noto Sans CJK KR"/>
              </a:defRPr>
            </a:pPr>
            <a:r>
              <a:rPr sz="1125" b="1">
                <a:solidFill>
                  <a:srgbClr val="132238"/>
                </a:solidFill>
                <a:latin typeface="Noto Sans CJK KR"/>
                <a:ea typeface="Noto Sans CJK KR"/>
                <a:cs typeface="Noto Sans CJK KR"/>
              </a:rPr>
              <a:t>고정 사실</a:t>
            </a:r>
          </a:p>
        </p:txBody>
      </p:sp>
      <p:sp>
        <p:nvSpPr>
          <p:cNvPr id="25" name="">
            <a:extLst xmlns:a="http://schemas.openxmlformats.org/drawingml/2006/main">
              <a:ext uri="{FF2B5EF4-FFF2-40B4-BE49-F238E27FC236}">
                <a16:creationId xmlns:a16="http://schemas.microsoft.com/office/drawing/2014/main" id="{A59223A8-D66C-4AB2-8630-19A8648D084E}"/>
              </a:ext>
            </a:extLst>
          </p:cNvPr>
          <p:cNvSpPr>
            <a:spLocks xmlns:a="http://schemas.openxmlformats.org/drawingml/2006/main" noGrp="1"/>
          </p:cNvSpPr>
          <p:nvPr/>
        </p:nvSpPr>
        <p:spPr>
          <a:xfrm xmlns:a="http://schemas.openxmlformats.org/drawingml/2006/main">
            <a:off x="1924050" y="3581400"/>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공고마다 회사 주소·면허·실적을 바꾸지 않음</a:t>
            </a:r>
          </a:p>
        </p:txBody>
      </p:sp>
      <p:sp>
        <p:nvSpPr>
          <p:cNvPr id="26" name="">
            <a:extLst xmlns:a="http://schemas.openxmlformats.org/drawingml/2006/main">
              <a:ext uri="{FF2B5EF4-FFF2-40B4-BE49-F238E27FC236}">
                <a16:creationId xmlns:a16="http://schemas.microsoft.com/office/drawing/2014/main" id="{88A21315-6C60-41E4-935F-7F3D7DAC74BF}"/>
              </a:ext>
            </a:extLst>
          </p:cNvPr>
          <p:cNvSpPr>
            <a:spLocks xmlns:a="http://schemas.openxmlformats.org/drawingml/2006/main" noGrp="1"/>
          </p:cNvSpPr>
          <p:nvPr/>
        </p:nvSpPr>
        <p:spPr>
          <a:xfrm xmlns:a="http://schemas.openxmlformats.org/drawingml/2006/main">
            <a:off x="6105525" y="3581400"/>
            <a:ext cx="19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2F6BFF"/>
                </a:solidFill>
                <a:latin typeface="Noto Sans CJK KR"/>
                <a:ea typeface="Noto Sans CJK KR"/>
                <a:cs typeface="Noto Sans CJK KR"/>
              </a:defRPr>
            </a:pPr>
            <a:r>
              <a:rPr sz="1050" b="1">
                <a:solidFill>
                  <a:srgbClr val="2F6BFF"/>
                </a:solidFill>
                <a:latin typeface="Noto Sans CJK KR"/>
                <a:ea typeface="Noto Sans CJK KR"/>
                <a:cs typeface="Noto Sans CJK KR"/>
              </a:rPr>
              <a:t>●</a:t>
            </a:r>
          </a:p>
        </p:txBody>
      </p:sp>
      <p:sp>
        <p:nvSpPr>
          <p:cNvPr id="27" name="">
            <a:extLst xmlns:a="http://schemas.openxmlformats.org/drawingml/2006/main">
              <a:ext uri="{FF2B5EF4-FFF2-40B4-BE49-F238E27FC236}">
                <a16:creationId xmlns:a16="http://schemas.microsoft.com/office/drawing/2014/main" id="{01B98E88-B372-4763-810B-2A233CA24C22}"/>
              </a:ext>
            </a:extLst>
          </p:cNvPr>
          <p:cNvSpPr>
            <a:spLocks xmlns:a="http://schemas.openxmlformats.org/drawingml/2006/main" noGrp="1"/>
          </p:cNvSpPr>
          <p:nvPr/>
        </p:nvSpPr>
        <p:spPr>
          <a:xfrm xmlns:a="http://schemas.openxmlformats.org/drawingml/2006/main">
            <a:off x="6334125" y="35814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132238"/>
                </a:solidFill>
                <a:latin typeface="Noto Sans CJK KR"/>
                <a:ea typeface="Noto Sans CJK KR"/>
                <a:cs typeface="Noto Sans CJK KR"/>
              </a:defRPr>
            </a:pPr>
            <a:r>
              <a:rPr sz="1125" b="1">
                <a:solidFill>
                  <a:srgbClr val="132238"/>
                </a:solidFill>
                <a:latin typeface="Noto Sans CJK KR"/>
                <a:ea typeface="Noto Sans CJK KR"/>
                <a:cs typeface="Noto Sans CJK KR"/>
              </a:rPr>
              <a:t>경계 사례</a:t>
            </a:r>
          </a:p>
        </p:txBody>
      </p:sp>
      <p:sp>
        <p:nvSpPr>
          <p:cNvPr id="28" name="">
            <a:extLst xmlns:a="http://schemas.openxmlformats.org/drawingml/2006/main">
              <a:ext uri="{FF2B5EF4-FFF2-40B4-BE49-F238E27FC236}">
                <a16:creationId xmlns:a16="http://schemas.microsoft.com/office/drawing/2014/main" id="{569939CC-4A88-4780-9799-E1016C8A8285}"/>
              </a:ext>
            </a:extLst>
          </p:cNvPr>
          <p:cNvSpPr>
            <a:spLocks xmlns:a="http://schemas.openxmlformats.org/drawingml/2006/main" noGrp="1"/>
          </p:cNvSpPr>
          <p:nvPr/>
        </p:nvSpPr>
        <p:spPr>
          <a:xfrm xmlns:a="http://schemas.openxmlformats.org/drawingml/2006/main">
            <a:off x="7305675" y="3581400"/>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69,999,999원 vs 70,000,000원처럼 임계값을 보존</a:t>
            </a:r>
          </a:p>
        </p:txBody>
      </p:sp>
      <p:sp>
        <p:nvSpPr>
          <p:cNvPr id="29" name="">
            <a:extLst xmlns:a="http://schemas.openxmlformats.org/drawingml/2006/main">
              <a:ext uri="{FF2B5EF4-FFF2-40B4-BE49-F238E27FC236}">
                <a16:creationId xmlns:a16="http://schemas.microsoft.com/office/drawing/2014/main" id="{83169ACA-4EF2-4A47-AF25-FF8C24913C10}"/>
              </a:ext>
            </a:extLst>
          </p:cNvPr>
          <p:cNvSpPr>
            <a:spLocks xmlns:a="http://schemas.openxmlformats.org/drawingml/2006/main" noGrp="1"/>
          </p:cNvSpPr>
          <p:nvPr/>
        </p:nvSpPr>
        <p:spPr>
          <a:xfrm xmlns:a="http://schemas.openxmlformats.org/drawingml/2006/main">
            <a:off x="723900" y="4095750"/>
            <a:ext cx="19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119C8B"/>
                </a:solidFill>
                <a:latin typeface="Noto Sans CJK KR"/>
                <a:ea typeface="Noto Sans CJK KR"/>
                <a:cs typeface="Noto Sans CJK KR"/>
              </a:defRPr>
            </a:pPr>
            <a:r>
              <a:rPr sz="1050" b="1">
                <a:solidFill>
                  <a:srgbClr val="119C8B"/>
                </a:solidFill>
                <a:latin typeface="Noto Sans CJK KR"/>
                <a:ea typeface="Noto Sans CJK KR"/>
                <a:cs typeface="Noto Sans CJK KR"/>
              </a:rPr>
              <a:t>●</a:t>
            </a:r>
          </a:p>
        </p:txBody>
      </p:sp>
      <p:sp>
        <p:nvSpPr>
          <p:cNvPr id="30" name="">
            <a:extLst xmlns:a="http://schemas.openxmlformats.org/drawingml/2006/main">
              <a:ext uri="{FF2B5EF4-FFF2-40B4-BE49-F238E27FC236}">
                <a16:creationId xmlns:a16="http://schemas.microsoft.com/office/drawing/2014/main" id="{AC20B4FC-E3C0-4A32-884A-A4D00DED2F67}"/>
              </a:ext>
            </a:extLst>
          </p:cNvPr>
          <p:cNvSpPr>
            <a:spLocks xmlns:a="http://schemas.openxmlformats.org/drawingml/2006/main" noGrp="1"/>
          </p:cNvSpPr>
          <p:nvPr/>
        </p:nvSpPr>
        <p:spPr>
          <a:xfrm xmlns:a="http://schemas.openxmlformats.org/drawingml/2006/main">
            <a:off x="952500" y="40957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132238"/>
                </a:solidFill>
                <a:latin typeface="Noto Sans CJK KR"/>
                <a:ea typeface="Noto Sans CJK KR"/>
                <a:cs typeface="Noto Sans CJK KR"/>
              </a:defRPr>
            </a:pPr>
            <a:r>
              <a:rPr sz="1125" b="1">
                <a:solidFill>
                  <a:srgbClr val="132238"/>
                </a:solidFill>
                <a:latin typeface="Noto Sans CJK KR"/>
                <a:ea typeface="Noto Sans CJK KR"/>
                <a:cs typeface="Noto Sans CJK KR"/>
              </a:rPr>
              <a:t>증빙 상태</a:t>
            </a:r>
          </a:p>
        </p:txBody>
      </p:sp>
      <p:sp>
        <p:nvSpPr>
          <p:cNvPr id="31" name="">
            <a:extLst xmlns:a="http://schemas.openxmlformats.org/drawingml/2006/main">
              <a:ext uri="{FF2B5EF4-FFF2-40B4-BE49-F238E27FC236}">
                <a16:creationId xmlns:a16="http://schemas.microsoft.com/office/drawing/2014/main" id="{A65F7501-A974-4F14-AA8F-FB7712A8E6D0}"/>
              </a:ext>
            </a:extLst>
          </p:cNvPr>
          <p:cNvSpPr>
            <a:spLocks xmlns:a="http://schemas.openxmlformats.org/drawingml/2006/main" noGrp="1"/>
          </p:cNvSpPr>
          <p:nvPr/>
        </p:nvSpPr>
        <p:spPr>
          <a:xfrm xmlns:a="http://schemas.openxmlformats.org/drawingml/2006/main">
            <a:off x="1924050" y="4095750"/>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금액이 있어도 missing 증빙은 인정으로 승격하지 않음</a:t>
            </a:r>
          </a:p>
        </p:txBody>
      </p:sp>
      <p:sp>
        <p:nvSpPr>
          <p:cNvPr id="32" name="">
            <a:extLst xmlns:a="http://schemas.openxmlformats.org/drawingml/2006/main">
              <a:ext uri="{FF2B5EF4-FFF2-40B4-BE49-F238E27FC236}">
                <a16:creationId xmlns:a16="http://schemas.microsoft.com/office/drawing/2014/main" id="{66BB97B7-99B8-48C9-AB4F-01DD0F13EF03}"/>
              </a:ext>
            </a:extLst>
          </p:cNvPr>
          <p:cNvSpPr>
            <a:spLocks xmlns:a="http://schemas.openxmlformats.org/drawingml/2006/main" noGrp="1"/>
          </p:cNvSpPr>
          <p:nvPr/>
        </p:nvSpPr>
        <p:spPr>
          <a:xfrm xmlns:a="http://schemas.openxmlformats.org/drawingml/2006/main">
            <a:off x="6105525" y="4095750"/>
            <a:ext cx="19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119C8B"/>
                </a:solidFill>
                <a:latin typeface="Noto Sans CJK KR"/>
                <a:ea typeface="Noto Sans CJK KR"/>
                <a:cs typeface="Noto Sans CJK KR"/>
              </a:defRPr>
            </a:pPr>
            <a:r>
              <a:rPr sz="1050" b="1">
                <a:solidFill>
                  <a:srgbClr val="119C8B"/>
                </a:solidFill>
                <a:latin typeface="Noto Sans CJK KR"/>
                <a:ea typeface="Noto Sans CJK KR"/>
                <a:cs typeface="Noto Sans CJK KR"/>
              </a:rPr>
              <a:t>●</a:t>
            </a:r>
          </a:p>
        </p:txBody>
      </p:sp>
      <p:sp>
        <p:nvSpPr>
          <p:cNvPr id="33" name="">
            <a:extLst xmlns:a="http://schemas.openxmlformats.org/drawingml/2006/main">
              <a:ext uri="{FF2B5EF4-FFF2-40B4-BE49-F238E27FC236}">
                <a16:creationId xmlns:a16="http://schemas.microsoft.com/office/drawing/2014/main" id="{F9425B28-CF90-4AEB-9812-114C2098A204}"/>
              </a:ext>
            </a:extLst>
          </p:cNvPr>
          <p:cNvSpPr>
            <a:spLocks xmlns:a="http://schemas.openxmlformats.org/drawingml/2006/main" noGrp="1"/>
          </p:cNvSpPr>
          <p:nvPr/>
        </p:nvSpPr>
        <p:spPr>
          <a:xfrm xmlns:a="http://schemas.openxmlformats.org/drawingml/2006/main">
            <a:off x="6334125" y="40957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132238"/>
                </a:solidFill>
                <a:latin typeface="Noto Sans CJK KR"/>
                <a:ea typeface="Noto Sans CJK KR"/>
                <a:cs typeface="Noto Sans CJK KR"/>
              </a:defRPr>
            </a:pPr>
            <a:r>
              <a:rPr sz="1125" b="1">
                <a:solidFill>
                  <a:srgbClr val="132238"/>
                </a:solidFill>
                <a:latin typeface="Noto Sans CJK KR"/>
                <a:ea typeface="Noto Sans CJK KR"/>
                <a:cs typeface="Noto Sans CJK KR"/>
              </a:rPr>
              <a:t>시간 상태</a:t>
            </a:r>
          </a:p>
        </p:txBody>
      </p:sp>
      <p:sp>
        <p:nvSpPr>
          <p:cNvPr id="34" name="">
            <a:extLst xmlns:a="http://schemas.openxmlformats.org/drawingml/2006/main">
              <a:ext uri="{FF2B5EF4-FFF2-40B4-BE49-F238E27FC236}">
                <a16:creationId xmlns:a16="http://schemas.microsoft.com/office/drawing/2014/main" id="{78D48C65-C87A-411A-8B1A-A90545E526DC}"/>
              </a:ext>
            </a:extLst>
          </p:cNvPr>
          <p:cNvSpPr>
            <a:spLocks xmlns:a="http://schemas.openxmlformats.org/drawingml/2006/main" noGrp="1"/>
          </p:cNvSpPr>
          <p:nvPr/>
        </p:nvSpPr>
        <p:spPr>
          <a:xfrm xmlns:a="http://schemas.openxmlformats.org/drawingml/2006/main">
            <a:off x="7305675" y="4095750"/>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인증 유효기간·재직·기존 배치·잔여 FTE를 기준일로 계산</a:t>
            </a:r>
          </a:p>
        </p:txBody>
      </p:sp>
      <p:sp>
        <p:nvSpPr>
          <p:cNvPr id="35" name="">
            <a:extLst xmlns:a="http://schemas.openxmlformats.org/drawingml/2006/main">
              <a:ext uri="{FF2B5EF4-FFF2-40B4-BE49-F238E27FC236}">
                <a16:creationId xmlns:a16="http://schemas.microsoft.com/office/drawing/2014/main" id="{0D9FB8FF-F9CD-49B8-ACEC-85F81EC98491}"/>
              </a:ext>
            </a:extLst>
          </p:cNvPr>
          <p:cNvSpPr>
            <a:spLocks xmlns:a="http://schemas.openxmlformats.org/drawingml/2006/main" noGrp="1"/>
          </p:cNvSpPr>
          <p:nvPr/>
        </p:nvSpPr>
        <p:spPr>
          <a:xfrm xmlns:a="http://schemas.openxmlformats.org/drawingml/2006/main">
            <a:off x="723900" y="4610100"/>
            <a:ext cx="19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F29B38"/>
                </a:solidFill>
                <a:latin typeface="Noto Sans CJK KR"/>
                <a:ea typeface="Noto Sans CJK KR"/>
                <a:cs typeface="Noto Sans CJK KR"/>
              </a:defRPr>
            </a:pPr>
            <a:r>
              <a:rPr sz="1050" b="1">
                <a:solidFill>
                  <a:srgbClr val="F29B38"/>
                </a:solidFill>
                <a:latin typeface="Noto Sans CJK KR"/>
                <a:ea typeface="Noto Sans CJK KR"/>
                <a:cs typeface="Noto Sans CJK KR"/>
              </a:rPr>
              <a:t>●</a:t>
            </a:r>
          </a:p>
        </p:txBody>
      </p:sp>
      <p:sp>
        <p:nvSpPr>
          <p:cNvPr id="36" name="">
            <a:extLst xmlns:a="http://schemas.openxmlformats.org/drawingml/2006/main">
              <a:ext uri="{FF2B5EF4-FFF2-40B4-BE49-F238E27FC236}">
                <a16:creationId xmlns:a16="http://schemas.microsoft.com/office/drawing/2014/main" id="{E5431BF2-DDBA-4F87-AED6-8F9CAC0DA983}"/>
              </a:ext>
            </a:extLst>
          </p:cNvPr>
          <p:cNvSpPr>
            <a:spLocks xmlns:a="http://schemas.openxmlformats.org/drawingml/2006/main" noGrp="1"/>
          </p:cNvSpPr>
          <p:nvPr/>
        </p:nvSpPr>
        <p:spPr>
          <a:xfrm xmlns:a="http://schemas.openxmlformats.org/drawingml/2006/main">
            <a:off x="952500" y="46101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132238"/>
                </a:solidFill>
                <a:latin typeface="Noto Sans CJK KR"/>
                <a:ea typeface="Noto Sans CJK KR"/>
                <a:cs typeface="Noto Sans CJK KR"/>
              </a:defRPr>
            </a:pPr>
            <a:r>
              <a:rPr sz="1125" b="1">
                <a:solidFill>
                  <a:srgbClr val="132238"/>
                </a:solidFill>
                <a:latin typeface="Noto Sans CJK KR"/>
                <a:ea typeface="Noto Sans CJK KR"/>
                <a:cs typeface="Noto Sans CJK KR"/>
              </a:rPr>
              <a:t>격리</a:t>
            </a:r>
          </a:p>
        </p:txBody>
      </p:sp>
      <p:sp>
        <p:nvSpPr>
          <p:cNvPr id="37" name="">
            <a:extLst xmlns:a="http://schemas.openxmlformats.org/drawingml/2006/main">
              <a:ext uri="{FF2B5EF4-FFF2-40B4-BE49-F238E27FC236}">
                <a16:creationId xmlns:a16="http://schemas.microsoft.com/office/drawing/2014/main" id="{68A5F8EC-E1F5-45F2-9DCE-0A7C7265A38A}"/>
              </a:ext>
            </a:extLst>
          </p:cNvPr>
          <p:cNvSpPr>
            <a:spLocks xmlns:a="http://schemas.openxmlformats.org/drawingml/2006/main" noGrp="1"/>
          </p:cNvSpPr>
          <p:nvPr/>
        </p:nvSpPr>
        <p:spPr>
          <a:xfrm xmlns:a="http://schemas.openxmlformats.org/drawingml/2006/main">
            <a:off x="1924050" y="4610100"/>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평가 기대답과 라벨을 검색 문서에 복사하지 않음</a:t>
            </a:r>
          </a:p>
        </p:txBody>
      </p:sp>
      <p:sp>
        <p:nvSpPr>
          <p:cNvPr id="38" name="">
            <a:extLst xmlns:a="http://schemas.openxmlformats.org/drawingml/2006/main">
              <a:ext uri="{FF2B5EF4-FFF2-40B4-BE49-F238E27FC236}">
                <a16:creationId xmlns:a16="http://schemas.microsoft.com/office/drawing/2014/main" id="{BD1F6177-A9F7-4847-A035-CD9555B55519}"/>
              </a:ext>
            </a:extLst>
          </p:cNvPr>
          <p:cNvSpPr>
            <a:spLocks xmlns:a="http://schemas.openxmlformats.org/drawingml/2006/main" noGrp="1"/>
          </p:cNvSpPr>
          <p:nvPr/>
        </p:nvSpPr>
        <p:spPr>
          <a:xfrm xmlns:a="http://schemas.openxmlformats.org/drawingml/2006/main">
            <a:off x="6105525" y="4610100"/>
            <a:ext cx="19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F29B38"/>
                </a:solidFill>
                <a:latin typeface="Noto Sans CJK KR"/>
                <a:ea typeface="Noto Sans CJK KR"/>
                <a:cs typeface="Noto Sans CJK KR"/>
              </a:defRPr>
            </a:pPr>
            <a:r>
              <a:rPr sz="1050" b="1">
                <a:solidFill>
                  <a:srgbClr val="F29B38"/>
                </a:solidFill>
                <a:latin typeface="Noto Sans CJK KR"/>
                <a:ea typeface="Noto Sans CJK KR"/>
                <a:cs typeface="Noto Sans CJK KR"/>
              </a:rPr>
              <a:t>●</a:t>
            </a:r>
          </a:p>
        </p:txBody>
      </p:sp>
      <p:sp>
        <p:nvSpPr>
          <p:cNvPr id="39" name="">
            <a:extLst xmlns:a="http://schemas.openxmlformats.org/drawingml/2006/main">
              <a:ext uri="{FF2B5EF4-FFF2-40B4-BE49-F238E27FC236}">
                <a16:creationId xmlns:a16="http://schemas.microsoft.com/office/drawing/2014/main" id="{D931C872-22DE-4158-97F9-CDE21705D0F0}"/>
              </a:ext>
            </a:extLst>
          </p:cNvPr>
          <p:cNvSpPr>
            <a:spLocks xmlns:a="http://schemas.openxmlformats.org/drawingml/2006/main" noGrp="1"/>
          </p:cNvSpPr>
          <p:nvPr/>
        </p:nvSpPr>
        <p:spPr>
          <a:xfrm xmlns:a="http://schemas.openxmlformats.org/drawingml/2006/main">
            <a:off x="6334125" y="46101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132238"/>
                </a:solidFill>
                <a:latin typeface="Noto Sans CJK KR"/>
                <a:ea typeface="Noto Sans CJK KR"/>
                <a:cs typeface="Noto Sans CJK KR"/>
              </a:defRPr>
            </a:pPr>
            <a:r>
              <a:rPr sz="1125" b="1">
                <a:solidFill>
                  <a:srgbClr val="132238"/>
                </a:solidFill>
                <a:latin typeface="Noto Sans CJK KR"/>
                <a:ea typeface="Noto Sans CJK KR"/>
                <a:cs typeface="Noto Sans CJK KR"/>
              </a:rPr>
              <a:t>보안</a:t>
            </a:r>
          </a:p>
        </p:txBody>
      </p:sp>
      <p:sp>
        <p:nvSpPr>
          <p:cNvPr id="40" name="">
            <a:extLst xmlns:a="http://schemas.openxmlformats.org/drawingml/2006/main">
              <a:ext uri="{FF2B5EF4-FFF2-40B4-BE49-F238E27FC236}">
                <a16:creationId xmlns:a16="http://schemas.microsoft.com/office/drawing/2014/main" id="{C90C7FB7-7F78-41DF-AC72-7621AED229DC}"/>
              </a:ext>
            </a:extLst>
          </p:cNvPr>
          <p:cNvSpPr>
            <a:spLocks xmlns:a="http://schemas.openxmlformats.org/drawingml/2006/main" noGrp="1"/>
          </p:cNvSpPr>
          <p:nvPr/>
        </p:nvSpPr>
        <p:spPr>
          <a:xfrm xmlns:a="http://schemas.openxmlformats.org/drawingml/2006/main">
            <a:off x="7305675" y="4610100"/>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L2와 L3를 분리하고 tenant·역할을 문서 메타데이터로 고정</a:t>
            </a:r>
          </a:p>
        </p:txBody>
      </p:sp>
      <p:sp>
        <p:nvSpPr>
          <p:cNvPr id="41" name="">
            <a:extLst xmlns:a="http://schemas.openxmlformats.org/drawingml/2006/main">
              <a:ext uri="{FF2B5EF4-FFF2-40B4-BE49-F238E27FC236}">
                <a16:creationId xmlns:a16="http://schemas.microsoft.com/office/drawing/2014/main" id="{3FE64DC0-3F1B-4325-9018-27A4D0A443D8}"/>
              </a:ext>
            </a:extLst>
          </p:cNvPr>
          <p:cNvSpPr>
            <a:spLocks xmlns:a="http://schemas.openxmlformats.org/drawingml/2006/main" noGrp="1"/>
          </p:cNvSpPr>
          <p:nvPr/>
        </p:nvSpPr>
        <p:spPr>
          <a:xfrm xmlns:a="http://schemas.openxmlformats.org/drawingml/2006/main">
            <a:off x="514350" y="5753100"/>
            <a:ext cx="11163300" cy="447675"/>
          </a:xfrm>
          <a:prstGeom xmlns:a="http://schemas.openxmlformats.org/drawingml/2006/main" prst="roundRect">
            <a:avLst>
              <a:gd name="adj" fmla="val 17021"/>
            </a:avLst>
          </a:prstGeom>
          <a:solidFill xmlns:a="http://schemas.openxmlformats.org/drawingml/2006/main">
            <a:srgbClr val="183B5B"/>
          </a:solidFill>
          <a:ln xmlns:a="http://schemas.openxmlformats.org/drawingml/2006/main" w="9525">
            <a:solidFill>
              <a:srgbClr val="183B5B"/>
            </a:solidFill>
          </a:ln>
        </p:spPr>
      </p:sp>
      <p:sp>
        <p:nvSpPr>
          <p:cNvPr id="42" name="">
            <a:extLst xmlns:a="http://schemas.openxmlformats.org/drawingml/2006/main">
              <a:ext uri="{FF2B5EF4-FFF2-40B4-BE49-F238E27FC236}">
                <a16:creationId xmlns:a16="http://schemas.microsoft.com/office/drawing/2014/main" id="{61713755-7780-4FC4-B378-B5BCA2A065AD}"/>
              </a:ext>
            </a:extLst>
          </p:cNvPr>
          <p:cNvSpPr>
            <a:spLocks xmlns:a="http://schemas.openxmlformats.org/drawingml/2006/main" noGrp="1"/>
          </p:cNvSpPr>
          <p:nvPr/>
        </p:nvSpPr>
        <p:spPr>
          <a:xfrm xmlns:a="http://schemas.openxmlformats.org/drawingml/2006/main">
            <a:off x="685800" y="58674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FFFFFF"/>
                </a:solidFill>
                <a:latin typeface="Noto Sans CJK KR"/>
                <a:ea typeface="Noto Sans CJK KR"/>
                <a:cs typeface="Noto Sans CJK KR"/>
              </a:defRPr>
            </a:pPr>
            <a:r>
              <a:rPr sz="1350" b="1">
                <a:solidFill>
                  <a:srgbClr val="FFFFFF"/>
                </a:solidFill>
                <a:latin typeface="Noto Sans CJK KR"/>
                <a:ea typeface="Noto Sans CJK KR"/>
                <a:cs typeface="Noto Sans CJK KR"/>
              </a:rPr>
              <a:t>합성 데이터를 사용해 실제 기업 기밀 없이도 권한·경계값·자료부족 시나리오를 반복 검증</a:t>
            </a:r>
          </a:p>
        </p:txBody>
      </p:sp>
      <p:sp>
        <p:nvSpPr>
          <p:cNvPr id="43" name="">
            <a:extLst xmlns:a="http://schemas.openxmlformats.org/drawingml/2006/main">
              <a:ext uri="{FF2B5EF4-FFF2-40B4-BE49-F238E27FC236}">
                <a16:creationId xmlns:a16="http://schemas.microsoft.com/office/drawing/2014/main" id="{4359F9DB-AA8B-48FC-B420-E374E521C667}"/>
              </a:ext>
            </a:extLst>
          </p:cNvPr>
          <p:cNvSpPr>
            <a:spLocks xmlns:a="http://schemas.openxmlformats.org/drawingml/2006/main" noGrp="1"/>
          </p:cNvSpPr>
          <p:nvPr/>
        </p:nvSpPr>
        <p:spPr>
          <a:xfrm xmlns:a="http://schemas.openxmlformats.org/drawingml/2006/main">
            <a:off x="514350" y="6353175"/>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44" name="">
            <a:extLst xmlns:a="http://schemas.openxmlformats.org/drawingml/2006/main">
              <a:ext uri="{FF2B5EF4-FFF2-40B4-BE49-F238E27FC236}">
                <a16:creationId xmlns:a16="http://schemas.microsoft.com/office/drawing/2014/main" id="{CEEEECD8-952B-4C41-9FD0-B4AF2D2F6A76}"/>
              </a:ext>
            </a:extLst>
          </p:cNvPr>
          <p:cNvSpPr>
            <a:spLocks xmlns:a="http://schemas.openxmlformats.org/drawingml/2006/main" noGrp="1"/>
          </p:cNvSpPr>
          <p:nvPr/>
        </p:nvSpPr>
        <p:spPr>
          <a:xfrm xmlns:a="http://schemas.openxmlformats.org/drawingml/2006/main">
            <a:off x="533400" y="6457950"/>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0">
                <a:solidFill>
                  <a:srgbClr val="52657A"/>
                </a:solidFill>
                <a:latin typeface="Noto Sans CJK KR"/>
                <a:ea typeface="Noto Sans CJK KR"/>
                <a:cs typeface="Noto Sans CJK KR"/>
              </a:defRPr>
            </a:pPr>
            <a:r>
              <a:rPr sz="825" b="0">
                <a:solidFill>
                  <a:srgbClr val="52657A"/>
                </a:solidFill>
                <a:latin typeface="Noto Sans CJK KR"/>
                <a:ea typeface="Noto Sans CJK KR"/>
                <a:cs typeface="Noto Sans CJK KR"/>
              </a:rPr>
              <a:t>자동검사 32개 통과 · 접근 규칙 20개 사례 통과 · 사람 승인 pending</a:t>
            </a:r>
          </a:p>
        </p:txBody>
      </p:sp>
      <p:sp>
        <p:nvSpPr>
          <p:cNvPr id="45" name="">
            <a:extLst xmlns:a="http://schemas.openxmlformats.org/drawingml/2006/main">
              <a:ext uri="{FF2B5EF4-FFF2-40B4-BE49-F238E27FC236}">
                <a16:creationId xmlns:a16="http://schemas.microsoft.com/office/drawing/2014/main" id="{BC24EAED-4E89-4E77-8DDE-00D5CF0C7EE2}"/>
              </a:ext>
            </a:extLst>
          </p:cNvPr>
          <p:cNvSpPr>
            <a:spLocks xmlns:a="http://schemas.openxmlformats.org/drawingml/2006/main" noGrp="1"/>
          </p:cNvSpPr>
          <p:nvPr/>
        </p:nvSpPr>
        <p:spPr>
          <a:xfrm xmlns:a="http://schemas.openxmlformats.org/drawingml/2006/main">
            <a:off x="10001250" y="6457950"/>
            <a:ext cx="1676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1">
                <a:solidFill>
                  <a:srgbClr val="183B5B"/>
                </a:solidFill>
                <a:latin typeface="Noto Sans CJK KR"/>
                <a:ea typeface="Noto Sans CJK KR"/>
                <a:cs typeface="Noto Sans CJK KR"/>
              </a:defRPr>
            </a:pPr>
            <a:r>
              <a:rPr sz="825" b="1">
                <a:solidFill>
                  <a:srgbClr val="183B5B"/>
                </a:solidFill>
                <a:latin typeface="Noto Sans CJK KR"/>
                <a:ea typeface="Noto Sans CJK KR"/>
                <a:cs typeface="Noto Sans CJK KR"/>
              </a:rPr>
              <a:t>ASTRA · ko-LettuceDetect</a:t>
            </a:r>
          </a:p>
        </p:txBody>
      </p:sp>
    </p:spTree>
    <p:extLst>
      <p:ext uri="{BB962C8B-B14F-4D97-AF65-F5344CB8AC3E}">
        <p14:creationId xmlns:p14="http://schemas.microsoft.com/office/powerpoint/2010/main" val="852013982"/>
      </p:ext>
    </p:extLst>
  </p:cSld>
</p:sld>
</file>

<file path=ppt/slides/slide1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E6AF99C-F7F2-4AE3-AB7D-0DBD2CFD84D7}"/>
              </a:ext>
            </a:extLst>
          </p:cNvPr>
          <p:cNvSpPr>
            <a:spLocks xmlns:a="http://schemas.openxmlformats.org/drawingml/2006/main" noGrp="1"/>
          </p:cNvSpPr>
          <p:nvPr/>
        </p:nvSpPr>
        <p:spPr>
          <a:xfrm xmlns:a="http://schemas.openxmlformats.org/drawingml/2006/main">
            <a:off x="5143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119C8B"/>
                </a:solidFill>
                <a:latin typeface="Noto Sans CJK KR"/>
                <a:ea typeface="Noto Sans CJK KR"/>
                <a:cs typeface="Noto Sans CJK KR"/>
              </a:defRPr>
            </a:pPr>
            <a:r>
              <a:rPr sz="975" b="1">
                <a:solidFill>
                  <a:srgbClr val="119C8B"/>
                </a:solidFill>
                <a:latin typeface="Noto Sans CJK KR"/>
                <a:ea typeface="Noto Sans CJK KR"/>
                <a:cs typeface="Noto Sans CJK KR"/>
              </a:rPr>
              <a:t>데이터 구축</a:t>
            </a:r>
          </a:p>
        </p:txBody>
      </p:sp>
      <p:sp>
        <p:nvSpPr>
          <p:cNvPr id="2" name="">
            <a:extLst xmlns:a="http://schemas.openxmlformats.org/drawingml/2006/main">
              <a:ext uri="{FF2B5EF4-FFF2-40B4-BE49-F238E27FC236}">
                <a16:creationId xmlns:a16="http://schemas.microsoft.com/office/drawing/2014/main" id="{E18BDB5B-DADC-49DE-B976-E08E2AB1B9EE}"/>
              </a:ext>
            </a:extLst>
          </p:cNvPr>
          <p:cNvSpPr>
            <a:spLocks xmlns:a="http://schemas.openxmlformats.org/drawingml/2006/main" noGrp="1"/>
          </p:cNvSpPr>
          <p:nvPr/>
        </p:nvSpPr>
        <p:spPr>
          <a:xfrm xmlns:a="http://schemas.openxmlformats.org/drawingml/2006/main">
            <a:off x="514350" y="457200"/>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132238"/>
                </a:solidFill>
                <a:latin typeface="Noto Sans CJK KR"/>
                <a:ea typeface="Noto Sans CJK KR"/>
                <a:cs typeface="Noto Sans CJK KR"/>
              </a:defRPr>
            </a:pPr>
            <a:r>
              <a:rPr sz="2325" b="1">
                <a:solidFill>
                  <a:srgbClr val="132238"/>
                </a:solidFill>
                <a:latin typeface="Noto Sans CJK KR"/>
                <a:ea typeface="Noto Sans CJK KR"/>
                <a:cs typeface="Noto Sans CJK KR"/>
              </a:rPr>
              <a:t>기업마다 강점과 제약을 다르게 설계했다</a:t>
            </a:r>
          </a:p>
        </p:txBody>
      </p:sp>
      <p:sp>
        <p:nvSpPr>
          <p:cNvPr id="3" name="">
            <a:extLst xmlns:a="http://schemas.openxmlformats.org/drawingml/2006/main">
              <a:ext uri="{FF2B5EF4-FFF2-40B4-BE49-F238E27FC236}">
                <a16:creationId xmlns:a16="http://schemas.microsoft.com/office/drawing/2014/main" id="{7FCF0597-3D8B-41C5-B40C-1710CA4F0EB6}"/>
              </a:ext>
            </a:extLst>
          </p:cNvPr>
          <p:cNvSpPr>
            <a:spLocks xmlns:a="http://schemas.openxmlformats.org/drawingml/2006/main" noGrp="1"/>
          </p:cNvSpPr>
          <p:nvPr/>
        </p:nvSpPr>
        <p:spPr>
          <a:xfrm xmlns:a="http://schemas.openxmlformats.org/drawingml/2006/main">
            <a:off x="533400" y="923925"/>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2657A"/>
                </a:solidFill>
                <a:latin typeface="Noto Sans CJK KR"/>
                <a:ea typeface="Noto Sans CJK KR"/>
                <a:cs typeface="Noto Sans CJK KR"/>
              </a:defRPr>
            </a:pPr>
            <a:r>
              <a:rPr sz="1200" b="0">
                <a:solidFill>
                  <a:srgbClr val="52657A"/>
                </a:solidFill>
                <a:latin typeface="Noto Sans CJK KR"/>
                <a:ea typeface="Noto Sans CJK KR"/>
                <a:cs typeface="Noto Sans CJK KR"/>
              </a:rPr>
              <a:t>모든 회사를 쉽게 통과시키지 않고, 실제 검토처럼 자료부족과 조건 미충족을 남김</a:t>
            </a:r>
          </a:p>
        </p:txBody>
      </p:sp>
      <p:sp>
        <p:nvSpPr>
          <p:cNvPr id="4" name="">
            <a:extLst xmlns:a="http://schemas.openxmlformats.org/drawingml/2006/main">
              <a:ext uri="{FF2B5EF4-FFF2-40B4-BE49-F238E27FC236}">
                <a16:creationId xmlns:a16="http://schemas.microsoft.com/office/drawing/2014/main" id="{4D51EF0E-9CE8-49F1-BEE2-86477E906D5A}"/>
              </a:ext>
            </a:extLst>
          </p:cNvPr>
          <p:cNvSpPr>
            <a:spLocks xmlns:a="http://schemas.openxmlformats.org/drawingml/2006/main" noGrp="1"/>
          </p:cNvSpPr>
          <p:nvPr/>
        </p:nvSpPr>
        <p:spPr>
          <a:xfrm xmlns:a="http://schemas.openxmlformats.org/drawingml/2006/main">
            <a:off x="514350" y="1257300"/>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5" name="">
            <a:extLst xmlns:a="http://schemas.openxmlformats.org/drawingml/2006/main">
              <a:ext uri="{FF2B5EF4-FFF2-40B4-BE49-F238E27FC236}">
                <a16:creationId xmlns:a16="http://schemas.microsoft.com/office/drawing/2014/main" id="{8620D84B-259E-458C-9BF3-4BD9F3D28E58}"/>
              </a:ext>
            </a:extLst>
          </p:cNvPr>
          <p:cNvSpPr>
            <a:spLocks xmlns:a="http://schemas.openxmlformats.org/drawingml/2006/main" noGrp="1"/>
          </p:cNvSpPr>
          <p:nvPr/>
        </p:nvSpPr>
        <p:spPr>
          <a:xfrm xmlns:a="http://schemas.openxmlformats.org/drawingml/2006/main">
            <a:off x="11201400" y="209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52657A"/>
                </a:solidFill>
                <a:latin typeface="Noto Sans CJK KR"/>
                <a:ea typeface="Noto Sans CJK KR"/>
                <a:cs typeface="Noto Sans CJK KR"/>
              </a:defRPr>
            </a:pPr>
            <a:r>
              <a:rPr sz="975" b="1">
                <a:solidFill>
                  <a:srgbClr val="52657A"/>
                </a:solidFill>
                <a:latin typeface="Noto Sans CJK KR"/>
                <a:ea typeface="Noto Sans CJK KR"/>
                <a:cs typeface="Noto Sans CJK KR"/>
              </a:rPr>
              <a:t>12</a:t>
            </a:r>
          </a:p>
        </p:txBody>
      </p:sp>
      <p:graphicFrame>
        <p:nvGraphicFramePr>
          <p:cNvPr id="20" name=""/>
          <p:cNvGraphicFramePr/>
          <p:nvPr/>
        </p:nvGraphicFramePr>
        <p:xfrm>
          <a:off xmlns:a="http://schemas.openxmlformats.org/drawingml/2006/main" x="514350" y="1504950"/>
          <a:ext xmlns:a="http://schemas.openxmlformats.org/drawingml/2006/main" cx="11163300" cy="3333750"/>
        </p:xfrm>
        <a:graphic xmlns:a="http://schemas.openxmlformats.org/drawingml/2006/main">
          <a:graphicData uri="http://schemas.openxmlformats.org/drawingml/2006/table">
            <a:tbl>
              <a:tblPr/>
              <a:tblGrid>
                <a:gridCol w="1676400"/>
                <a:gridCol w="2000250"/>
                <a:gridCol w="2857500"/>
                <a:gridCol w="4629150"/>
              </a:tblGrid>
              <a:tr h="555625">
                <a:tc>
                  <a:txBody>
                    <a:bodyPr/>
                    <a:lstStyle/>
                    <a:p>
                      <a:r>
                        <a:rPr sz="975" b="1">
                          <a:solidFill>
                            <a:srgbClr val="FFFFFF"/>
                          </a:solidFill>
                          <a:latin typeface="Noto Sans CJK KR"/>
                          <a:ea typeface="Noto Sans CJK KR"/>
                          <a:cs typeface="Noto Sans CJK KR"/>
                        </a:rPr>
                        <a:t>기업</a:t>
                      </a:r>
                    </a:p>
                  </a:txBody>
                  <a:tcPr marL="76200" marR="76200" marT="57150" marB="57150" anchor="ctr">
                    <a:solidFill>
                      <a:srgbClr val="183B5B"/>
                    </a:solidFill>
                  </a:tcPr>
                </a:tc>
                <a:tc>
                  <a:txBody>
                    <a:bodyPr/>
                    <a:lstStyle/>
                    <a:p>
                      <a:r>
                        <a:rPr sz="975" b="1">
                          <a:solidFill>
                            <a:srgbClr val="FFFFFF"/>
                          </a:solidFill>
                          <a:latin typeface="Noto Sans CJK KR"/>
                          <a:ea typeface="Noto Sans CJK KR"/>
                          <a:cs typeface="Noto Sans CJK KR"/>
                        </a:rPr>
                        <a:t>규모·특성</a:t>
                      </a:r>
                    </a:p>
                  </a:txBody>
                  <a:tcPr marL="76200" marR="76200" marT="57150" marB="57150" anchor="ctr">
                    <a:solidFill>
                      <a:srgbClr val="183B5B"/>
                    </a:solidFill>
                  </a:tcPr>
                </a:tc>
                <a:tc>
                  <a:txBody>
                    <a:bodyPr/>
                    <a:lstStyle/>
                    <a:p>
                      <a:r>
                        <a:rPr sz="975" b="1">
                          <a:solidFill>
                            <a:srgbClr val="FFFFFF"/>
                          </a:solidFill>
                          <a:latin typeface="Noto Sans CJK KR"/>
                          <a:ea typeface="Noto Sans CJK KR"/>
                          <a:cs typeface="Noto Sans CJK KR"/>
                        </a:rPr>
                        <a:t>주요 강점</a:t>
                      </a:r>
                    </a:p>
                  </a:txBody>
                  <a:tcPr marL="76200" marR="76200" marT="57150" marB="57150" anchor="ctr">
                    <a:solidFill>
                      <a:srgbClr val="183B5B"/>
                    </a:solidFill>
                  </a:tcPr>
                </a:tc>
                <a:tc>
                  <a:txBody>
                    <a:bodyPr/>
                    <a:lstStyle/>
                    <a:p>
                      <a:r>
                        <a:rPr sz="975" b="1">
                          <a:solidFill>
                            <a:srgbClr val="FFFFFF"/>
                          </a:solidFill>
                          <a:latin typeface="Noto Sans CJK KR"/>
                          <a:ea typeface="Noto Sans CJK KR"/>
                          <a:cs typeface="Noto Sans CJK KR"/>
                        </a:rPr>
                        <a:t>의도적으로 유지한 제약</a:t>
                      </a:r>
                    </a:p>
                  </a:txBody>
                  <a:tcPr marL="76200" marR="76200" marT="57150" marB="57150" anchor="ctr">
                    <a:solidFill>
                      <a:srgbClr val="183B5B"/>
                    </a:solidFill>
                  </a:tcPr>
                </a:tc>
              </a:tr>
              <a:tr h="555625">
                <a:tc>
                  <a:txBody>
                    <a:bodyPr/>
                    <a:lstStyle/>
                    <a:p>
                      <a:r>
                        <a:rPr sz="975">
                          <a:solidFill>
                            <a:srgbClr val="132238"/>
                          </a:solidFill>
                          <a:latin typeface="Noto Sans CJK KR"/>
                          <a:ea typeface="Noto Sans CJK KR"/>
                          <a:cs typeface="Noto Sans CJK KR"/>
                        </a:rPr>
                        <a:t>C01 한빛IT</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소기업 · 웹/포털</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개발 실적·개발 인력</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0036 미보유 · 실적 증빙 missing</a:t>
                      </a:r>
                    </a:p>
                  </a:txBody>
                  <a:tcPr marL="76200" marR="76200" marT="57150" marB="57150" anchor="ctr">
                    <a:solidFill>
                      <a:srgbClr val="FFFFFF"/>
                    </a:solidFill>
                  </a:tcPr>
                </a:tc>
              </a:tr>
              <a:tr h="555625">
                <a:tc>
                  <a:txBody>
                    <a:bodyPr/>
                    <a:lstStyle/>
                    <a:p>
                      <a:r>
                        <a:rPr sz="975">
                          <a:solidFill>
                            <a:srgbClr val="132238"/>
                          </a:solidFill>
                          <a:latin typeface="Noto Sans CJK KR"/>
                          <a:ea typeface="Noto Sans CJK KR"/>
                          <a:cs typeface="Noto Sans CJK KR"/>
                        </a:rPr>
                        <a:t>C02 해온시스템</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소기업 · 유지관리</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운영 경험·현장 대응</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직접생산 만료 · 0.5 FTE 기존 배치 · 확약서 없음</a:t>
                      </a:r>
                    </a:p>
                  </a:txBody>
                  <a:tcPr marL="76200" marR="76200" marT="57150" marB="57150" anchor="ctr">
                    <a:solidFill>
                      <a:srgbClr val="FFFFFF"/>
                    </a:solidFill>
                  </a:tcPr>
                </a:tc>
              </a:tr>
              <a:tr h="555625">
                <a:tc>
                  <a:txBody>
                    <a:bodyPr/>
                    <a:lstStyle/>
                    <a:p>
                      <a:r>
                        <a:rPr sz="975">
                          <a:solidFill>
                            <a:srgbClr val="132238"/>
                          </a:solidFill>
                          <a:latin typeface="Noto Sans CJK KR"/>
                          <a:ea typeface="Noto Sans CJK KR"/>
                          <a:cs typeface="Noto Sans CJK KR"/>
                        </a:rPr>
                        <a:t>C03 인우블록</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소기업 · 소규모 개발</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다역할 인력 구성</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실적 증빙 missing · 공동수급 실패 사례</a:t>
                      </a:r>
                    </a:p>
                  </a:txBody>
                  <a:tcPr marL="76200" marR="76200" marT="57150" marB="57150" anchor="ctr">
                    <a:solidFill>
                      <a:srgbClr val="FFFFFF"/>
                    </a:solidFill>
                  </a:tcPr>
                </a:tc>
              </a:tr>
              <a:tr h="555625">
                <a:tc>
                  <a:txBody>
                    <a:bodyPr/>
                    <a:lstStyle/>
                    <a:p>
                      <a:r>
                        <a:rPr sz="975">
                          <a:solidFill>
                            <a:srgbClr val="132238"/>
                          </a:solidFill>
                          <a:latin typeface="Noto Sans CJK KR"/>
                          <a:ea typeface="Noto Sans CJK KR"/>
                          <a:cs typeface="Noto Sans CJK KR"/>
                        </a:rPr>
                        <a:t>C04 누리클라우드</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소기업 · 클라우드</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클라우드 운영 인력</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회사 ISO와 서비스 CSAP 분리 · 공급권한 없음</a:t>
                      </a:r>
                    </a:p>
                  </a:txBody>
                  <a:tcPr marL="76200" marR="76200" marT="57150" marB="57150" anchor="ctr">
                    <a:solidFill>
                      <a:srgbClr val="FFFFFF"/>
                    </a:solidFill>
                  </a:tcPr>
                </a:tc>
              </a:tr>
              <a:tr h="555625">
                <a:tc>
                  <a:txBody>
                    <a:bodyPr/>
                    <a:lstStyle/>
                    <a:p>
                      <a:r>
                        <a:rPr sz="975">
                          <a:solidFill>
                            <a:srgbClr val="132238"/>
                          </a:solidFill>
                          <a:latin typeface="Noto Sans CJK KR"/>
                          <a:ea typeface="Noto Sans CJK KR"/>
                          <a:cs typeface="Noto Sans CJK KR"/>
                        </a:rPr>
                        <a:t>C05 새온에너지SW</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중기업 · 산업 SW</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장비 연계·제조 도메인</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일부 실적 증빙·전체 장비 견적 없음</a:t>
                      </a:r>
                    </a:p>
                  </a:txBody>
                  <a:tcPr marL="76200" marR="76200" marT="57150" marB="5715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155A09B3-16E2-4923-86C0-0AF703E795DF}"/>
              </a:ext>
            </a:extLst>
          </p:cNvPr>
          <p:cNvSpPr>
            <a:spLocks xmlns:a="http://schemas.openxmlformats.org/drawingml/2006/main" noGrp="1"/>
          </p:cNvSpPr>
          <p:nvPr/>
        </p:nvSpPr>
        <p:spPr>
          <a:xfrm xmlns:a="http://schemas.openxmlformats.org/drawingml/2006/main">
            <a:off x="514350" y="5038725"/>
            <a:ext cx="11163300" cy="552450"/>
          </a:xfrm>
          <a:prstGeom xmlns:a="http://schemas.openxmlformats.org/drawingml/2006/main" prst="roundRect">
            <a:avLst>
              <a:gd name="adj" fmla="val 13793"/>
            </a:avLst>
          </a:prstGeom>
          <a:solidFill xmlns:a="http://schemas.openxmlformats.org/drawingml/2006/main">
            <a:srgbClr val="E9F0FF"/>
          </a:solidFill>
          <a:ln xmlns:a="http://schemas.openxmlformats.org/drawingml/2006/main" w="9525">
            <a:solidFill>
              <a:srgbClr val="B9CDFF"/>
            </a:solidFill>
          </a:ln>
        </p:spPr>
      </p:sp>
      <p:sp>
        <p:nvSpPr>
          <p:cNvPr id="8" name="">
            <a:extLst xmlns:a="http://schemas.openxmlformats.org/drawingml/2006/main">
              <a:ext uri="{FF2B5EF4-FFF2-40B4-BE49-F238E27FC236}">
                <a16:creationId xmlns:a16="http://schemas.microsoft.com/office/drawing/2014/main" id="{307196C7-2937-4BA4-8740-1617B43A13DD}"/>
              </a:ext>
            </a:extLst>
          </p:cNvPr>
          <p:cNvSpPr>
            <a:spLocks xmlns:a="http://schemas.openxmlformats.org/drawingml/2006/main" noGrp="1"/>
          </p:cNvSpPr>
          <p:nvPr/>
        </p:nvSpPr>
        <p:spPr>
          <a:xfrm xmlns:a="http://schemas.openxmlformats.org/drawingml/2006/main">
            <a:off x="685800" y="5181600"/>
            <a:ext cx="114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2F6BFF"/>
                </a:solidFill>
                <a:latin typeface="Noto Sans CJK KR"/>
                <a:ea typeface="Noto Sans CJK KR"/>
                <a:cs typeface="Noto Sans CJK KR"/>
              </a:defRPr>
            </a:pPr>
            <a:r>
              <a:rPr sz="1125" b="1">
                <a:solidFill>
                  <a:srgbClr val="2F6BFF"/>
                </a:solidFill>
                <a:latin typeface="Noto Sans CJK KR"/>
                <a:ea typeface="Noto Sans CJK KR"/>
                <a:cs typeface="Noto Sans CJK KR"/>
              </a:rPr>
              <a:t>생성 결과</a:t>
            </a:r>
          </a:p>
        </p:txBody>
      </p:sp>
      <p:sp>
        <p:nvSpPr>
          <p:cNvPr id="9" name="">
            <a:extLst xmlns:a="http://schemas.openxmlformats.org/drawingml/2006/main">
              <a:ext uri="{FF2B5EF4-FFF2-40B4-BE49-F238E27FC236}">
                <a16:creationId xmlns:a16="http://schemas.microsoft.com/office/drawing/2014/main" id="{1EAE747D-06E0-4475-9DA3-3E8F0B35A4B9}"/>
              </a:ext>
            </a:extLst>
          </p:cNvPr>
          <p:cNvSpPr>
            <a:spLocks xmlns:a="http://schemas.openxmlformats.org/drawingml/2006/main" noGrp="1"/>
          </p:cNvSpPr>
          <p:nvPr/>
        </p:nvSpPr>
        <p:spPr>
          <a:xfrm xmlns:a="http://schemas.openxmlformats.org/drawingml/2006/main">
            <a:off x="1847850" y="5162550"/>
            <a:ext cx="956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132238"/>
                </a:solidFill>
                <a:latin typeface="Noto Sans CJK KR"/>
                <a:ea typeface="Noto Sans CJK KR"/>
                <a:cs typeface="Noto Sans CJK KR"/>
              </a:defRPr>
            </a:pPr>
            <a:r>
              <a:rPr sz="1200" b="1">
                <a:solidFill>
                  <a:srgbClr val="132238"/>
                </a:solidFill>
                <a:latin typeface="Noto Sans CJK KR"/>
                <a:ea typeface="Noto Sans CJK KR"/>
                <a:cs typeface="Noto Sans CJK KR"/>
              </a:rPr>
              <a:t>C01 5문서·27청크 + C02~C05 36문서·140청크 · 공통문서와 공고별 문서를 구분</a:t>
            </a:r>
          </a:p>
        </p:txBody>
      </p:sp>
      <p:sp>
        <p:nvSpPr>
          <p:cNvPr id="10" name="">
            <a:extLst xmlns:a="http://schemas.openxmlformats.org/drawingml/2006/main">
              <a:ext uri="{FF2B5EF4-FFF2-40B4-BE49-F238E27FC236}">
                <a16:creationId xmlns:a16="http://schemas.microsoft.com/office/drawing/2014/main" id="{4B545617-B2AA-4F16-8496-31D582BFF9A1}"/>
              </a:ext>
            </a:extLst>
          </p:cNvPr>
          <p:cNvSpPr>
            <a:spLocks xmlns:a="http://schemas.openxmlformats.org/drawingml/2006/main" noGrp="1"/>
          </p:cNvSpPr>
          <p:nvPr/>
        </p:nvSpPr>
        <p:spPr>
          <a:xfrm xmlns:a="http://schemas.openxmlformats.org/drawingml/2006/main">
            <a:off x="514350" y="5753100"/>
            <a:ext cx="11163300" cy="447675"/>
          </a:xfrm>
          <a:prstGeom xmlns:a="http://schemas.openxmlformats.org/drawingml/2006/main" prst="roundRect">
            <a:avLst>
              <a:gd name="adj" fmla="val 17021"/>
            </a:avLst>
          </a:prstGeom>
          <a:solidFill xmlns:a="http://schemas.openxmlformats.org/drawingml/2006/main">
            <a:srgbClr val="183B5B"/>
          </a:solidFill>
          <a:ln xmlns:a="http://schemas.openxmlformats.org/drawingml/2006/main" w="9525">
            <a:solidFill>
              <a:srgbClr val="183B5B"/>
            </a:solidFill>
          </a:ln>
        </p:spPr>
      </p:sp>
      <p:sp>
        <p:nvSpPr>
          <p:cNvPr id="11" name="">
            <a:extLst xmlns:a="http://schemas.openxmlformats.org/drawingml/2006/main">
              <a:ext uri="{FF2B5EF4-FFF2-40B4-BE49-F238E27FC236}">
                <a16:creationId xmlns:a16="http://schemas.microsoft.com/office/drawing/2014/main" id="{02A6ADE7-9158-4BBA-B165-43DE12E02A66}"/>
              </a:ext>
            </a:extLst>
          </p:cNvPr>
          <p:cNvSpPr>
            <a:spLocks xmlns:a="http://schemas.openxmlformats.org/drawingml/2006/main" noGrp="1"/>
          </p:cNvSpPr>
          <p:nvPr/>
        </p:nvSpPr>
        <p:spPr>
          <a:xfrm xmlns:a="http://schemas.openxmlformats.org/drawingml/2006/main">
            <a:off x="685800" y="58674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FFFFFF"/>
                </a:solidFill>
                <a:latin typeface="Noto Sans CJK KR"/>
                <a:ea typeface="Noto Sans CJK KR"/>
                <a:cs typeface="Noto Sans CJK KR"/>
              </a:defRPr>
            </a:pPr>
            <a:r>
              <a:rPr sz="1350" b="1">
                <a:solidFill>
                  <a:srgbClr val="FFFFFF"/>
                </a:solidFill>
                <a:latin typeface="Noto Sans CJK KR"/>
                <a:ea typeface="Noto Sans CJK KR"/>
                <a:cs typeface="Noto Sans CJK KR"/>
              </a:rPr>
              <a:t>제약을 없애지 않고 보존했기 때문에 “가능·불가·자료부족”을 모두 평가할 수 있다</a:t>
            </a:r>
          </a:p>
        </p:txBody>
      </p:sp>
      <p:sp>
        <p:nvSpPr>
          <p:cNvPr id="12" name="">
            <a:extLst xmlns:a="http://schemas.openxmlformats.org/drawingml/2006/main">
              <a:ext uri="{FF2B5EF4-FFF2-40B4-BE49-F238E27FC236}">
                <a16:creationId xmlns:a16="http://schemas.microsoft.com/office/drawing/2014/main" id="{B8BC8259-9B73-451E-B2FF-77990D79752F}"/>
              </a:ext>
            </a:extLst>
          </p:cNvPr>
          <p:cNvSpPr>
            <a:spLocks xmlns:a="http://schemas.openxmlformats.org/drawingml/2006/main" noGrp="1"/>
          </p:cNvSpPr>
          <p:nvPr/>
        </p:nvSpPr>
        <p:spPr>
          <a:xfrm xmlns:a="http://schemas.openxmlformats.org/drawingml/2006/main">
            <a:off x="514350" y="6353175"/>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13" name="">
            <a:extLst xmlns:a="http://schemas.openxmlformats.org/drawingml/2006/main">
              <a:ext uri="{FF2B5EF4-FFF2-40B4-BE49-F238E27FC236}">
                <a16:creationId xmlns:a16="http://schemas.microsoft.com/office/drawing/2014/main" id="{6153B88A-92E7-4042-8D15-B755502E70D4}"/>
              </a:ext>
            </a:extLst>
          </p:cNvPr>
          <p:cNvSpPr>
            <a:spLocks xmlns:a="http://schemas.openxmlformats.org/drawingml/2006/main" noGrp="1"/>
          </p:cNvSpPr>
          <p:nvPr/>
        </p:nvSpPr>
        <p:spPr>
          <a:xfrm xmlns:a="http://schemas.openxmlformats.org/drawingml/2006/main">
            <a:off x="533400" y="6457950"/>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0">
                <a:solidFill>
                  <a:srgbClr val="52657A"/>
                </a:solidFill>
                <a:latin typeface="Noto Sans CJK KR"/>
                <a:ea typeface="Noto Sans CJK KR"/>
                <a:cs typeface="Noto Sans CJK KR"/>
              </a:defRPr>
            </a:pPr>
            <a:r>
              <a:rPr sz="825" b="0">
                <a:solidFill>
                  <a:srgbClr val="52657A"/>
                </a:solidFill>
                <a:latin typeface="Noto Sans CJK KR"/>
                <a:ea typeface="Noto Sans CJK KR"/>
                <a:cs typeface="Noto Sans CJK KR"/>
              </a:rPr>
              <a:t>합성 회사 문서는 실제 제출 가능한 입찰안이나 기관 발급 증명서가 아님</a:t>
            </a:r>
          </a:p>
        </p:txBody>
      </p:sp>
      <p:sp>
        <p:nvSpPr>
          <p:cNvPr id="14" name="">
            <a:extLst xmlns:a="http://schemas.openxmlformats.org/drawingml/2006/main">
              <a:ext uri="{FF2B5EF4-FFF2-40B4-BE49-F238E27FC236}">
                <a16:creationId xmlns:a16="http://schemas.microsoft.com/office/drawing/2014/main" id="{D9E502B0-EA0B-4C3F-B2CB-200FF4585BBD}"/>
              </a:ext>
            </a:extLst>
          </p:cNvPr>
          <p:cNvSpPr>
            <a:spLocks xmlns:a="http://schemas.openxmlformats.org/drawingml/2006/main" noGrp="1"/>
          </p:cNvSpPr>
          <p:nvPr/>
        </p:nvSpPr>
        <p:spPr>
          <a:xfrm xmlns:a="http://schemas.openxmlformats.org/drawingml/2006/main">
            <a:off x="10001250" y="6457950"/>
            <a:ext cx="1676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1">
                <a:solidFill>
                  <a:srgbClr val="183B5B"/>
                </a:solidFill>
                <a:latin typeface="Noto Sans CJK KR"/>
                <a:ea typeface="Noto Sans CJK KR"/>
                <a:cs typeface="Noto Sans CJK KR"/>
              </a:defRPr>
            </a:pPr>
            <a:r>
              <a:rPr sz="825" b="1">
                <a:solidFill>
                  <a:srgbClr val="183B5B"/>
                </a:solidFill>
                <a:latin typeface="Noto Sans CJK KR"/>
                <a:ea typeface="Noto Sans CJK KR"/>
                <a:cs typeface="Noto Sans CJK KR"/>
              </a:rPr>
              <a:t>ASTRA · ko-LettuceDetect</a:t>
            </a:r>
          </a:p>
        </p:txBody>
      </p:sp>
    </p:spTree>
    <p:extLst>
      <p:ext uri="{BB962C8B-B14F-4D97-AF65-F5344CB8AC3E}">
        <p14:creationId xmlns:p14="http://schemas.microsoft.com/office/powerpoint/2010/main" val="148962713"/>
      </p:ext>
    </p:extLst>
  </p:cSld>
</p:sld>
</file>

<file path=ppt/slides/slide1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9275161F-326C-43A6-B678-4B5836FB27C2}"/>
              </a:ext>
            </a:extLst>
          </p:cNvPr>
          <p:cNvSpPr>
            <a:spLocks xmlns:a="http://schemas.openxmlformats.org/drawingml/2006/main" noGrp="1"/>
          </p:cNvSpPr>
          <p:nvPr/>
        </p:nvSpPr>
        <p:spPr>
          <a:xfrm xmlns:a="http://schemas.openxmlformats.org/drawingml/2006/main">
            <a:off x="5143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119C8B"/>
                </a:solidFill>
                <a:latin typeface="Noto Sans CJK KR"/>
                <a:ea typeface="Noto Sans CJK KR"/>
                <a:cs typeface="Noto Sans CJK KR"/>
              </a:defRPr>
            </a:pPr>
            <a:r>
              <a:rPr sz="975" b="1">
                <a:solidFill>
                  <a:srgbClr val="119C8B"/>
                </a:solidFill>
                <a:latin typeface="Noto Sans CJK KR"/>
                <a:ea typeface="Noto Sans CJK KR"/>
                <a:cs typeface="Noto Sans CJK KR"/>
              </a:rPr>
              <a:t>데이터 구축</a:t>
            </a:r>
          </a:p>
        </p:txBody>
      </p:sp>
      <p:sp>
        <p:nvSpPr>
          <p:cNvPr id="2" name="">
            <a:extLst xmlns:a="http://schemas.openxmlformats.org/drawingml/2006/main">
              <a:ext uri="{FF2B5EF4-FFF2-40B4-BE49-F238E27FC236}">
                <a16:creationId xmlns:a16="http://schemas.microsoft.com/office/drawing/2014/main" id="{EE9F34E2-A667-4589-8763-5E16062CC282}"/>
              </a:ext>
            </a:extLst>
          </p:cNvPr>
          <p:cNvSpPr>
            <a:spLocks xmlns:a="http://schemas.openxmlformats.org/drawingml/2006/main" noGrp="1"/>
          </p:cNvSpPr>
          <p:nvPr/>
        </p:nvSpPr>
        <p:spPr>
          <a:xfrm xmlns:a="http://schemas.openxmlformats.org/drawingml/2006/main">
            <a:off x="514350" y="457200"/>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132238"/>
                </a:solidFill>
                <a:latin typeface="Noto Sans CJK KR"/>
                <a:ea typeface="Noto Sans CJK KR"/>
                <a:cs typeface="Noto Sans CJK KR"/>
              </a:defRPr>
            </a:pPr>
            <a:r>
              <a:rPr sz="2325" b="1">
                <a:solidFill>
                  <a:srgbClr val="132238"/>
                </a:solidFill>
                <a:latin typeface="Noto Sans CJK KR"/>
                <a:ea typeface="Noto Sans CJK KR"/>
                <a:cs typeface="Noto Sans CJK KR"/>
              </a:rPr>
              <a:t>L1·L2·L3로 문서 성격과 검색 범위를 분리했다</a:t>
            </a:r>
          </a:p>
        </p:txBody>
      </p:sp>
      <p:sp>
        <p:nvSpPr>
          <p:cNvPr id="3" name="">
            <a:extLst xmlns:a="http://schemas.openxmlformats.org/drawingml/2006/main">
              <a:ext uri="{FF2B5EF4-FFF2-40B4-BE49-F238E27FC236}">
                <a16:creationId xmlns:a16="http://schemas.microsoft.com/office/drawing/2014/main" id="{302729A5-6847-46CF-9179-87371D57FEB2}"/>
              </a:ext>
            </a:extLst>
          </p:cNvPr>
          <p:cNvSpPr>
            <a:spLocks xmlns:a="http://schemas.openxmlformats.org/drawingml/2006/main" noGrp="1"/>
          </p:cNvSpPr>
          <p:nvPr/>
        </p:nvSpPr>
        <p:spPr>
          <a:xfrm xmlns:a="http://schemas.openxmlformats.org/drawingml/2006/main">
            <a:off x="533400" y="923925"/>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2657A"/>
                </a:solidFill>
                <a:latin typeface="Noto Sans CJK KR"/>
                <a:ea typeface="Noto Sans CJK KR"/>
                <a:cs typeface="Noto Sans CJK KR"/>
              </a:defRPr>
            </a:pPr>
            <a:r>
              <a:rPr sz="1200" b="0">
                <a:solidFill>
                  <a:srgbClr val="52657A"/>
                </a:solidFill>
                <a:latin typeface="Noto Sans CJK KR"/>
                <a:ea typeface="Noto Sans CJK KR"/>
                <a:cs typeface="Noto Sans CJK KR"/>
              </a:rPr>
              <a:t>검색 코퍼스 223문서·3,275청크의 실제 구성</a:t>
            </a:r>
          </a:p>
        </p:txBody>
      </p:sp>
      <p:sp>
        <p:nvSpPr>
          <p:cNvPr id="4" name="">
            <a:extLst xmlns:a="http://schemas.openxmlformats.org/drawingml/2006/main">
              <a:ext uri="{FF2B5EF4-FFF2-40B4-BE49-F238E27FC236}">
                <a16:creationId xmlns:a16="http://schemas.microsoft.com/office/drawing/2014/main" id="{9F97FA58-64B1-4DA8-A698-6BAF32EB842B}"/>
              </a:ext>
            </a:extLst>
          </p:cNvPr>
          <p:cNvSpPr>
            <a:spLocks xmlns:a="http://schemas.openxmlformats.org/drawingml/2006/main" noGrp="1"/>
          </p:cNvSpPr>
          <p:nvPr/>
        </p:nvSpPr>
        <p:spPr>
          <a:xfrm xmlns:a="http://schemas.openxmlformats.org/drawingml/2006/main">
            <a:off x="514350" y="1257300"/>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5" name="">
            <a:extLst xmlns:a="http://schemas.openxmlformats.org/drawingml/2006/main">
              <a:ext uri="{FF2B5EF4-FFF2-40B4-BE49-F238E27FC236}">
                <a16:creationId xmlns:a16="http://schemas.microsoft.com/office/drawing/2014/main" id="{DC1B392C-D2BA-4A3B-A676-83239E0E689D}"/>
              </a:ext>
            </a:extLst>
          </p:cNvPr>
          <p:cNvSpPr>
            <a:spLocks xmlns:a="http://schemas.openxmlformats.org/drawingml/2006/main" noGrp="1"/>
          </p:cNvSpPr>
          <p:nvPr/>
        </p:nvSpPr>
        <p:spPr>
          <a:xfrm xmlns:a="http://schemas.openxmlformats.org/drawingml/2006/main">
            <a:off x="11201400" y="209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52657A"/>
                </a:solidFill>
                <a:latin typeface="Noto Sans CJK KR"/>
                <a:ea typeface="Noto Sans CJK KR"/>
                <a:cs typeface="Noto Sans CJK KR"/>
              </a:defRPr>
            </a:pPr>
            <a:r>
              <a:rPr sz="975" b="1">
                <a:solidFill>
                  <a:srgbClr val="52657A"/>
                </a:solidFill>
                <a:latin typeface="Noto Sans CJK KR"/>
                <a:ea typeface="Noto Sans CJK KR"/>
                <a:cs typeface="Noto Sans CJK KR"/>
              </a:rPr>
              <a:t>13</a:t>
            </a:r>
          </a:p>
        </p:txBody>
      </p:sp>
      <p:graphicFrame>
        <p:nvGraphicFramePr>
          <p:cNvPr id="33" name="Chart"/>
          <p:cNvGraphicFramePr/>
          <p:nvPr/>
        </p:nvGraphicFramePr>
        <p:xfrm>
          <a:off xmlns:a="http://schemas.openxmlformats.org/drawingml/2006/main" x="514350" y="1628775"/>
          <a:ext xmlns:a="http://schemas.openxmlformats.org/drawingml/2006/main" cx="5191125" cy="2876550"/>
        </p:xfrm>
        <a:graphic xmlns:a="http://schemas.openxmlformats.org/drawingml/2006/main">
          <a:graphicData uri="http://schemas.openxmlformats.org/drawingml/2006/chart">
            <c:chart xmlns:r="http://schemas.openxmlformats.org/officeDocument/2006/relationships" xmlns:c="http://schemas.openxmlformats.org/drawingml/2006/chart" r:id="Rd492cbe3517d418f"/>
          </a:graphicData>
        </a:graphic>
      </p:graphicFrame>
      <p:graphicFrame>
        <p:nvGraphicFramePr>
          <p:cNvPr id="34" name="Chart"/>
          <p:cNvGraphicFramePr/>
          <p:nvPr/>
        </p:nvGraphicFramePr>
        <p:xfrm>
          <a:off xmlns:a="http://schemas.openxmlformats.org/drawingml/2006/main" x="6029325" y="1628775"/>
          <a:ext xmlns:a="http://schemas.openxmlformats.org/drawingml/2006/main" cx="5648325" cy="2876550"/>
        </p:xfrm>
        <a:graphic xmlns:a="http://schemas.openxmlformats.org/drawingml/2006/main">
          <a:graphicData uri="http://schemas.openxmlformats.org/drawingml/2006/chart">
            <c:chart xmlns:r="http://schemas.openxmlformats.org/officeDocument/2006/relationships" xmlns:c="http://schemas.openxmlformats.org/drawingml/2006/chart" r:id="Rcd3d682cf8514b99"/>
          </a:graphicData>
        </a:graphic>
      </p:graphicFrame>
      <p:sp>
        <p:nvSpPr>
          <p:cNvPr id="8" name="">
            <a:extLst xmlns:a="http://schemas.openxmlformats.org/drawingml/2006/main">
              <a:ext uri="{FF2B5EF4-FFF2-40B4-BE49-F238E27FC236}">
                <a16:creationId xmlns:a16="http://schemas.microsoft.com/office/drawing/2014/main" id="{39566E89-ACA3-49F7-B6A5-35442E52D25A}"/>
              </a:ext>
            </a:extLst>
          </p:cNvPr>
          <p:cNvSpPr>
            <a:spLocks xmlns:a="http://schemas.openxmlformats.org/drawingml/2006/main" noGrp="1"/>
          </p:cNvSpPr>
          <p:nvPr/>
        </p:nvSpPr>
        <p:spPr>
          <a:xfrm xmlns:a="http://schemas.openxmlformats.org/drawingml/2006/main">
            <a:off x="514350" y="4810125"/>
            <a:ext cx="3448050" cy="72390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9525">
            <a:solidFill>
              <a:srgbClr val="CFD9E6"/>
            </a:solidFill>
          </a:ln>
        </p:spPr>
      </p:sp>
      <p:sp>
        <p:nvSpPr>
          <p:cNvPr id="9" name="">
            <a:extLst xmlns:a="http://schemas.openxmlformats.org/drawingml/2006/main">
              <a:ext uri="{FF2B5EF4-FFF2-40B4-BE49-F238E27FC236}">
                <a16:creationId xmlns:a16="http://schemas.microsoft.com/office/drawing/2014/main" id="{808986DA-A7C8-417F-80C7-8BE366C1B803}"/>
              </a:ext>
            </a:extLst>
          </p:cNvPr>
          <p:cNvSpPr>
            <a:spLocks xmlns:a="http://schemas.openxmlformats.org/drawingml/2006/main" noGrp="1"/>
          </p:cNvSpPr>
          <p:nvPr/>
        </p:nvSpPr>
        <p:spPr>
          <a:xfrm xmlns:a="http://schemas.openxmlformats.org/drawingml/2006/main">
            <a:off x="647700" y="4943475"/>
            <a:ext cx="438150" cy="257175"/>
          </a:xfrm>
          <a:prstGeom xmlns:a="http://schemas.openxmlformats.org/drawingml/2006/main" prst="roundRect">
            <a:avLst>
              <a:gd name="adj" fmla="val 29630"/>
            </a:avLst>
          </a:prstGeom>
          <a:solidFill xmlns:a="http://schemas.openxmlformats.org/drawingml/2006/main">
            <a:srgbClr val="2F6BFF"/>
          </a:solidFill>
          <a:ln xmlns:a="http://schemas.openxmlformats.org/drawingml/2006/main" w="9525">
            <a:solidFill>
              <a:srgbClr val="2F6BFF"/>
            </a:solidFill>
          </a:ln>
        </p:spPr>
      </p:sp>
      <p:sp>
        <p:nvSpPr>
          <p:cNvPr id="10" name="">
            <a:extLst xmlns:a="http://schemas.openxmlformats.org/drawingml/2006/main">
              <a:ext uri="{FF2B5EF4-FFF2-40B4-BE49-F238E27FC236}">
                <a16:creationId xmlns:a16="http://schemas.microsoft.com/office/drawing/2014/main" id="{A5EB3A24-D8AD-499A-A317-54C3B4F9FF8C}"/>
              </a:ext>
            </a:extLst>
          </p:cNvPr>
          <p:cNvSpPr>
            <a:spLocks xmlns:a="http://schemas.openxmlformats.org/drawingml/2006/main" noGrp="1"/>
          </p:cNvSpPr>
          <p:nvPr/>
        </p:nvSpPr>
        <p:spPr>
          <a:xfrm xmlns:a="http://schemas.openxmlformats.org/drawingml/2006/main">
            <a:off x="647700" y="4981575"/>
            <a:ext cx="438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FFFFFF"/>
                </a:solidFill>
                <a:latin typeface="Noto Sans CJK KR"/>
                <a:ea typeface="Noto Sans CJK KR"/>
                <a:cs typeface="Noto Sans CJK KR"/>
              </a:defRPr>
            </a:pPr>
            <a:r>
              <a:rPr sz="900" b="1">
                <a:solidFill>
                  <a:srgbClr val="FFFFFF"/>
                </a:solidFill>
                <a:latin typeface="Noto Sans CJK KR"/>
                <a:ea typeface="Noto Sans CJK KR"/>
                <a:cs typeface="Noto Sans CJK KR"/>
              </a:rPr>
              <a:t>L1</a:t>
            </a:r>
          </a:p>
        </p:txBody>
      </p:sp>
      <p:sp>
        <p:nvSpPr>
          <p:cNvPr id="11" name="">
            <a:extLst xmlns:a="http://schemas.openxmlformats.org/drawingml/2006/main">
              <a:ext uri="{FF2B5EF4-FFF2-40B4-BE49-F238E27FC236}">
                <a16:creationId xmlns:a16="http://schemas.microsoft.com/office/drawing/2014/main" id="{0FC675D2-24FF-4ECA-A298-F2B8D29DE427}"/>
              </a:ext>
            </a:extLst>
          </p:cNvPr>
          <p:cNvSpPr>
            <a:spLocks xmlns:a="http://schemas.openxmlformats.org/drawingml/2006/main" noGrp="1"/>
          </p:cNvSpPr>
          <p:nvPr/>
        </p:nvSpPr>
        <p:spPr>
          <a:xfrm xmlns:a="http://schemas.openxmlformats.org/drawingml/2006/main">
            <a:off x="1200150" y="4914900"/>
            <a:ext cx="2590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132238"/>
                </a:solidFill>
                <a:latin typeface="Noto Sans CJK KR"/>
                <a:ea typeface="Noto Sans CJK KR"/>
                <a:cs typeface="Noto Sans CJK KR"/>
              </a:defRPr>
            </a:pPr>
            <a:r>
              <a:rPr sz="1050" b="1">
                <a:solidFill>
                  <a:srgbClr val="132238"/>
                </a:solidFill>
                <a:latin typeface="Noto Sans CJK KR"/>
                <a:ea typeface="Noto Sans CJK KR"/>
                <a:cs typeface="Noto Sans CJK KR"/>
              </a:rPr>
              <a:t>나라장터 공고·RFP·과업지시서</a:t>
            </a:r>
          </a:p>
        </p:txBody>
      </p:sp>
      <p:sp>
        <p:nvSpPr>
          <p:cNvPr id="12" name="">
            <a:extLst xmlns:a="http://schemas.openxmlformats.org/drawingml/2006/main">
              <a:ext uri="{FF2B5EF4-FFF2-40B4-BE49-F238E27FC236}">
                <a16:creationId xmlns:a16="http://schemas.microsoft.com/office/drawing/2014/main" id="{0143C794-E953-452F-917F-1A26BD1EF2AB}"/>
              </a:ext>
            </a:extLst>
          </p:cNvPr>
          <p:cNvSpPr>
            <a:spLocks xmlns:a="http://schemas.openxmlformats.org/drawingml/2006/main" noGrp="1"/>
          </p:cNvSpPr>
          <p:nvPr/>
        </p:nvSpPr>
        <p:spPr>
          <a:xfrm xmlns:a="http://schemas.openxmlformats.org/drawingml/2006/main">
            <a:off x="1200150" y="5191125"/>
            <a:ext cx="2590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0">
                <a:solidFill>
                  <a:srgbClr val="52657A"/>
                </a:solidFill>
                <a:latin typeface="Noto Sans CJK KR"/>
                <a:ea typeface="Noto Sans CJK KR"/>
                <a:cs typeface="Noto Sans CJK KR"/>
              </a:defRPr>
            </a:pPr>
            <a:r>
              <a:rPr sz="900" b="0">
                <a:solidFill>
                  <a:srgbClr val="52657A"/>
                </a:solidFill>
                <a:latin typeface="Noto Sans CJK KR"/>
                <a:ea typeface="Noto Sans CJK KR"/>
                <a:cs typeface="Noto Sans CJK KR"/>
              </a:rPr>
              <a:t>모든 인증 사용자</a:t>
            </a:r>
          </a:p>
        </p:txBody>
      </p:sp>
      <p:sp>
        <p:nvSpPr>
          <p:cNvPr id="13" name="">
            <a:extLst xmlns:a="http://schemas.openxmlformats.org/drawingml/2006/main">
              <a:ext uri="{FF2B5EF4-FFF2-40B4-BE49-F238E27FC236}">
                <a16:creationId xmlns:a16="http://schemas.microsoft.com/office/drawing/2014/main" id="{E90DB3D3-F9D5-4D19-AEF9-AFC643D174C5}"/>
              </a:ext>
            </a:extLst>
          </p:cNvPr>
          <p:cNvSpPr>
            <a:spLocks xmlns:a="http://schemas.openxmlformats.org/drawingml/2006/main" noGrp="1"/>
          </p:cNvSpPr>
          <p:nvPr/>
        </p:nvSpPr>
        <p:spPr>
          <a:xfrm xmlns:a="http://schemas.openxmlformats.org/drawingml/2006/main">
            <a:off x="4229100" y="4810125"/>
            <a:ext cx="3448050" cy="72390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9525">
            <a:solidFill>
              <a:srgbClr val="CFD9E6"/>
            </a:solidFill>
          </a:ln>
        </p:spPr>
      </p:sp>
      <p:sp>
        <p:nvSpPr>
          <p:cNvPr id="14" name="">
            <a:extLst xmlns:a="http://schemas.openxmlformats.org/drawingml/2006/main">
              <a:ext uri="{FF2B5EF4-FFF2-40B4-BE49-F238E27FC236}">
                <a16:creationId xmlns:a16="http://schemas.microsoft.com/office/drawing/2014/main" id="{79A23BAD-CF6C-4F96-845B-F8EE3910E99F}"/>
              </a:ext>
            </a:extLst>
          </p:cNvPr>
          <p:cNvSpPr>
            <a:spLocks xmlns:a="http://schemas.openxmlformats.org/drawingml/2006/main" noGrp="1"/>
          </p:cNvSpPr>
          <p:nvPr/>
        </p:nvSpPr>
        <p:spPr>
          <a:xfrm xmlns:a="http://schemas.openxmlformats.org/drawingml/2006/main">
            <a:off x="4362450" y="4943475"/>
            <a:ext cx="438150" cy="257175"/>
          </a:xfrm>
          <a:prstGeom xmlns:a="http://schemas.openxmlformats.org/drawingml/2006/main" prst="roundRect">
            <a:avLst>
              <a:gd name="adj" fmla="val 29630"/>
            </a:avLst>
          </a:prstGeom>
          <a:solidFill xmlns:a="http://schemas.openxmlformats.org/drawingml/2006/main">
            <a:srgbClr val="119C8B"/>
          </a:solidFill>
          <a:ln xmlns:a="http://schemas.openxmlformats.org/drawingml/2006/main" w="9525">
            <a:solidFill>
              <a:srgbClr val="119C8B"/>
            </a:solidFill>
          </a:ln>
        </p:spPr>
      </p:sp>
      <p:sp>
        <p:nvSpPr>
          <p:cNvPr id="15" name="">
            <a:extLst xmlns:a="http://schemas.openxmlformats.org/drawingml/2006/main">
              <a:ext uri="{FF2B5EF4-FFF2-40B4-BE49-F238E27FC236}">
                <a16:creationId xmlns:a16="http://schemas.microsoft.com/office/drawing/2014/main" id="{844AF814-CD3E-48BD-B76E-D90B44B0B267}"/>
              </a:ext>
            </a:extLst>
          </p:cNvPr>
          <p:cNvSpPr>
            <a:spLocks xmlns:a="http://schemas.openxmlformats.org/drawingml/2006/main" noGrp="1"/>
          </p:cNvSpPr>
          <p:nvPr/>
        </p:nvSpPr>
        <p:spPr>
          <a:xfrm xmlns:a="http://schemas.openxmlformats.org/drawingml/2006/main">
            <a:off x="4362450" y="4981575"/>
            <a:ext cx="438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FFFFFF"/>
                </a:solidFill>
                <a:latin typeface="Noto Sans CJK KR"/>
                <a:ea typeface="Noto Sans CJK KR"/>
                <a:cs typeface="Noto Sans CJK KR"/>
              </a:defRPr>
            </a:pPr>
            <a:r>
              <a:rPr sz="900" b="1">
                <a:solidFill>
                  <a:srgbClr val="FFFFFF"/>
                </a:solidFill>
                <a:latin typeface="Noto Sans CJK KR"/>
                <a:ea typeface="Noto Sans CJK KR"/>
                <a:cs typeface="Noto Sans CJK KR"/>
              </a:rPr>
              <a:t>L2</a:t>
            </a:r>
          </a:p>
        </p:txBody>
      </p:sp>
      <p:sp>
        <p:nvSpPr>
          <p:cNvPr id="16" name="">
            <a:extLst xmlns:a="http://schemas.openxmlformats.org/drawingml/2006/main">
              <a:ext uri="{FF2B5EF4-FFF2-40B4-BE49-F238E27FC236}">
                <a16:creationId xmlns:a16="http://schemas.microsoft.com/office/drawing/2014/main" id="{2AB09E36-0B0E-48FC-94EF-5EA3FDA39C42}"/>
              </a:ext>
            </a:extLst>
          </p:cNvPr>
          <p:cNvSpPr>
            <a:spLocks xmlns:a="http://schemas.openxmlformats.org/drawingml/2006/main" noGrp="1"/>
          </p:cNvSpPr>
          <p:nvPr/>
        </p:nvSpPr>
        <p:spPr>
          <a:xfrm xmlns:a="http://schemas.openxmlformats.org/drawingml/2006/main">
            <a:off x="4914900" y="4914900"/>
            <a:ext cx="2590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132238"/>
                </a:solidFill>
                <a:latin typeface="Noto Sans CJK KR"/>
                <a:ea typeface="Noto Sans CJK KR"/>
                <a:cs typeface="Noto Sans CJK KR"/>
              </a:defRPr>
            </a:pPr>
            <a:r>
              <a:rPr sz="1050" b="1">
                <a:solidFill>
                  <a:srgbClr val="132238"/>
                </a:solidFill>
                <a:latin typeface="Noto Sans CJK KR"/>
                <a:ea typeface="Noto Sans CJK KR"/>
                <a:cs typeface="Noto Sans CJK KR"/>
              </a:rPr>
              <a:t>자기 회사 실적·인력·인증·배치안</a:t>
            </a:r>
          </a:p>
        </p:txBody>
      </p:sp>
      <p:sp>
        <p:nvSpPr>
          <p:cNvPr id="17" name="">
            <a:extLst xmlns:a="http://schemas.openxmlformats.org/drawingml/2006/main">
              <a:ext uri="{FF2B5EF4-FFF2-40B4-BE49-F238E27FC236}">
                <a16:creationId xmlns:a16="http://schemas.microsoft.com/office/drawing/2014/main" id="{A98B1C9D-F842-4F9A-AA33-C1043A980BC7}"/>
              </a:ext>
            </a:extLst>
          </p:cNvPr>
          <p:cNvSpPr>
            <a:spLocks xmlns:a="http://schemas.openxmlformats.org/drawingml/2006/main" noGrp="1"/>
          </p:cNvSpPr>
          <p:nvPr/>
        </p:nvSpPr>
        <p:spPr>
          <a:xfrm xmlns:a="http://schemas.openxmlformats.org/drawingml/2006/main">
            <a:off x="4914900" y="5191125"/>
            <a:ext cx="2590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0">
                <a:solidFill>
                  <a:srgbClr val="52657A"/>
                </a:solidFill>
                <a:latin typeface="Noto Sans CJK KR"/>
                <a:ea typeface="Noto Sans CJK KR"/>
                <a:cs typeface="Noto Sans CJK KR"/>
              </a:defRPr>
            </a:pPr>
            <a:r>
              <a:rPr sz="900" b="0">
                <a:solidFill>
                  <a:srgbClr val="52657A"/>
                </a:solidFill>
                <a:latin typeface="Noto Sans CJK KR"/>
                <a:ea typeface="Noto Sans CJK KR"/>
                <a:cs typeface="Noto Sans CJK KR"/>
              </a:rPr>
              <a:t>bid analyst 이상</a:t>
            </a:r>
          </a:p>
        </p:txBody>
      </p:sp>
      <p:sp>
        <p:nvSpPr>
          <p:cNvPr id="18" name="">
            <a:extLst xmlns:a="http://schemas.openxmlformats.org/drawingml/2006/main">
              <a:ext uri="{FF2B5EF4-FFF2-40B4-BE49-F238E27FC236}">
                <a16:creationId xmlns:a16="http://schemas.microsoft.com/office/drawing/2014/main" id="{9D55E356-EC4B-4F89-BF17-6523D11D10A0}"/>
              </a:ext>
            </a:extLst>
          </p:cNvPr>
          <p:cNvSpPr>
            <a:spLocks xmlns:a="http://schemas.openxmlformats.org/drawingml/2006/main" noGrp="1"/>
          </p:cNvSpPr>
          <p:nvPr/>
        </p:nvSpPr>
        <p:spPr>
          <a:xfrm xmlns:a="http://schemas.openxmlformats.org/drawingml/2006/main">
            <a:off x="7943850" y="4810125"/>
            <a:ext cx="3448050" cy="72390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9525">
            <a:solidFill>
              <a:srgbClr val="CFD9E6"/>
            </a:solidFill>
          </a:ln>
        </p:spPr>
      </p:sp>
      <p:sp>
        <p:nvSpPr>
          <p:cNvPr id="19" name="">
            <a:extLst xmlns:a="http://schemas.openxmlformats.org/drawingml/2006/main">
              <a:ext uri="{FF2B5EF4-FFF2-40B4-BE49-F238E27FC236}">
                <a16:creationId xmlns:a16="http://schemas.microsoft.com/office/drawing/2014/main" id="{D9FCE871-6BEF-4F90-B03F-5CA802663133}"/>
              </a:ext>
            </a:extLst>
          </p:cNvPr>
          <p:cNvSpPr>
            <a:spLocks xmlns:a="http://schemas.openxmlformats.org/drawingml/2006/main" noGrp="1"/>
          </p:cNvSpPr>
          <p:nvPr/>
        </p:nvSpPr>
        <p:spPr>
          <a:xfrm xmlns:a="http://schemas.openxmlformats.org/drawingml/2006/main">
            <a:off x="8077200" y="4943475"/>
            <a:ext cx="438150" cy="257175"/>
          </a:xfrm>
          <a:prstGeom xmlns:a="http://schemas.openxmlformats.org/drawingml/2006/main" prst="roundRect">
            <a:avLst>
              <a:gd name="adj" fmla="val 29630"/>
            </a:avLst>
          </a:prstGeom>
          <a:solidFill xmlns:a="http://schemas.openxmlformats.org/drawingml/2006/main">
            <a:srgbClr val="D9564A"/>
          </a:solidFill>
          <a:ln xmlns:a="http://schemas.openxmlformats.org/drawingml/2006/main" w="9525">
            <a:solidFill>
              <a:srgbClr val="D9564A"/>
            </a:solidFill>
          </a:ln>
        </p:spPr>
      </p:sp>
      <p:sp>
        <p:nvSpPr>
          <p:cNvPr id="20" name="">
            <a:extLst xmlns:a="http://schemas.openxmlformats.org/drawingml/2006/main">
              <a:ext uri="{FF2B5EF4-FFF2-40B4-BE49-F238E27FC236}">
                <a16:creationId xmlns:a16="http://schemas.microsoft.com/office/drawing/2014/main" id="{26AB5F0C-3BA5-4FA2-B146-A50A9EF895BF}"/>
              </a:ext>
            </a:extLst>
          </p:cNvPr>
          <p:cNvSpPr>
            <a:spLocks xmlns:a="http://schemas.openxmlformats.org/drawingml/2006/main" noGrp="1"/>
          </p:cNvSpPr>
          <p:nvPr/>
        </p:nvSpPr>
        <p:spPr>
          <a:xfrm xmlns:a="http://schemas.openxmlformats.org/drawingml/2006/main">
            <a:off x="8077200" y="4981575"/>
            <a:ext cx="438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FFFFFF"/>
                </a:solidFill>
                <a:latin typeface="Noto Sans CJK KR"/>
                <a:ea typeface="Noto Sans CJK KR"/>
                <a:cs typeface="Noto Sans CJK KR"/>
              </a:defRPr>
            </a:pPr>
            <a:r>
              <a:rPr sz="900" b="1">
                <a:solidFill>
                  <a:srgbClr val="FFFFFF"/>
                </a:solidFill>
                <a:latin typeface="Noto Sans CJK KR"/>
                <a:ea typeface="Noto Sans CJK KR"/>
                <a:cs typeface="Noto Sans CJK KR"/>
              </a:rPr>
              <a:t>L3</a:t>
            </a:r>
          </a:p>
        </p:txBody>
      </p:sp>
      <p:sp>
        <p:nvSpPr>
          <p:cNvPr id="21" name="">
            <a:extLst xmlns:a="http://schemas.openxmlformats.org/drawingml/2006/main">
              <a:ext uri="{FF2B5EF4-FFF2-40B4-BE49-F238E27FC236}">
                <a16:creationId xmlns:a16="http://schemas.microsoft.com/office/drawing/2014/main" id="{1254AECE-A992-4FA3-8B1F-5BB70D37B90D}"/>
              </a:ext>
            </a:extLst>
          </p:cNvPr>
          <p:cNvSpPr>
            <a:spLocks xmlns:a="http://schemas.openxmlformats.org/drawingml/2006/main" noGrp="1"/>
          </p:cNvSpPr>
          <p:nvPr/>
        </p:nvSpPr>
        <p:spPr>
          <a:xfrm xmlns:a="http://schemas.openxmlformats.org/drawingml/2006/main">
            <a:off x="8629650" y="4914900"/>
            <a:ext cx="2590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132238"/>
                </a:solidFill>
                <a:latin typeface="Noto Sans CJK KR"/>
                <a:ea typeface="Noto Sans CJK KR"/>
                <a:cs typeface="Noto Sans CJK KR"/>
              </a:defRPr>
            </a:pPr>
            <a:r>
              <a:rPr sz="1050" b="1">
                <a:solidFill>
                  <a:srgbClr val="132238"/>
                </a:solidFill>
                <a:latin typeface="Noto Sans CJK KR"/>
                <a:ea typeface="Noto Sans CJK KR"/>
                <a:cs typeface="Noto Sans CJK KR"/>
              </a:rPr>
              <a:t>원가·마진·견적·투찰 검토</a:t>
            </a:r>
          </a:p>
        </p:txBody>
      </p:sp>
      <p:sp>
        <p:nvSpPr>
          <p:cNvPr id="22" name="">
            <a:extLst xmlns:a="http://schemas.openxmlformats.org/drawingml/2006/main">
              <a:ext uri="{FF2B5EF4-FFF2-40B4-BE49-F238E27FC236}">
                <a16:creationId xmlns:a16="http://schemas.microsoft.com/office/drawing/2014/main" id="{CF3F9943-5409-4430-9F3F-130AF6B81442}"/>
              </a:ext>
            </a:extLst>
          </p:cNvPr>
          <p:cNvSpPr>
            <a:spLocks xmlns:a="http://schemas.openxmlformats.org/drawingml/2006/main" noGrp="1"/>
          </p:cNvSpPr>
          <p:nvPr/>
        </p:nvSpPr>
        <p:spPr>
          <a:xfrm xmlns:a="http://schemas.openxmlformats.org/drawingml/2006/main">
            <a:off x="8629650" y="5191125"/>
            <a:ext cx="2590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0">
                <a:solidFill>
                  <a:srgbClr val="52657A"/>
                </a:solidFill>
                <a:latin typeface="Noto Sans CJK KR"/>
                <a:ea typeface="Noto Sans CJK KR"/>
                <a:cs typeface="Noto Sans CJK KR"/>
              </a:defRPr>
            </a:pPr>
            <a:r>
              <a:rPr sz="900" b="0">
                <a:solidFill>
                  <a:srgbClr val="52657A"/>
                </a:solidFill>
                <a:latin typeface="Noto Sans CJK KR"/>
                <a:ea typeface="Noto Sans CJK KR"/>
                <a:cs typeface="Noto Sans CJK KR"/>
              </a:rPr>
              <a:t>cost analyst / approver</a:t>
            </a:r>
          </a:p>
        </p:txBody>
      </p:sp>
      <p:sp>
        <p:nvSpPr>
          <p:cNvPr id="23" name="">
            <a:extLst xmlns:a="http://schemas.openxmlformats.org/drawingml/2006/main">
              <a:ext uri="{FF2B5EF4-FFF2-40B4-BE49-F238E27FC236}">
                <a16:creationId xmlns:a16="http://schemas.microsoft.com/office/drawing/2014/main" id="{674D994F-D676-4592-B13D-56DB4CCE4478}"/>
              </a:ext>
            </a:extLst>
          </p:cNvPr>
          <p:cNvSpPr>
            <a:spLocks xmlns:a="http://schemas.openxmlformats.org/drawingml/2006/main" noGrp="1"/>
          </p:cNvSpPr>
          <p:nvPr/>
        </p:nvSpPr>
        <p:spPr>
          <a:xfrm xmlns:a="http://schemas.openxmlformats.org/drawingml/2006/main">
            <a:off x="514350" y="5753100"/>
            <a:ext cx="11163300" cy="447675"/>
          </a:xfrm>
          <a:prstGeom xmlns:a="http://schemas.openxmlformats.org/drawingml/2006/main" prst="roundRect">
            <a:avLst>
              <a:gd name="adj" fmla="val 17021"/>
            </a:avLst>
          </a:prstGeom>
          <a:solidFill xmlns:a="http://schemas.openxmlformats.org/drawingml/2006/main">
            <a:srgbClr val="183B5B"/>
          </a:solidFill>
          <a:ln xmlns:a="http://schemas.openxmlformats.org/drawingml/2006/main" w="9525">
            <a:solidFill>
              <a:srgbClr val="183B5B"/>
            </a:solidFill>
          </a:ln>
        </p:spPr>
      </p:sp>
      <p:sp>
        <p:nvSpPr>
          <p:cNvPr id="24" name="">
            <a:extLst xmlns:a="http://schemas.openxmlformats.org/drawingml/2006/main">
              <a:ext uri="{FF2B5EF4-FFF2-40B4-BE49-F238E27FC236}">
                <a16:creationId xmlns:a16="http://schemas.microsoft.com/office/drawing/2014/main" id="{B36A1842-19EF-497B-90B8-D1852E501BB0}"/>
              </a:ext>
            </a:extLst>
          </p:cNvPr>
          <p:cNvSpPr>
            <a:spLocks xmlns:a="http://schemas.openxmlformats.org/drawingml/2006/main" noGrp="1"/>
          </p:cNvSpPr>
          <p:nvPr/>
        </p:nvSpPr>
        <p:spPr>
          <a:xfrm xmlns:a="http://schemas.openxmlformats.org/drawingml/2006/main">
            <a:off x="685800" y="58674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FFFFFF"/>
                </a:solidFill>
                <a:latin typeface="Noto Sans CJK KR"/>
                <a:ea typeface="Noto Sans CJK KR"/>
                <a:cs typeface="Noto Sans CJK KR"/>
              </a:defRPr>
            </a:pPr>
            <a:r>
              <a:rPr sz="1350" b="1">
                <a:solidFill>
                  <a:srgbClr val="FFFFFF"/>
                </a:solidFill>
                <a:latin typeface="Noto Sans CJK KR"/>
                <a:ea typeface="Noto Sans CJK KR"/>
                <a:cs typeface="Noto Sans CJK KR"/>
              </a:rPr>
              <a:t>보안 등급은 문서의 성격, ACL은 로그인 사용자가 실제로 검색할 수 있는 범위를 결정</a:t>
            </a:r>
          </a:p>
        </p:txBody>
      </p:sp>
      <p:sp>
        <p:nvSpPr>
          <p:cNvPr id="25" name="">
            <a:extLst xmlns:a="http://schemas.openxmlformats.org/drawingml/2006/main">
              <a:ext uri="{FF2B5EF4-FFF2-40B4-BE49-F238E27FC236}">
                <a16:creationId xmlns:a16="http://schemas.microsoft.com/office/drawing/2014/main" id="{A19406E0-13AF-4445-A370-CE5399D2CA80}"/>
              </a:ext>
            </a:extLst>
          </p:cNvPr>
          <p:cNvSpPr>
            <a:spLocks xmlns:a="http://schemas.openxmlformats.org/drawingml/2006/main" noGrp="1"/>
          </p:cNvSpPr>
          <p:nvPr/>
        </p:nvSpPr>
        <p:spPr>
          <a:xfrm xmlns:a="http://schemas.openxmlformats.org/drawingml/2006/main">
            <a:off x="514350" y="6353175"/>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26" name="">
            <a:extLst xmlns:a="http://schemas.openxmlformats.org/drawingml/2006/main">
              <a:ext uri="{FF2B5EF4-FFF2-40B4-BE49-F238E27FC236}">
                <a16:creationId xmlns:a16="http://schemas.microsoft.com/office/drawing/2014/main" id="{0BB1EDAD-F601-4A43-AC46-D67B003F544B}"/>
              </a:ext>
            </a:extLst>
          </p:cNvPr>
          <p:cNvSpPr>
            <a:spLocks xmlns:a="http://schemas.openxmlformats.org/drawingml/2006/main" noGrp="1"/>
          </p:cNvSpPr>
          <p:nvPr/>
        </p:nvSpPr>
        <p:spPr>
          <a:xfrm xmlns:a="http://schemas.openxmlformats.org/drawingml/2006/main">
            <a:off x="533400" y="6457950"/>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0">
                <a:solidFill>
                  <a:srgbClr val="52657A"/>
                </a:solidFill>
                <a:latin typeface="Noto Sans CJK KR"/>
                <a:ea typeface="Noto Sans CJK KR"/>
                <a:cs typeface="Noto Sans CJK KR"/>
              </a:defRPr>
            </a:pPr>
            <a:r>
              <a:rPr sz="825" b="0">
                <a:solidFill>
                  <a:srgbClr val="52657A"/>
                </a:solidFill>
                <a:latin typeface="Noto Sans CJK KR"/>
                <a:ea typeface="Noto Sans CJK KR"/>
                <a:cs typeface="Noto Sans CJK KR"/>
              </a:rPr>
              <a:t>L2·L3는 실제 기업 자료가 아닌 합성 내부 자료</a:t>
            </a:r>
          </a:p>
        </p:txBody>
      </p:sp>
      <p:sp>
        <p:nvSpPr>
          <p:cNvPr id="27" name="">
            <a:extLst xmlns:a="http://schemas.openxmlformats.org/drawingml/2006/main">
              <a:ext uri="{FF2B5EF4-FFF2-40B4-BE49-F238E27FC236}">
                <a16:creationId xmlns:a16="http://schemas.microsoft.com/office/drawing/2014/main" id="{C30B45F2-2978-4737-97E2-8FF19724E730}"/>
              </a:ext>
            </a:extLst>
          </p:cNvPr>
          <p:cNvSpPr>
            <a:spLocks xmlns:a="http://schemas.openxmlformats.org/drawingml/2006/main" noGrp="1"/>
          </p:cNvSpPr>
          <p:nvPr/>
        </p:nvSpPr>
        <p:spPr>
          <a:xfrm xmlns:a="http://schemas.openxmlformats.org/drawingml/2006/main">
            <a:off x="10001250" y="6457950"/>
            <a:ext cx="1676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1">
                <a:solidFill>
                  <a:srgbClr val="183B5B"/>
                </a:solidFill>
                <a:latin typeface="Noto Sans CJK KR"/>
                <a:ea typeface="Noto Sans CJK KR"/>
                <a:cs typeface="Noto Sans CJK KR"/>
              </a:defRPr>
            </a:pPr>
            <a:r>
              <a:rPr sz="825" b="1">
                <a:solidFill>
                  <a:srgbClr val="183B5B"/>
                </a:solidFill>
                <a:latin typeface="Noto Sans CJK KR"/>
                <a:ea typeface="Noto Sans CJK KR"/>
                <a:cs typeface="Noto Sans CJK KR"/>
              </a:rPr>
              <a:t>ASTRA · ko-LettuceDetect</a:t>
            </a:r>
          </a:p>
        </p:txBody>
      </p:sp>
    </p:spTree>
    <p:extLst>
      <p:ext uri="{BB962C8B-B14F-4D97-AF65-F5344CB8AC3E}">
        <p14:creationId xmlns:p14="http://schemas.microsoft.com/office/powerpoint/2010/main" val="288199765"/>
      </p:ext>
    </p:extLst>
  </p:cSld>
</p:sld>
</file>

<file path=ppt/slides/slide1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9D526EA0-4E77-4039-956A-68450F907C32}"/>
              </a:ext>
            </a:extLst>
          </p:cNvPr>
          <p:cNvSpPr>
            <a:spLocks xmlns:a="http://schemas.openxmlformats.org/drawingml/2006/main" noGrp="1"/>
          </p:cNvSpPr>
          <p:nvPr/>
        </p:nvSpPr>
        <p:spPr>
          <a:xfrm xmlns:a="http://schemas.openxmlformats.org/drawingml/2006/main">
            <a:off x="5143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119C8B"/>
                </a:solidFill>
                <a:latin typeface="Noto Sans CJK KR"/>
                <a:ea typeface="Noto Sans CJK KR"/>
                <a:cs typeface="Noto Sans CJK KR"/>
              </a:defRPr>
            </a:pPr>
            <a:r>
              <a:rPr sz="975" b="1">
                <a:solidFill>
                  <a:srgbClr val="119C8B"/>
                </a:solidFill>
                <a:latin typeface="Noto Sans CJK KR"/>
                <a:ea typeface="Noto Sans CJK KR"/>
                <a:cs typeface="Noto Sans CJK KR"/>
              </a:rPr>
              <a:t>평가 설계</a:t>
            </a:r>
          </a:p>
        </p:txBody>
      </p:sp>
      <p:sp>
        <p:nvSpPr>
          <p:cNvPr id="2" name="">
            <a:extLst xmlns:a="http://schemas.openxmlformats.org/drawingml/2006/main">
              <a:ext uri="{FF2B5EF4-FFF2-40B4-BE49-F238E27FC236}">
                <a16:creationId xmlns:a16="http://schemas.microsoft.com/office/drawing/2014/main" id="{70BEF69F-2D1F-44EB-93CB-AF54960A55AD}"/>
              </a:ext>
            </a:extLst>
          </p:cNvPr>
          <p:cNvSpPr>
            <a:spLocks xmlns:a="http://schemas.openxmlformats.org/drawingml/2006/main" noGrp="1"/>
          </p:cNvSpPr>
          <p:nvPr/>
        </p:nvSpPr>
        <p:spPr>
          <a:xfrm xmlns:a="http://schemas.openxmlformats.org/drawingml/2006/main">
            <a:off x="514350" y="457200"/>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132238"/>
                </a:solidFill>
                <a:latin typeface="Noto Sans CJK KR"/>
                <a:ea typeface="Noto Sans CJK KR"/>
                <a:cs typeface="Noto Sans CJK KR"/>
              </a:defRPr>
            </a:pPr>
            <a:r>
              <a:rPr sz="2325" b="1">
                <a:solidFill>
                  <a:srgbClr val="132238"/>
                </a:solidFill>
                <a:latin typeface="Noto Sans CJK KR"/>
                <a:ea typeface="Noto Sans CJK KR"/>
                <a:cs typeface="Noto Sans CJK KR"/>
              </a:rPr>
              <a:t>300개 Q-A-R은 검색 DB가 아니라 평가 기준이다</a:t>
            </a:r>
          </a:p>
        </p:txBody>
      </p:sp>
      <p:sp>
        <p:nvSpPr>
          <p:cNvPr id="3" name="">
            <a:extLst xmlns:a="http://schemas.openxmlformats.org/drawingml/2006/main">
              <a:ext uri="{FF2B5EF4-FFF2-40B4-BE49-F238E27FC236}">
                <a16:creationId xmlns:a16="http://schemas.microsoft.com/office/drawing/2014/main" id="{2F7EF108-B57A-465B-B5FC-C5B743F4EAC5}"/>
              </a:ext>
            </a:extLst>
          </p:cNvPr>
          <p:cNvSpPr>
            <a:spLocks xmlns:a="http://schemas.openxmlformats.org/drawingml/2006/main" noGrp="1"/>
          </p:cNvSpPr>
          <p:nvPr/>
        </p:nvSpPr>
        <p:spPr>
          <a:xfrm xmlns:a="http://schemas.openxmlformats.org/drawingml/2006/main">
            <a:off x="533400" y="923925"/>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2657A"/>
                </a:solidFill>
                <a:latin typeface="Noto Sans CJK KR"/>
                <a:ea typeface="Noto Sans CJK KR"/>
                <a:cs typeface="Noto Sans CJK KR"/>
              </a:defRPr>
            </a:pPr>
            <a:r>
              <a:rPr sz="1200" b="0">
                <a:solidFill>
                  <a:srgbClr val="52657A"/>
                </a:solidFill>
                <a:latin typeface="Noto Sans CJK KR"/>
                <a:ea typeface="Noto Sans CJK KR"/>
                <a:cs typeface="Noto Sans CJK KR"/>
              </a:rPr>
              <a:t>질문·기대답·근거를 검색 문서와 분리해 생성 입력 누출을 막음</a:t>
            </a:r>
          </a:p>
        </p:txBody>
      </p:sp>
      <p:sp>
        <p:nvSpPr>
          <p:cNvPr id="4" name="">
            <a:extLst xmlns:a="http://schemas.openxmlformats.org/drawingml/2006/main">
              <a:ext uri="{FF2B5EF4-FFF2-40B4-BE49-F238E27FC236}">
                <a16:creationId xmlns:a16="http://schemas.microsoft.com/office/drawing/2014/main" id="{9D36364D-99E5-461F-B869-6AB6C0F75EF8}"/>
              </a:ext>
            </a:extLst>
          </p:cNvPr>
          <p:cNvSpPr>
            <a:spLocks xmlns:a="http://schemas.openxmlformats.org/drawingml/2006/main" noGrp="1"/>
          </p:cNvSpPr>
          <p:nvPr/>
        </p:nvSpPr>
        <p:spPr>
          <a:xfrm xmlns:a="http://schemas.openxmlformats.org/drawingml/2006/main">
            <a:off x="514350" y="1257300"/>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5" name="">
            <a:extLst xmlns:a="http://schemas.openxmlformats.org/drawingml/2006/main">
              <a:ext uri="{FF2B5EF4-FFF2-40B4-BE49-F238E27FC236}">
                <a16:creationId xmlns:a16="http://schemas.microsoft.com/office/drawing/2014/main" id="{CC97D168-D641-4EE2-A7CC-560D117C5FD0}"/>
              </a:ext>
            </a:extLst>
          </p:cNvPr>
          <p:cNvSpPr>
            <a:spLocks xmlns:a="http://schemas.openxmlformats.org/drawingml/2006/main" noGrp="1"/>
          </p:cNvSpPr>
          <p:nvPr/>
        </p:nvSpPr>
        <p:spPr>
          <a:xfrm xmlns:a="http://schemas.openxmlformats.org/drawingml/2006/main">
            <a:off x="11201400" y="209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52657A"/>
                </a:solidFill>
                <a:latin typeface="Noto Sans CJK KR"/>
                <a:ea typeface="Noto Sans CJK KR"/>
                <a:cs typeface="Noto Sans CJK KR"/>
              </a:defRPr>
            </a:pPr>
            <a:r>
              <a:rPr sz="975" b="1">
                <a:solidFill>
                  <a:srgbClr val="52657A"/>
                </a:solidFill>
                <a:latin typeface="Noto Sans CJK KR"/>
                <a:ea typeface="Noto Sans CJK KR"/>
                <a:cs typeface="Noto Sans CJK KR"/>
              </a:rPr>
              <a:t>14</a:t>
            </a:r>
          </a:p>
        </p:txBody>
      </p:sp>
      <p:sp>
        <p:nvSpPr>
          <p:cNvPr id="6" name="">
            <a:extLst xmlns:a="http://schemas.openxmlformats.org/drawingml/2006/main">
              <a:ext uri="{FF2B5EF4-FFF2-40B4-BE49-F238E27FC236}">
                <a16:creationId xmlns:a16="http://schemas.microsoft.com/office/drawing/2014/main" id="{550C0389-B9AC-4B89-816F-5199E8C8BF55}"/>
              </a:ext>
            </a:extLst>
          </p:cNvPr>
          <p:cNvSpPr>
            <a:spLocks xmlns:a="http://schemas.openxmlformats.org/drawingml/2006/main" noGrp="1"/>
          </p:cNvSpPr>
          <p:nvPr/>
        </p:nvSpPr>
        <p:spPr>
          <a:xfrm xmlns:a="http://schemas.openxmlformats.org/drawingml/2006/main">
            <a:off x="514350" y="1724025"/>
            <a:ext cx="2619375" cy="1343025"/>
          </a:xfrm>
          <a:prstGeom xmlns:a="http://schemas.openxmlformats.org/drawingml/2006/main" prst="roundRect">
            <a:avLst>
              <a:gd name="adj" fmla="val 5674"/>
            </a:avLst>
          </a:prstGeom>
          <a:solidFill xmlns:a="http://schemas.openxmlformats.org/drawingml/2006/main">
            <a:srgbClr val="FFFFFF"/>
          </a:solidFill>
          <a:ln xmlns:a="http://schemas.openxmlformats.org/drawingml/2006/main" w="9525">
            <a:solidFill>
              <a:srgbClr val="CFD9E6"/>
            </a:solidFill>
          </a:ln>
        </p:spPr>
      </p:sp>
      <p:sp>
        <p:nvSpPr>
          <p:cNvPr id="7" name="">
            <a:extLst xmlns:a="http://schemas.openxmlformats.org/drawingml/2006/main">
              <a:ext uri="{FF2B5EF4-FFF2-40B4-BE49-F238E27FC236}">
                <a16:creationId xmlns:a16="http://schemas.microsoft.com/office/drawing/2014/main" id="{11EF6097-336F-42A1-8A49-A0F976D751AE}"/>
              </a:ext>
            </a:extLst>
          </p:cNvPr>
          <p:cNvSpPr>
            <a:spLocks xmlns:a="http://schemas.openxmlformats.org/drawingml/2006/main" noGrp="1"/>
          </p:cNvSpPr>
          <p:nvPr/>
        </p:nvSpPr>
        <p:spPr>
          <a:xfrm xmlns:a="http://schemas.openxmlformats.org/drawingml/2006/main">
            <a:off x="514350" y="1724025"/>
            <a:ext cx="57150" cy="1343025"/>
          </a:xfrm>
          <a:prstGeom xmlns:a="http://schemas.openxmlformats.org/drawingml/2006/main" prst="rect">
            <a:avLst/>
          </a:prstGeom>
          <a:solidFill xmlns:a="http://schemas.openxmlformats.org/drawingml/2006/main">
            <a:srgbClr val="2F6BFF"/>
          </a:solidFill>
          <a:ln xmlns:a="http://schemas.openxmlformats.org/drawingml/2006/main" w="9525">
            <a:solidFill>
              <a:srgbClr val="2F6BFF"/>
            </a:solidFill>
          </a:ln>
        </p:spPr>
      </p:sp>
      <p:sp>
        <p:nvSpPr>
          <p:cNvPr id="8" name="">
            <a:extLst xmlns:a="http://schemas.openxmlformats.org/drawingml/2006/main">
              <a:ext uri="{FF2B5EF4-FFF2-40B4-BE49-F238E27FC236}">
                <a16:creationId xmlns:a16="http://schemas.microsoft.com/office/drawing/2014/main" id="{49EB1C54-6591-4A13-A889-17353D1FAC46}"/>
              </a:ext>
            </a:extLst>
          </p:cNvPr>
          <p:cNvSpPr>
            <a:spLocks xmlns:a="http://schemas.openxmlformats.org/drawingml/2006/main" noGrp="1"/>
          </p:cNvSpPr>
          <p:nvPr/>
        </p:nvSpPr>
        <p:spPr>
          <a:xfrm xmlns:a="http://schemas.openxmlformats.org/drawingml/2006/main">
            <a:off x="676275" y="1847850"/>
            <a:ext cx="2333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32238"/>
                </a:solidFill>
                <a:latin typeface="Noto Sans CJK KR"/>
                <a:ea typeface="Noto Sans CJK KR"/>
                <a:cs typeface="Noto Sans CJK KR"/>
              </a:defRPr>
            </a:pPr>
            <a:r>
              <a:rPr sz="1350" b="1">
                <a:solidFill>
                  <a:srgbClr val="132238"/>
                </a:solidFill>
                <a:latin typeface="Noto Sans CJK KR"/>
                <a:ea typeface="Noto Sans CJK KR"/>
                <a:cs typeface="Noto Sans CJK KR"/>
              </a:rPr>
              <a:t>51건 요건</a:t>
            </a:r>
          </a:p>
        </p:txBody>
      </p:sp>
      <p:sp>
        <p:nvSpPr>
          <p:cNvPr id="9" name="">
            <a:extLst xmlns:a="http://schemas.openxmlformats.org/drawingml/2006/main">
              <a:ext uri="{FF2B5EF4-FFF2-40B4-BE49-F238E27FC236}">
                <a16:creationId xmlns:a16="http://schemas.microsoft.com/office/drawing/2014/main" id="{A234C870-C0E1-4C83-B3A9-2C27A8DF4BC7}"/>
              </a:ext>
            </a:extLst>
          </p:cNvPr>
          <p:cNvSpPr>
            <a:spLocks xmlns:a="http://schemas.openxmlformats.org/drawingml/2006/main" noGrp="1"/>
          </p:cNvSpPr>
          <p:nvPr/>
        </p:nvSpPr>
        <p:spPr>
          <a:xfrm xmlns:a="http://schemas.openxmlformats.org/drawingml/2006/main">
            <a:off x="676275" y="2181225"/>
            <a:ext cx="23145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공고별 참가·실적·인력·인증·금액·일정</a:t>
            </a:r>
          </a:p>
        </p:txBody>
      </p:sp>
      <p:sp>
        <p:nvSpPr>
          <p:cNvPr id="10" name="">
            <a:extLst xmlns:a="http://schemas.openxmlformats.org/drawingml/2006/main">
              <a:ext uri="{FF2B5EF4-FFF2-40B4-BE49-F238E27FC236}">
                <a16:creationId xmlns:a16="http://schemas.microsoft.com/office/drawing/2014/main" id="{4C471D78-CE9A-40C4-9004-A0A7EF03FC55}"/>
              </a:ext>
            </a:extLst>
          </p:cNvPr>
          <p:cNvSpPr>
            <a:spLocks xmlns:a="http://schemas.openxmlformats.org/drawingml/2006/main" noGrp="1"/>
          </p:cNvSpPr>
          <p:nvPr/>
        </p:nvSpPr>
        <p:spPr>
          <a:xfrm xmlns:a="http://schemas.openxmlformats.org/drawingml/2006/main">
            <a:off x="3571875" y="1724025"/>
            <a:ext cx="2619375" cy="1343025"/>
          </a:xfrm>
          <a:prstGeom xmlns:a="http://schemas.openxmlformats.org/drawingml/2006/main" prst="roundRect">
            <a:avLst>
              <a:gd name="adj" fmla="val 5674"/>
            </a:avLst>
          </a:prstGeom>
          <a:solidFill xmlns:a="http://schemas.openxmlformats.org/drawingml/2006/main">
            <a:srgbClr val="FFFFFF"/>
          </a:solidFill>
          <a:ln xmlns:a="http://schemas.openxmlformats.org/drawingml/2006/main" w="9525">
            <a:solidFill>
              <a:srgbClr val="CFD9E6"/>
            </a:solidFill>
          </a:ln>
        </p:spPr>
      </p:sp>
      <p:sp>
        <p:nvSpPr>
          <p:cNvPr id="11" name="">
            <a:extLst xmlns:a="http://schemas.openxmlformats.org/drawingml/2006/main">
              <a:ext uri="{FF2B5EF4-FFF2-40B4-BE49-F238E27FC236}">
                <a16:creationId xmlns:a16="http://schemas.microsoft.com/office/drawing/2014/main" id="{CE953F22-B77E-45A6-AB48-941C36EA1E16}"/>
              </a:ext>
            </a:extLst>
          </p:cNvPr>
          <p:cNvSpPr>
            <a:spLocks xmlns:a="http://schemas.openxmlformats.org/drawingml/2006/main" noGrp="1"/>
          </p:cNvSpPr>
          <p:nvPr/>
        </p:nvSpPr>
        <p:spPr>
          <a:xfrm xmlns:a="http://schemas.openxmlformats.org/drawingml/2006/main">
            <a:off x="3571875" y="1724025"/>
            <a:ext cx="57150" cy="1343025"/>
          </a:xfrm>
          <a:prstGeom xmlns:a="http://schemas.openxmlformats.org/drawingml/2006/main" prst="rect">
            <a:avLst/>
          </a:prstGeom>
          <a:solidFill xmlns:a="http://schemas.openxmlformats.org/drawingml/2006/main">
            <a:srgbClr val="119C8B"/>
          </a:solidFill>
          <a:ln xmlns:a="http://schemas.openxmlformats.org/drawingml/2006/main" w="9525">
            <a:solidFill>
              <a:srgbClr val="119C8B"/>
            </a:solidFill>
          </a:ln>
        </p:spPr>
      </p:sp>
      <p:sp>
        <p:nvSpPr>
          <p:cNvPr id="12" name="">
            <a:extLst xmlns:a="http://schemas.openxmlformats.org/drawingml/2006/main">
              <a:ext uri="{FF2B5EF4-FFF2-40B4-BE49-F238E27FC236}">
                <a16:creationId xmlns:a16="http://schemas.microsoft.com/office/drawing/2014/main" id="{FFF233CE-CA6A-4637-88D5-D9CF7D786103}"/>
              </a:ext>
            </a:extLst>
          </p:cNvPr>
          <p:cNvSpPr>
            <a:spLocks xmlns:a="http://schemas.openxmlformats.org/drawingml/2006/main" noGrp="1"/>
          </p:cNvSpPr>
          <p:nvPr/>
        </p:nvSpPr>
        <p:spPr>
          <a:xfrm xmlns:a="http://schemas.openxmlformats.org/drawingml/2006/main">
            <a:off x="3733800" y="1847850"/>
            <a:ext cx="2333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32238"/>
                </a:solidFill>
                <a:latin typeface="Noto Sans CJK KR"/>
                <a:ea typeface="Noto Sans CJK KR"/>
                <a:cs typeface="Noto Sans CJK KR"/>
              </a:defRPr>
            </a:pPr>
            <a:r>
              <a:rPr sz="1350" b="1">
                <a:solidFill>
                  <a:srgbClr val="132238"/>
                </a:solidFill>
                <a:latin typeface="Noto Sans CJK KR"/>
                <a:ea typeface="Noto Sans CJK KR"/>
                <a:cs typeface="Noto Sans CJK KR"/>
              </a:rPr>
              <a:t>가상 기업 5곳</a:t>
            </a:r>
          </a:p>
        </p:txBody>
      </p:sp>
      <p:sp>
        <p:nvSpPr>
          <p:cNvPr id="13" name="">
            <a:extLst xmlns:a="http://schemas.openxmlformats.org/drawingml/2006/main">
              <a:ext uri="{FF2B5EF4-FFF2-40B4-BE49-F238E27FC236}">
                <a16:creationId xmlns:a16="http://schemas.microsoft.com/office/drawing/2014/main" id="{8DD9FE64-C764-4E7A-91A9-845C50046A3E}"/>
              </a:ext>
            </a:extLst>
          </p:cNvPr>
          <p:cNvSpPr>
            <a:spLocks xmlns:a="http://schemas.openxmlformats.org/drawingml/2006/main" noGrp="1"/>
          </p:cNvSpPr>
          <p:nvPr/>
        </p:nvSpPr>
        <p:spPr>
          <a:xfrm xmlns:a="http://schemas.openxmlformats.org/drawingml/2006/main">
            <a:off x="3733800" y="2181225"/>
            <a:ext cx="23145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회사별 강점·제약과 증빙 상태</a:t>
            </a:r>
          </a:p>
        </p:txBody>
      </p:sp>
      <p:sp>
        <p:nvSpPr>
          <p:cNvPr id="14" name="">
            <a:extLst xmlns:a="http://schemas.openxmlformats.org/drawingml/2006/main">
              <a:ext uri="{FF2B5EF4-FFF2-40B4-BE49-F238E27FC236}">
                <a16:creationId xmlns:a16="http://schemas.microsoft.com/office/drawing/2014/main" id="{702CE93E-EE94-4CD6-AF40-6E6E3A370B60}"/>
              </a:ext>
            </a:extLst>
          </p:cNvPr>
          <p:cNvSpPr>
            <a:spLocks xmlns:a="http://schemas.openxmlformats.org/drawingml/2006/main" noGrp="1"/>
          </p:cNvSpPr>
          <p:nvPr/>
        </p:nvSpPr>
        <p:spPr>
          <a:xfrm xmlns:a="http://schemas.openxmlformats.org/drawingml/2006/main">
            <a:off x="6629400" y="1724025"/>
            <a:ext cx="2619375" cy="1343025"/>
          </a:xfrm>
          <a:prstGeom xmlns:a="http://schemas.openxmlformats.org/drawingml/2006/main" prst="roundRect">
            <a:avLst>
              <a:gd name="adj" fmla="val 5674"/>
            </a:avLst>
          </a:prstGeom>
          <a:solidFill xmlns:a="http://schemas.openxmlformats.org/drawingml/2006/main">
            <a:srgbClr val="FFFFFF"/>
          </a:solidFill>
          <a:ln xmlns:a="http://schemas.openxmlformats.org/drawingml/2006/main" w="9525">
            <a:solidFill>
              <a:srgbClr val="CFD9E6"/>
            </a:solidFill>
          </a:ln>
        </p:spPr>
      </p:sp>
      <p:sp>
        <p:nvSpPr>
          <p:cNvPr id="15" name="">
            <a:extLst xmlns:a="http://schemas.openxmlformats.org/drawingml/2006/main">
              <a:ext uri="{FF2B5EF4-FFF2-40B4-BE49-F238E27FC236}">
                <a16:creationId xmlns:a16="http://schemas.microsoft.com/office/drawing/2014/main" id="{945AFF3C-C367-4B91-AAD5-F570B2519815}"/>
              </a:ext>
            </a:extLst>
          </p:cNvPr>
          <p:cNvSpPr>
            <a:spLocks xmlns:a="http://schemas.openxmlformats.org/drawingml/2006/main" noGrp="1"/>
          </p:cNvSpPr>
          <p:nvPr/>
        </p:nvSpPr>
        <p:spPr>
          <a:xfrm xmlns:a="http://schemas.openxmlformats.org/drawingml/2006/main">
            <a:off x="6629400" y="1724025"/>
            <a:ext cx="57150" cy="1343025"/>
          </a:xfrm>
          <a:prstGeom xmlns:a="http://schemas.openxmlformats.org/drawingml/2006/main" prst="rect">
            <a:avLst/>
          </a:prstGeom>
          <a:solidFill xmlns:a="http://schemas.openxmlformats.org/drawingml/2006/main">
            <a:srgbClr val="F29B38"/>
          </a:solidFill>
          <a:ln xmlns:a="http://schemas.openxmlformats.org/drawingml/2006/main" w="9525">
            <a:solidFill>
              <a:srgbClr val="F29B38"/>
            </a:solidFill>
          </a:ln>
        </p:spPr>
      </p:sp>
      <p:sp>
        <p:nvSpPr>
          <p:cNvPr id="16" name="">
            <a:extLst xmlns:a="http://schemas.openxmlformats.org/drawingml/2006/main">
              <a:ext uri="{FF2B5EF4-FFF2-40B4-BE49-F238E27FC236}">
                <a16:creationId xmlns:a16="http://schemas.microsoft.com/office/drawing/2014/main" id="{1BFA29B7-326F-46F7-A1EF-CF2F27D2B856}"/>
              </a:ext>
            </a:extLst>
          </p:cNvPr>
          <p:cNvSpPr>
            <a:spLocks xmlns:a="http://schemas.openxmlformats.org/drawingml/2006/main" noGrp="1"/>
          </p:cNvSpPr>
          <p:nvPr/>
        </p:nvSpPr>
        <p:spPr>
          <a:xfrm xmlns:a="http://schemas.openxmlformats.org/drawingml/2006/main">
            <a:off x="6791325" y="1847850"/>
            <a:ext cx="2333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32238"/>
                </a:solidFill>
                <a:latin typeface="Noto Sans CJK KR"/>
                <a:ea typeface="Noto Sans CJK KR"/>
                <a:cs typeface="Noto Sans CJK KR"/>
              </a:defRPr>
            </a:pPr>
            <a:r>
              <a:rPr sz="1350" b="1">
                <a:solidFill>
                  <a:srgbClr val="132238"/>
                </a:solidFill>
                <a:latin typeface="Noto Sans CJK KR"/>
                <a:ea typeface="Noto Sans CJK KR"/>
                <a:cs typeface="Noto Sans CJK KR"/>
              </a:rPr>
              <a:t>회사당 60문항</a:t>
            </a:r>
          </a:p>
        </p:txBody>
      </p:sp>
      <p:sp>
        <p:nvSpPr>
          <p:cNvPr id="17" name="">
            <a:extLst xmlns:a="http://schemas.openxmlformats.org/drawingml/2006/main">
              <a:ext uri="{FF2B5EF4-FFF2-40B4-BE49-F238E27FC236}">
                <a16:creationId xmlns:a16="http://schemas.microsoft.com/office/drawing/2014/main" id="{12708B5B-FFBE-4836-ACBA-56A0A3B57767}"/>
              </a:ext>
            </a:extLst>
          </p:cNvPr>
          <p:cNvSpPr>
            <a:spLocks xmlns:a="http://schemas.openxmlformats.org/drawingml/2006/main" noGrp="1"/>
          </p:cNvSpPr>
          <p:nvPr/>
        </p:nvSpPr>
        <p:spPr>
          <a:xfrm xmlns:a="http://schemas.openxmlformats.org/drawingml/2006/main">
            <a:off x="6791325" y="2181225"/>
            <a:ext cx="23145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5 × 60 = 300 Q-A-R</a:t>
            </a:r>
          </a:p>
        </p:txBody>
      </p:sp>
      <p:sp>
        <p:nvSpPr>
          <p:cNvPr id="18" name="">
            <a:extLst xmlns:a="http://schemas.openxmlformats.org/drawingml/2006/main">
              <a:ext uri="{FF2B5EF4-FFF2-40B4-BE49-F238E27FC236}">
                <a16:creationId xmlns:a16="http://schemas.microsoft.com/office/drawing/2014/main" id="{2B10319D-4FE5-4679-80EA-DAA50834C1A3}"/>
              </a:ext>
            </a:extLst>
          </p:cNvPr>
          <p:cNvSpPr>
            <a:spLocks xmlns:a="http://schemas.openxmlformats.org/drawingml/2006/main" noGrp="1"/>
          </p:cNvSpPr>
          <p:nvPr/>
        </p:nvSpPr>
        <p:spPr>
          <a:xfrm xmlns:a="http://schemas.openxmlformats.org/drawingml/2006/main">
            <a:off x="9686925" y="1724025"/>
            <a:ext cx="1990725" cy="1343025"/>
          </a:xfrm>
          <a:prstGeom xmlns:a="http://schemas.openxmlformats.org/drawingml/2006/main" prst="roundRect">
            <a:avLst>
              <a:gd name="adj" fmla="val 5674"/>
            </a:avLst>
          </a:prstGeom>
          <a:solidFill xmlns:a="http://schemas.openxmlformats.org/drawingml/2006/main">
            <a:srgbClr val="FFFFFF"/>
          </a:solidFill>
          <a:ln xmlns:a="http://schemas.openxmlformats.org/drawingml/2006/main" w="9525">
            <a:solidFill>
              <a:srgbClr val="CFD9E6"/>
            </a:solidFill>
          </a:ln>
        </p:spPr>
      </p:sp>
      <p:sp>
        <p:nvSpPr>
          <p:cNvPr id="19" name="">
            <a:extLst xmlns:a="http://schemas.openxmlformats.org/drawingml/2006/main">
              <a:ext uri="{FF2B5EF4-FFF2-40B4-BE49-F238E27FC236}">
                <a16:creationId xmlns:a16="http://schemas.microsoft.com/office/drawing/2014/main" id="{90C2F2D9-E972-4B26-9A39-3C6DDC806B44}"/>
              </a:ext>
            </a:extLst>
          </p:cNvPr>
          <p:cNvSpPr>
            <a:spLocks xmlns:a="http://schemas.openxmlformats.org/drawingml/2006/main" noGrp="1"/>
          </p:cNvSpPr>
          <p:nvPr/>
        </p:nvSpPr>
        <p:spPr>
          <a:xfrm xmlns:a="http://schemas.openxmlformats.org/drawingml/2006/main">
            <a:off x="9686925" y="1724025"/>
            <a:ext cx="57150" cy="1343025"/>
          </a:xfrm>
          <a:prstGeom xmlns:a="http://schemas.openxmlformats.org/drawingml/2006/main" prst="rect">
            <a:avLst/>
          </a:prstGeom>
          <a:solidFill xmlns:a="http://schemas.openxmlformats.org/drawingml/2006/main">
            <a:srgbClr val="7657C8"/>
          </a:solidFill>
          <a:ln xmlns:a="http://schemas.openxmlformats.org/drawingml/2006/main" w="9525">
            <a:solidFill>
              <a:srgbClr val="7657C8"/>
            </a:solidFill>
          </a:ln>
        </p:spPr>
      </p:sp>
      <p:sp>
        <p:nvSpPr>
          <p:cNvPr id="20" name="">
            <a:extLst xmlns:a="http://schemas.openxmlformats.org/drawingml/2006/main">
              <a:ext uri="{FF2B5EF4-FFF2-40B4-BE49-F238E27FC236}">
                <a16:creationId xmlns:a16="http://schemas.microsoft.com/office/drawing/2014/main" id="{0E68DF8B-61FF-4C59-B5D9-F145ACB1FFB5}"/>
              </a:ext>
            </a:extLst>
          </p:cNvPr>
          <p:cNvSpPr>
            <a:spLocks xmlns:a="http://schemas.openxmlformats.org/drawingml/2006/main" noGrp="1"/>
          </p:cNvSpPr>
          <p:nvPr/>
        </p:nvSpPr>
        <p:spPr>
          <a:xfrm xmlns:a="http://schemas.openxmlformats.org/drawingml/2006/main">
            <a:off x="9848850" y="1847850"/>
            <a:ext cx="17049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32238"/>
                </a:solidFill>
                <a:latin typeface="Noto Sans CJK KR"/>
                <a:ea typeface="Noto Sans CJK KR"/>
                <a:cs typeface="Noto Sans CJK KR"/>
              </a:defRPr>
            </a:pPr>
            <a:r>
              <a:rPr sz="1350" b="1">
                <a:solidFill>
                  <a:srgbClr val="132238"/>
                </a:solidFill>
                <a:latin typeface="Noto Sans CJK KR"/>
                <a:ea typeface="Noto Sans CJK KR"/>
                <a:cs typeface="Noto Sans CJK KR"/>
              </a:rPr>
              <a:t>근거 연결</a:t>
            </a:r>
          </a:p>
        </p:txBody>
      </p:sp>
      <p:sp>
        <p:nvSpPr>
          <p:cNvPr id="21" name="">
            <a:extLst xmlns:a="http://schemas.openxmlformats.org/drawingml/2006/main">
              <a:ext uri="{FF2B5EF4-FFF2-40B4-BE49-F238E27FC236}">
                <a16:creationId xmlns:a16="http://schemas.microsoft.com/office/drawing/2014/main" id="{07D10773-3E7D-4E99-87CA-A2D607307450}"/>
              </a:ext>
            </a:extLst>
          </p:cNvPr>
          <p:cNvSpPr>
            <a:spLocks xmlns:a="http://schemas.openxmlformats.org/drawingml/2006/main" noGrp="1"/>
          </p:cNvSpPr>
          <p:nvPr/>
        </p:nvSpPr>
        <p:spPr>
          <a:xfrm xmlns:a="http://schemas.openxmlformats.org/drawingml/2006/main">
            <a:off x="9848850" y="2181225"/>
            <a:ext cx="16859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공고 발췌 299개</a:t>
            </a:r>
          </a:p>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회사 청크 연결 237개</a:t>
            </a:r>
          </a:p>
        </p:txBody>
      </p:sp>
      <p:sp>
        <p:nvSpPr>
          <p:cNvPr id="22" name="">
            <a:extLst xmlns:a="http://schemas.openxmlformats.org/drawingml/2006/main">
              <a:ext uri="{FF2B5EF4-FFF2-40B4-BE49-F238E27FC236}">
                <a16:creationId xmlns:a16="http://schemas.microsoft.com/office/drawing/2014/main" id="{03A7483A-DFC4-4679-93FF-9EDB4D80B268}"/>
              </a:ext>
            </a:extLst>
          </p:cNvPr>
          <p:cNvSpPr>
            <a:spLocks xmlns:a="http://schemas.openxmlformats.org/drawingml/2006/main" noGrp="1"/>
          </p:cNvSpPr>
          <p:nvPr/>
        </p:nvSpPr>
        <p:spPr>
          <a:xfrm xmlns:a="http://schemas.openxmlformats.org/drawingml/2006/main">
            <a:off x="3133725" y="2395538"/>
            <a:ext cx="438150" cy="0"/>
          </a:xfrm>
          <a:prstGeom xmlns:a="http://schemas.openxmlformats.org/drawingml/2006/main" prst="line">
            <a:avLst/>
          </a:prstGeom>
          <a:noFill xmlns:a="http://schemas.openxmlformats.org/drawingml/2006/main"/>
          <a:ln xmlns:a="http://schemas.openxmlformats.org/drawingml/2006/main" w="19050">
            <a:solidFill>
              <a:srgbClr val="52657A"/>
            </a:solidFill>
          </a:ln>
        </p:spPr>
      </p:sp>
      <p:sp>
        <p:nvSpPr>
          <p:cNvPr id="23" name="">
            <a:extLst xmlns:a="http://schemas.openxmlformats.org/drawingml/2006/main">
              <a:ext uri="{FF2B5EF4-FFF2-40B4-BE49-F238E27FC236}">
                <a16:creationId xmlns:a16="http://schemas.microsoft.com/office/drawing/2014/main" id="{73965786-E2AD-454B-AC41-8A813F2B27BD}"/>
              </a:ext>
            </a:extLst>
          </p:cNvPr>
          <p:cNvSpPr>
            <a:spLocks xmlns:a="http://schemas.openxmlformats.org/drawingml/2006/main" noGrp="1"/>
          </p:cNvSpPr>
          <p:nvPr/>
        </p:nvSpPr>
        <p:spPr>
          <a:xfrm xmlns:a="http://schemas.openxmlformats.org/drawingml/2006/main">
            <a:off x="3476625" y="2347913"/>
            <a:ext cx="95250" cy="95250"/>
          </a:xfrm>
          <a:prstGeom xmlns:a="http://schemas.openxmlformats.org/drawingml/2006/main" prst="triangle">
            <a:avLst/>
          </a:prstGeom>
          <a:solidFill xmlns:a="http://schemas.openxmlformats.org/drawingml/2006/main">
            <a:srgbClr val="52657A"/>
          </a:solidFill>
          <a:ln xmlns:a="http://schemas.openxmlformats.org/drawingml/2006/main" w="9525">
            <a:solidFill>
              <a:srgbClr val="52657A"/>
            </a:solidFill>
          </a:ln>
        </p:spPr>
      </p:sp>
      <p:sp>
        <p:nvSpPr>
          <p:cNvPr id="24" name="">
            <a:extLst xmlns:a="http://schemas.openxmlformats.org/drawingml/2006/main">
              <a:ext uri="{FF2B5EF4-FFF2-40B4-BE49-F238E27FC236}">
                <a16:creationId xmlns:a16="http://schemas.microsoft.com/office/drawing/2014/main" id="{DA9E19A3-B839-443A-851A-31C2049AE5C2}"/>
              </a:ext>
            </a:extLst>
          </p:cNvPr>
          <p:cNvSpPr>
            <a:spLocks xmlns:a="http://schemas.openxmlformats.org/drawingml/2006/main" noGrp="1"/>
          </p:cNvSpPr>
          <p:nvPr/>
        </p:nvSpPr>
        <p:spPr>
          <a:xfrm xmlns:a="http://schemas.openxmlformats.org/drawingml/2006/main">
            <a:off x="6191250" y="2395538"/>
            <a:ext cx="438150" cy="0"/>
          </a:xfrm>
          <a:prstGeom xmlns:a="http://schemas.openxmlformats.org/drawingml/2006/main" prst="line">
            <a:avLst/>
          </a:prstGeom>
          <a:noFill xmlns:a="http://schemas.openxmlformats.org/drawingml/2006/main"/>
          <a:ln xmlns:a="http://schemas.openxmlformats.org/drawingml/2006/main" w="19050">
            <a:solidFill>
              <a:srgbClr val="52657A"/>
            </a:solidFill>
          </a:ln>
        </p:spPr>
      </p:sp>
      <p:sp>
        <p:nvSpPr>
          <p:cNvPr id="25" name="">
            <a:extLst xmlns:a="http://schemas.openxmlformats.org/drawingml/2006/main">
              <a:ext uri="{FF2B5EF4-FFF2-40B4-BE49-F238E27FC236}">
                <a16:creationId xmlns:a16="http://schemas.microsoft.com/office/drawing/2014/main" id="{EE3C343E-473E-4425-B518-EDD008B23052}"/>
              </a:ext>
            </a:extLst>
          </p:cNvPr>
          <p:cNvSpPr>
            <a:spLocks xmlns:a="http://schemas.openxmlformats.org/drawingml/2006/main" noGrp="1"/>
          </p:cNvSpPr>
          <p:nvPr/>
        </p:nvSpPr>
        <p:spPr>
          <a:xfrm xmlns:a="http://schemas.openxmlformats.org/drawingml/2006/main">
            <a:off x="6534150" y="2347913"/>
            <a:ext cx="95250" cy="95250"/>
          </a:xfrm>
          <a:prstGeom xmlns:a="http://schemas.openxmlformats.org/drawingml/2006/main" prst="triangle">
            <a:avLst/>
          </a:prstGeom>
          <a:solidFill xmlns:a="http://schemas.openxmlformats.org/drawingml/2006/main">
            <a:srgbClr val="52657A"/>
          </a:solidFill>
          <a:ln xmlns:a="http://schemas.openxmlformats.org/drawingml/2006/main" w="9525">
            <a:solidFill>
              <a:srgbClr val="52657A"/>
            </a:solidFill>
          </a:ln>
        </p:spPr>
      </p:sp>
      <p:sp>
        <p:nvSpPr>
          <p:cNvPr id="26" name="">
            <a:extLst xmlns:a="http://schemas.openxmlformats.org/drawingml/2006/main">
              <a:ext uri="{FF2B5EF4-FFF2-40B4-BE49-F238E27FC236}">
                <a16:creationId xmlns:a16="http://schemas.microsoft.com/office/drawing/2014/main" id="{2D8DD1E5-1774-4B44-BB60-DAEFF2ACDB60}"/>
              </a:ext>
            </a:extLst>
          </p:cNvPr>
          <p:cNvSpPr>
            <a:spLocks xmlns:a="http://schemas.openxmlformats.org/drawingml/2006/main" noGrp="1"/>
          </p:cNvSpPr>
          <p:nvPr/>
        </p:nvSpPr>
        <p:spPr>
          <a:xfrm xmlns:a="http://schemas.openxmlformats.org/drawingml/2006/main">
            <a:off x="9248775" y="2395538"/>
            <a:ext cx="438150" cy="0"/>
          </a:xfrm>
          <a:prstGeom xmlns:a="http://schemas.openxmlformats.org/drawingml/2006/main" prst="line">
            <a:avLst/>
          </a:prstGeom>
          <a:noFill xmlns:a="http://schemas.openxmlformats.org/drawingml/2006/main"/>
          <a:ln xmlns:a="http://schemas.openxmlformats.org/drawingml/2006/main" w="19050">
            <a:solidFill>
              <a:srgbClr val="52657A"/>
            </a:solidFill>
          </a:ln>
        </p:spPr>
      </p:sp>
      <p:sp>
        <p:nvSpPr>
          <p:cNvPr id="27" name="">
            <a:extLst xmlns:a="http://schemas.openxmlformats.org/drawingml/2006/main">
              <a:ext uri="{FF2B5EF4-FFF2-40B4-BE49-F238E27FC236}">
                <a16:creationId xmlns:a16="http://schemas.microsoft.com/office/drawing/2014/main" id="{D11B4CB7-1C25-4683-B9FC-49C935B80710}"/>
              </a:ext>
            </a:extLst>
          </p:cNvPr>
          <p:cNvSpPr>
            <a:spLocks xmlns:a="http://schemas.openxmlformats.org/drawingml/2006/main" noGrp="1"/>
          </p:cNvSpPr>
          <p:nvPr/>
        </p:nvSpPr>
        <p:spPr>
          <a:xfrm xmlns:a="http://schemas.openxmlformats.org/drawingml/2006/main">
            <a:off x="9591675" y="2347913"/>
            <a:ext cx="95250" cy="95250"/>
          </a:xfrm>
          <a:prstGeom xmlns:a="http://schemas.openxmlformats.org/drawingml/2006/main" prst="triangle">
            <a:avLst/>
          </a:prstGeom>
          <a:solidFill xmlns:a="http://schemas.openxmlformats.org/drawingml/2006/main">
            <a:srgbClr val="52657A"/>
          </a:solidFill>
          <a:ln xmlns:a="http://schemas.openxmlformats.org/drawingml/2006/main" w="9525">
            <a:solidFill>
              <a:srgbClr val="52657A"/>
            </a:solidFill>
          </a:ln>
        </p:spPr>
      </p:sp>
      <p:graphicFrame>
        <p:nvGraphicFramePr>
          <p:cNvPr id="62" name=""/>
          <p:cNvGraphicFramePr/>
          <p:nvPr/>
        </p:nvGraphicFramePr>
        <p:xfrm>
          <a:off xmlns:a="http://schemas.openxmlformats.org/drawingml/2006/main" x="514350" y="3409950"/>
          <a:ext xmlns:a="http://schemas.openxmlformats.org/drawingml/2006/main" cx="8020050" cy="2038350"/>
        </p:xfrm>
        <a:graphic xmlns:a="http://schemas.openxmlformats.org/drawingml/2006/main">
          <a:graphicData uri="http://schemas.openxmlformats.org/drawingml/2006/table">
            <a:tbl>
              <a:tblPr/>
              <a:tblGrid>
                <a:gridCol w="2381250"/>
                <a:gridCol w="2095500"/>
                <a:gridCol w="3543300"/>
              </a:tblGrid>
              <a:tr h="339725">
                <a:tc>
                  <a:txBody>
                    <a:bodyPr/>
                    <a:lstStyle/>
                    <a:p>
                      <a:r>
                        <a:rPr sz="1050" b="1">
                          <a:solidFill>
                            <a:srgbClr val="FFFFFF"/>
                          </a:solidFill>
                          <a:latin typeface="Noto Sans CJK KR"/>
                          <a:ea typeface="Noto Sans CJK KR"/>
                          <a:cs typeface="Noto Sans CJK KR"/>
                        </a:rPr>
                        <a:t>검증 항목</a:t>
                      </a:r>
                    </a:p>
                  </a:txBody>
                  <a:tcPr marL="76200" marR="76200" marT="57150" marB="57150" anchor="ctr">
                    <a:solidFill>
                      <a:srgbClr val="183B5B"/>
                    </a:solidFill>
                  </a:tcPr>
                </a:tc>
                <a:tc>
                  <a:txBody>
                    <a:bodyPr/>
                    <a:lstStyle/>
                    <a:p>
                      <a:r>
                        <a:rPr sz="1050" b="1">
                          <a:solidFill>
                            <a:srgbClr val="FFFFFF"/>
                          </a:solidFill>
                          <a:latin typeface="Noto Sans CJK KR"/>
                          <a:ea typeface="Noto Sans CJK KR"/>
                          <a:cs typeface="Noto Sans CJK KR"/>
                        </a:rPr>
                        <a:t>결과</a:t>
                      </a:r>
                    </a:p>
                  </a:txBody>
                  <a:tcPr marL="76200" marR="76200" marT="57150" marB="57150" anchor="ctr">
                    <a:solidFill>
                      <a:srgbClr val="183B5B"/>
                    </a:solidFill>
                  </a:tcPr>
                </a:tc>
                <a:tc>
                  <a:txBody>
                    <a:bodyPr/>
                    <a:lstStyle/>
                    <a:p>
                      <a:r>
                        <a:rPr sz="1050" b="1">
                          <a:solidFill>
                            <a:srgbClr val="FFFFFF"/>
                          </a:solidFill>
                          <a:latin typeface="Noto Sans CJK KR"/>
                          <a:ea typeface="Noto Sans CJK KR"/>
                          <a:cs typeface="Noto Sans CJK KR"/>
                        </a:rPr>
                        <a:t>의미</a:t>
                      </a:r>
                    </a:p>
                  </a:txBody>
                  <a:tcPr marL="76200" marR="76200" marT="57150" marB="57150" anchor="ctr">
                    <a:solidFill>
                      <a:srgbClr val="183B5B"/>
                    </a:solidFill>
                  </a:tcPr>
                </a:tc>
              </a:tr>
              <a:tr h="339725">
                <a:tc>
                  <a:txBody>
                    <a:bodyPr/>
                    <a:lstStyle/>
                    <a:p>
                      <a:r>
                        <a:rPr sz="1050">
                          <a:solidFill>
                            <a:srgbClr val="132238"/>
                          </a:solidFill>
                          <a:latin typeface="Noto Sans CJK KR"/>
                          <a:ea typeface="Noto Sans CJK KR"/>
                          <a:cs typeface="Noto Sans CJK KR"/>
                        </a:rPr>
                        <a:t>질문 ID</a:t>
                      </a:r>
                    </a:p>
                  </a:txBody>
                  <a:tcPr marL="76200" marR="76200" marT="57150" marB="57150" anchor="ctr">
                    <a:solidFill>
                      <a:srgbClr val="FFFFFF"/>
                    </a:solidFill>
                  </a:tcPr>
                </a:tc>
                <a:tc>
                  <a:txBody>
                    <a:bodyPr/>
                    <a:lstStyle/>
                    <a:p>
                      <a:r>
                        <a:rPr sz="1050">
                          <a:solidFill>
                            <a:srgbClr val="132238"/>
                          </a:solidFill>
                          <a:latin typeface="Noto Sans CJK KR"/>
                          <a:ea typeface="Noto Sans CJK KR"/>
                          <a:cs typeface="Noto Sans CJK KR"/>
                        </a:rPr>
                        <a:t>300개 고유</a:t>
                      </a:r>
                    </a:p>
                  </a:txBody>
                  <a:tcPr marL="76200" marR="76200" marT="57150" marB="57150" anchor="ctr">
                    <a:solidFill>
                      <a:srgbClr val="FFFFFF"/>
                    </a:solidFill>
                  </a:tcPr>
                </a:tc>
                <a:tc>
                  <a:txBody>
                    <a:bodyPr/>
                    <a:lstStyle/>
                    <a:p>
                      <a:r>
                        <a:rPr sz="1050">
                          <a:solidFill>
                            <a:srgbClr val="132238"/>
                          </a:solidFill>
                          <a:latin typeface="Noto Sans CJK KR"/>
                          <a:ea typeface="Noto Sans CJK KR"/>
                          <a:cs typeface="Noto Sans CJK KR"/>
                        </a:rPr>
                        <a:t>회사별 60개</a:t>
                      </a:r>
                    </a:p>
                  </a:txBody>
                  <a:tcPr marL="76200" marR="76200" marT="57150" marB="57150" anchor="ctr">
                    <a:solidFill>
                      <a:srgbClr val="FFFFFF"/>
                    </a:solidFill>
                  </a:tcPr>
                </a:tc>
              </a:tr>
              <a:tr h="339725">
                <a:tc>
                  <a:txBody>
                    <a:bodyPr/>
                    <a:lstStyle/>
                    <a:p>
                      <a:r>
                        <a:rPr sz="1050">
                          <a:solidFill>
                            <a:srgbClr val="132238"/>
                          </a:solidFill>
                          <a:latin typeface="Noto Sans CJK KR"/>
                          <a:ea typeface="Noto Sans CJK KR"/>
                          <a:cs typeface="Noto Sans CJK KR"/>
                        </a:rPr>
                        <a:t>공고</a:t>
                      </a:r>
                    </a:p>
                  </a:txBody>
                  <a:tcPr marL="76200" marR="76200" marT="57150" marB="57150" anchor="ctr">
                    <a:solidFill>
                      <a:srgbClr val="FFFFFF"/>
                    </a:solidFill>
                  </a:tcPr>
                </a:tc>
                <a:tc>
                  <a:txBody>
                    <a:bodyPr/>
                    <a:lstStyle/>
                    <a:p>
                      <a:r>
                        <a:rPr sz="1050">
                          <a:solidFill>
                            <a:srgbClr val="132238"/>
                          </a:solidFill>
                          <a:latin typeface="Noto Sans CJK KR"/>
                          <a:ea typeface="Noto Sans CJK KR"/>
                          <a:cs typeface="Noto Sans CJK KR"/>
                        </a:rPr>
                        <a:t>51개</a:t>
                      </a:r>
                    </a:p>
                  </a:txBody>
                  <a:tcPr marL="76200" marR="76200" marT="57150" marB="57150" anchor="ctr">
                    <a:solidFill>
                      <a:srgbClr val="FFFFFF"/>
                    </a:solidFill>
                  </a:tcPr>
                </a:tc>
                <a:tc>
                  <a:txBody>
                    <a:bodyPr/>
                    <a:lstStyle/>
                    <a:p>
                      <a:r>
                        <a:rPr sz="1050">
                          <a:solidFill>
                            <a:srgbClr val="132238"/>
                          </a:solidFill>
                          <a:latin typeface="Noto Sans CJK KR"/>
                          <a:ea typeface="Noto Sans CJK KR"/>
                          <a:cs typeface="Noto Sans CJK KR"/>
                        </a:rPr>
                        <a:t>검수 표본 전체 연결</a:t>
                      </a:r>
                    </a:p>
                  </a:txBody>
                  <a:tcPr marL="76200" marR="76200" marT="57150" marB="57150" anchor="ctr">
                    <a:solidFill>
                      <a:srgbClr val="FFFFFF"/>
                    </a:solidFill>
                  </a:tcPr>
                </a:tc>
              </a:tr>
              <a:tr h="339725">
                <a:tc>
                  <a:txBody>
                    <a:bodyPr/>
                    <a:lstStyle/>
                    <a:p>
                      <a:r>
                        <a:rPr sz="1050">
                          <a:solidFill>
                            <a:srgbClr val="132238"/>
                          </a:solidFill>
                          <a:latin typeface="Noto Sans CJK KR"/>
                          <a:ea typeface="Noto Sans CJK KR"/>
                          <a:cs typeface="Noto Sans CJK KR"/>
                        </a:rPr>
                        <a:t>신규 평가 문서/청크</a:t>
                      </a:r>
                    </a:p>
                  </a:txBody>
                  <a:tcPr marL="76200" marR="76200" marT="57150" marB="57150" anchor="ctr">
                    <a:solidFill>
                      <a:srgbClr val="FFFFFF"/>
                    </a:solidFill>
                  </a:tcPr>
                </a:tc>
                <a:tc>
                  <a:txBody>
                    <a:bodyPr/>
                    <a:lstStyle/>
                    <a:p>
                      <a:r>
                        <a:rPr sz="1050">
                          <a:solidFill>
                            <a:srgbClr val="132238"/>
                          </a:solidFill>
                          <a:latin typeface="Noto Sans CJK KR"/>
                          <a:ea typeface="Noto Sans CJK KR"/>
                          <a:cs typeface="Noto Sans CJK KR"/>
                        </a:rPr>
                        <a:t>15 / 106</a:t>
                      </a:r>
                    </a:p>
                  </a:txBody>
                  <a:tcPr marL="76200" marR="76200" marT="57150" marB="57150" anchor="ctr">
                    <a:solidFill>
                      <a:srgbClr val="FFFFFF"/>
                    </a:solidFill>
                  </a:tcPr>
                </a:tc>
                <a:tc>
                  <a:txBody>
                    <a:bodyPr/>
                    <a:lstStyle/>
                    <a:p>
                      <a:r>
                        <a:rPr sz="1050">
                          <a:solidFill>
                            <a:srgbClr val="132238"/>
                          </a:solidFill>
                          <a:latin typeface="Noto Sans CJK KR"/>
                          <a:ea typeface="Noto Sans CJK KR"/>
                          <a:cs typeface="Noto Sans CJK KR"/>
                        </a:rPr>
                        <a:t>평가 전용 자산</a:t>
                      </a:r>
                    </a:p>
                  </a:txBody>
                  <a:tcPr marL="76200" marR="76200" marT="57150" marB="57150" anchor="ctr">
                    <a:solidFill>
                      <a:srgbClr val="FFFFFF"/>
                    </a:solidFill>
                  </a:tcPr>
                </a:tc>
              </a:tr>
              <a:tr h="339725">
                <a:tc>
                  <a:txBody>
                    <a:bodyPr/>
                    <a:lstStyle/>
                    <a:p>
                      <a:r>
                        <a:rPr sz="1050">
                          <a:solidFill>
                            <a:srgbClr val="132238"/>
                          </a:solidFill>
                          <a:latin typeface="Noto Sans CJK KR"/>
                          <a:ea typeface="Noto Sans CJK KR"/>
                          <a:cs typeface="Noto Sans CJK KR"/>
                        </a:rPr>
                        <a:t>기존 회귀</a:t>
                      </a:r>
                    </a:p>
                  </a:txBody>
                  <a:tcPr marL="76200" marR="76200" marT="57150" marB="57150" anchor="ctr">
                    <a:solidFill>
                      <a:srgbClr val="FFFFFF"/>
                    </a:solidFill>
                  </a:tcPr>
                </a:tc>
                <a:tc>
                  <a:txBody>
                    <a:bodyPr/>
                    <a:lstStyle/>
                    <a:p>
                      <a:r>
                        <a:rPr sz="1050">
                          <a:solidFill>
                            <a:srgbClr val="132238"/>
                          </a:solidFill>
                          <a:latin typeface="Noto Sans CJK KR"/>
                          <a:ea typeface="Noto Sans CJK KR"/>
                          <a:cs typeface="Noto Sans CJK KR"/>
                        </a:rPr>
                        <a:t>v1/r1 hash·C01 byte 재생성 통과</a:t>
                      </a:r>
                    </a:p>
                  </a:txBody>
                  <a:tcPr marL="76200" marR="76200" marT="57150" marB="57150" anchor="ctr">
                    <a:solidFill>
                      <a:srgbClr val="FFFFFF"/>
                    </a:solidFill>
                  </a:tcPr>
                </a:tc>
                <a:tc>
                  <a:txBody>
                    <a:bodyPr/>
                    <a:lstStyle/>
                    <a:p>
                      <a:r>
                        <a:rPr sz="1050">
                          <a:solidFill>
                            <a:srgbClr val="132238"/>
                          </a:solidFill>
                          <a:latin typeface="Noto Sans CJK KR"/>
                          <a:ea typeface="Noto Sans CJK KR"/>
                          <a:cs typeface="Noto Sans CJK KR"/>
                        </a:rPr>
                        <a:t>기존 자료 변경 방지</a:t>
                      </a:r>
                    </a:p>
                  </a:txBody>
                  <a:tcPr marL="76200" marR="76200" marT="57150" marB="57150" anchor="ctr">
                    <a:solidFill>
                      <a:srgbClr val="FFFFFF"/>
                    </a:solidFill>
                  </a:tcPr>
                </a:tc>
              </a:tr>
              <a:tr h="339725">
                <a:tc>
                  <a:txBody>
                    <a:bodyPr/>
                    <a:lstStyle/>
                    <a:p>
                      <a:r>
                        <a:rPr sz="1050">
                          <a:solidFill>
                            <a:srgbClr val="132238"/>
                          </a:solidFill>
                          <a:latin typeface="Noto Sans CJK KR"/>
                          <a:ea typeface="Noto Sans CJK KR"/>
                          <a:cs typeface="Noto Sans CJK KR"/>
                        </a:rPr>
                        <a:t>실제 답변/span</a:t>
                      </a:r>
                    </a:p>
                  </a:txBody>
                  <a:tcPr marL="76200" marR="76200" marT="57150" marB="57150" anchor="ctr">
                    <a:solidFill>
                      <a:srgbClr val="FFFFFF"/>
                    </a:solidFill>
                  </a:tcPr>
                </a:tc>
                <a:tc>
                  <a:txBody>
                    <a:bodyPr/>
                    <a:lstStyle/>
                    <a:p>
                      <a:r>
                        <a:rPr sz="1050">
                          <a:solidFill>
                            <a:srgbClr val="132238"/>
                          </a:solidFill>
                          <a:latin typeface="Noto Sans CJK KR"/>
                          <a:ea typeface="Noto Sans CJK KR"/>
                          <a:cs typeface="Noto Sans CJK KR"/>
                        </a:rPr>
                        <a:t>0 / 0</a:t>
                      </a:r>
                    </a:p>
                  </a:txBody>
                  <a:tcPr marL="76200" marR="76200" marT="57150" marB="57150" anchor="ctr">
                    <a:solidFill>
                      <a:srgbClr val="FFFFFF"/>
                    </a:solidFill>
                  </a:tcPr>
                </a:tc>
                <a:tc>
                  <a:txBody>
                    <a:bodyPr/>
                    <a:lstStyle/>
                    <a:p>
                      <a:r>
                        <a:rPr sz="1050">
                          <a:solidFill>
                            <a:srgbClr val="132238"/>
                          </a:solidFill>
                          <a:latin typeface="Noto Sans CJK KR"/>
                          <a:ea typeface="Noto Sans CJK KR"/>
                          <a:cs typeface="Noto Sans CJK KR"/>
                        </a:rPr>
                        <a:t>평가 데이터 생성 시점에는 미포함</a:t>
                      </a:r>
                    </a:p>
                  </a:txBody>
                  <a:tcPr marL="76200" marR="76200" marT="57150" marB="57150" anchor="ctr">
                    <a:solidFill>
                      <a:srgbClr val="FFFFFF"/>
                    </a:solidFill>
                  </a:tcPr>
                </a:tc>
              </a:tr>
            </a:tbl>
          </a:graphicData>
        </a:graphic>
      </p:graphicFrame>
      <p:sp>
        <p:nvSpPr>
          <p:cNvPr id="29" name="">
            <a:extLst xmlns:a="http://schemas.openxmlformats.org/drawingml/2006/main">
              <a:ext uri="{FF2B5EF4-FFF2-40B4-BE49-F238E27FC236}">
                <a16:creationId xmlns:a16="http://schemas.microsoft.com/office/drawing/2014/main" id="{EA7F855E-08F0-403E-9983-35D2E83B0764}"/>
              </a:ext>
            </a:extLst>
          </p:cNvPr>
          <p:cNvSpPr>
            <a:spLocks xmlns:a="http://schemas.openxmlformats.org/drawingml/2006/main" noGrp="1"/>
          </p:cNvSpPr>
          <p:nvPr/>
        </p:nvSpPr>
        <p:spPr>
          <a:xfrm xmlns:a="http://schemas.openxmlformats.org/drawingml/2006/main">
            <a:off x="8839200" y="3409950"/>
            <a:ext cx="2838450" cy="2038350"/>
          </a:xfrm>
          <a:prstGeom xmlns:a="http://schemas.openxmlformats.org/drawingml/2006/main" prst="roundRect">
            <a:avLst>
              <a:gd name="adj" fmla="val 3738"/>
            </a:avLst>
          </a:prstGeom>
          <a:solidFill xmlns:a="http://schemas.openxmlformats.org/drawingml/2006/main">
            <a:srgbClr val="FFF2DE"/>
          </a:solidFill>
          <a:ln xmlns:a="http://schemas.openxmlformats.org/drawingml/2006/main" w="9525">
            <a:solidFill>
              <a:srgbClr val="F1C783"/>
            </a:solidFill>
          </a:ln>
        </p:spPr>
      </p:sp>
      <p:sp>
        <p:nvSpPr>
          <p:cNvPr id="30" name="">
            <a:extLst xmlns:a="http://schemas.openxmlformats.org/drawingml/2006/main">
              <a:ext uri="{FF2B5EF4-FFF2-40B4-BE49-F238E27FC236}">
                <a16:creationId xmlns:a16="http://schemas.microsoft.com/office/drawing/2014/main" id="{EC030233-8393-4855-94FD-28981C479E78}"/>
              </a:ext>
            </a:extLst>
          </p:cNvPr>
          <p:cNvSpPr>
            <a:spLocks xmlns:a="http://schemas.openxmlformats.org/drawingml/2006/main" noGrp="1"/>
          </p:cNvSpPr>
          <p:nvPr/>
        </p:nvSpPr>
        <p:spPr>
          <a:xfrm xmlns:a="http://schemas.openxmlformats.org/drawingml/2006/main">
            <a:off x="9029700" y="3590925"/>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F29B38"/>
                </a:solidFill>
                <a:latin typeface="Noto Sans CJK KR"/>
                <a:ea typeface="Noto Sans CJK KR"/>
                <a:cs typeface="Noto Sans CJK KR"/>
              </a:defRPr>
            </a:pPr>
            <a:r>
              <a:rPr sz="1275" b="1">
                <a:solidFill>
                  <a:srgbClr val="F29B38"/>
                </a:solidFill>
                <a:latin typeface="Noto Sans CJK KR"/>
                <a:ea typeface="Noto Sans CJK KR"/>
                <a:cs typeface="Noto Sans CJK KR"/>
              </a:rPr>
              <a:t>누출 방지</a:t>
            </a:r>
          </a:p>
        </p:txBody>
      </p:sp>
      <p:sp>
        <p:nvSpPr>
          <p:cNvPr id="31" name="">
            <a:extLst xmlns:a="http://schemas.openxmlformats.org/drawingml/2006/main">
              <a:ext uri="{FF2B5EF4-FFF2-40B4-BE49-F238E27FC236}">
                <a16:creationId xmlns:a16="http://schemas.microsoft.com/office/drawing/2014/main" id="{84B8E4A3-07BD-4BC8-8C6A-AE9C0F849A71}"/>
              </a:ext>
            </a:extLst>
          </p:cNvPr>
          <p:cNvSpPr>
            <a:spLocks xmlns:a="http://schemas.openxmlformats.org/drawingml/2006/main" noGrp="1"/>
          </p:cNvSpPr>
          <p:nvPr/>
        </p:nvSpPr>
        <p:spPr>
          <a:xfrm xmlns:a="http://schemas.openxmlformats.org/drawingml/2006/main">
            <a:off x="9029700" y="3981450"/>
            <a:ext cx="24003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177800" indent="-88900">
              <a:spcAft>
                <a:spcPts val="500"/>
              </a:spcAft>
              <a:buChar char="•"/>
              <a:defRPr sz="1050" b="0">
                <a:solidFill>
                  <a:srgbClr val="132238"/>
                </a:solidFill>
                <a:latin typeface="Noto Sans CJK KR"/>
                <a:ea typeface="Noto Sans CJK KR"/>
                <a:cs typeface="Noto Sans CJK KR"/>
              </a:defRPr>
            </a:pPr>
            <a:r>
              <a:rPr sz="1050" b="0">
                <a:solidFill>
                  <a:srgbClr val="132238"/>
                </a:solidFill>
                <a:latin typeface="Noto Sans CJK KR"/>
                <a:ea typeface="Noto Sans CJK KR"/>
                <a:cs typeface="Noto Sans CJK KR"/>
              </a:rPr>
              <a:t>기대답·라벨은 검색 문서에서 제외</a:t>
            </a:r>
          </a:p>
          <a:p xmlns:a="http://schemas.openxmlformats.org/drawingml/2006/main">
            <a:pPr marL="177800" indent="-88900">
              <a:spcAft>
                <a:spcPts val="500"/>
              </a:spcAft>
              <a:buChar char="•"/>
              <a:defRPr sz="1050" b="0">
                <a:solidFill>
                  <a:srgbClr val="132238"/>
                </a:solidFill>
                <a:latin typeface="Noto Sans CJK KR"/>
                <a:ea typeface="Noto Sans CJK KR"/>
                <a:cs typeface="Noto Sans CJK KR"/>
              </a:defRPr>
            </a:pPr>
            <a:r>
              <a:rPr sz="1050" b="0">
                <a:solidFill>
                  <a:srgbClr val="132238"/>
                </a:solidFill>
                <a:latin typeface="Noto Sans CJK KR"/>
                <a:ea typeface="Noto Sans CJK KR"/>
                <a:cs typeface="Noto Sans CJK KR"/>
              </a:rPr>
              <a:t>평가 파일은 별도 경로에 격리</a:t>
            </a:r>
          </a:p>
          <a:p xmlns:a="http://schemas.openxmlformats.org/drawingml/2006/main">
            <a:pPr marL="177800" indent="-88900">
              <a:spcAft>
                <a:spcPts val="500"/>
              </a:spcAft>
              <a:buChar char="•"/>
              <a:defRPr sz="1050" b="0">
                <a:solidFill>
                  <a:srgbClr val="132238"/>
                </a:solidFill>
                <a:latin typeface="Noto Sans CJK KR"/>
                <a:ea typeface="Noto Sans CJK KR"/>
                <a:cs typeface="Noto Sans CJK KR"/>
              </a:defRPr>
            </a:pPr>
            <a:r>
              <a:rPr sz="1050" b="0">
                <a:solidFill>
                  <a:srgbClr val="132238"/>
                </a:solidFill>
                <a:latin typeface="Noto Sans CJK KR"/>
                <a:ea typeface="Noto Sans CJK KR"/>
                <a:cs typeface="Noto Sans CJK KR"/>
              </a:rPr>
              <a:t>질문과 생성 답변을 같은 정본 ID로 연결</a:t>
            </a:r>
          </a:p>
          <a:p xmlns:a="http://schemas.openxmlformats.org/drawingml/2006/main">
            <a:pPr marL="177800" indent="-88900">
              <a:spcAft>
                <a:spcPts val="500"/>
              </a:spcAft>
              <a:buChar char="•"/>
              <a:defRPr sz="1050" b="0">
                <a:solidFill>
                  <a:srgbClr val="132238"/>
                </a:solidFill>
                <a:latin typeface="Noto Sans CJK KR"/>
                <a:ea typeface="Noto Sans CJK KR"/>
                <a:cs typeface="Noto Sans CJK KR"/>
              </a:defRPr>
            </a:pPr>
            <a:r>
              <a:rPr sz="1050" b="0">
                <a:solidFill>
                  <a:srgbClr val="132238"/>
                </a:solidFill>
                <a:latin typeface="Noto Sans CJK KR"/>
                <a:ea typeface="Noto Sans CJK KR"/>
                <a:cs typeface="Noto Sans CJK KR"/>
              </a:rPr>
              <a:t>사람 승인 전 gold 성능으로 부르지 않음</a:t>
            </a:r>
          </a:p>
        </p:txBody>
      </p:sp>
      <p:sp>
        <p:nvSpPr>
          <p:cNvPr id="32" name="">
            <a:extLst xmlns:a="http://schemas.openxmlformats.org/drawingml/2006/main">
              <a:ext uri="{FF2B5EF4-FFF2-40B4-BE49-F238E27FC236}">
                <a16:creationId xmlns:a16="http://schemas.microsoft.com/office/drawing/2014/main" id="{E0D5CD55-13B2-409B-8493-49F8AE138982}"/>
              </a:ext>
            </a:extLst>
          </p:cNvPr>
          <p:cNvSpPr>
            <a:spLocks xmlns:a="http://schemas.openxmlformats.org/drawingml/2006/main" noGrp="1"/>
          </p:cNvSpPr>
          <p:nvPr/>
        </p:nvSpPr>
        <p:spPr>
          <a:xfrm xmlns:a="http://schemas.openxmlformats.org/drawingml/2006/main">
            <a:off x="514350" y="6353175"/>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33" name="">
            <a:extLst xmlns:a="http://schemas.openxmlformats.org/drawingml/2006/main">
              <a:ext uri="{FF2B5EF4-FFF2-40B4-BE49-F238E27FC236}">
                <a16:creationId xmlns:a16="http://schemas.microsoft.com/office/drawing/2014/main" id="{B4F8354B-B085-47F3-946D-33C3A6FD2285}"/>
              </a:ext>
            </a:extLst>
          </p:cNvPr>
          <p:cNvSpPr>
            <a:spLocks xmlns:a="http://schemas.openxmlformats.org/drawingml/2006/main" noGrp="1"/>
          </p:cNvSpPr>
          <p:nvPr/>
        </p:nvSpPr>
        <p:spPr>
          <a:xfrm xmlns:a="http://schemas.openxmlformats.org/drawingml/2006/main">
            <a:off x="533400" y="6457950"/>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0">
                <a:solidFill>
                  <a:srgbClr val="52657A"/>
                </a:solidFill>
                <a:latin typeface="Noto Sans CJK KR"/>
                <a:ea typeface="Noto Sans CJK KR"/>
                <a:cs typeface="Noto Sans CJK KR"/>
              </a:defRPr>
            </a:pPr>
            <a:r>
              <a:rPr sz="825" b="0">
                <a:solidFill>
                  <a:srgbClr val="52657A"/>
                </a:solidFill>
                <a:latin typeface="Noto Sans CJK KR"/>
                <a:ea typeface="Noto Sans CJK KR"/>
                <a:cs typeface="Noto Sans CJK KR"/>
              </a:rPr>
              <a:t>문자열·참조 검사는 의미적 정답이나 검색 성능 보증이 아님</a:t>
            </a:r>
          </a:p>
        </p:txBody>
      </p:sp>
      <p:sp>
        <p:nvSpPr>
          <p:cNvPr id="34" name="">
            <a:extLst xmlns:a="http://schemas.openxmlformats.org/drawingml/2006/main">
              <a:ext uri="{FF2B5EF4-FFF2-40B4-BE49-F238E27FC236}">
                <a16:creationId xmlns:a16="http://schemas.microsoft.com/office/drawing/2014/main" id="{AE0B0312-3F4E-4B1C-8CB1-6FE10F922192}"/>
              </a:ext>
            </a:extLst>
          </p:cNvPr>
          <p:cNvSpPr>
            <a:spLocks xmlns:a="http://schemas.openxmlformats.org/drawingml/2006/main" noGrp="1"/>
          </p:cNvSpPr>
          <p:nvPr/>
        </p:nvSpPr>
        <p:spPr>
          <a:xfrm xmlns:a="http://schemas.openxmlformats.org/drawingml/2006/main">
            <a:off x="10001250" y="6457950"/>
            <a:ext cx="1676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1">
                <a:solidFill>
                  <a:srgbClr val="183B5B"/>
                </a:solidFill>
                <a:latin typeface="Noto Sans CJK KR"/>
                <a:ea typeface="Noto Sans CJK KR"/>
                <a:cs typeface="Noto Sans CJK KR"/>
              </a:defRPr>
            </a:pPr>
            <a:r>
              <a:rPr sz="825" b="1">
                <a:solidFill>
                  <a:srgbClr val="183B5B"/>
                </a:solidFill>
                <a:latin typeface="Noto Sans CJK KR"/>
                <a:ea typeface="Noto Sans CJK KR"/>
                <a:cs typeface="Noto Sans CJK KR"/>
              </a:rPr>
              <a:t>ASTRA · ko-LettuceDetect</a:t>
            </a:r>
          </a:p>
        </p:txBody>
      </p:sp>
    </p:spTree>
    <p:extLst>
      <p:ext uri="{BB962C8B-B14F-4D97-AF65-F5344CB8AC3E}">
        <p14:creationId xmlns:p14="http://schemas.microsoft.com/office/powerpoint/2010/main" val="2017789378"/>
      </p:ext>
    </p:extLst>
  </p:cSld>
</p:sld>
</file>

<file path=ppt/slides/slide1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99" name="">
            <a:extLst xmlns:a="http://schemas.openxmlformats.org/drawingml/2006/main">
              <a:ext uri="{FF2B5EF4-FFF2-40B4-BE49-F238E27FC236}">
                <a16:creationId xmlns:a16="http://schemas.microsoft.com/office/drawing/2014/main" id="{A59A04A7-A284-47C4-AD9E-31353C18101E}"/>
              </a:ext>
            </a:extLst>
          </p:cNvPr>
          <p:cNvSpPr>
            <a:spLocks xmlns:a="http://schemas.openxmlformats.org/drawingml/2006/main" noGrp="1"/>
          </p:cNvSpPr>
          <p:nvPr/>
        </p:nvSpPr>
        <p:spPr>
          <a:xfrm xmlns:a="http://schemas.openxmlformats.org/drawingml/2006/main">
            <a:off x="5143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119C8B"/>
                </a:solidFill>
                <a:latin typeface="Noto Sans CJK KR"/>
                <a:ea typeface="Noto Sans CJK KR"/>
                <a:cs typeface="Noto Sans CJK KR"/>
              </a:defRPr>
            </a:pPr>
            <a:r>
              <a:rPr sz="975" b="1">
                <a:solidFill>
                  <a:srgbClr val="119C8B"/>
                </a:solidFill>
                <a:latin typeface="Noto Sans CJK KR"/>
                <a:ea typeface="Noto Sans CJK KR"/>
                <a:cs typeface="Noto Sans CJK KR"/>
              </a:rPr>
              <a:t>평가 설계</a:t>
            </a:r>
          </a:p>
        </p:txBody>
      </p:sp>
      <p:sp>
        <p:nvSpPr>
          <p:cNvPr id="2" name="">
            <a:extLst xmlns:a="http://schemas.openxmlformats.org/drawingml/2006/main">
              <a:ext uri="{FF2B5EF4-FFF2-40B4-BE49-F238E27FC236}">
                <a16:creationId xmlns:a16="http://schemas.microsoft.com/office/drawing/2014/main" id="{BD486CB1-6650-405E-A132-B04F585AB7FE}"/>
              </a:ext>
            </a:extLst>
          </p:cNvPr>
          <p:cNvSpPr>
            <a:spLocks xmlns:a="http://schemas.openxmlformats.org/drawingml/2006/main" noGrp="1"/>
          </p:cNvSpPr>
          <p:nvPr/>
        </p:nvSpPr>
        <p:spPr>
          <a:xfrm xmlns:a="http://schemas.openxmlformats.org/drawingml/2006/main">
            <a:off x="514350" y="457200"/>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132238"/>
                </a:solidFill>
                <a:latin typeface="Noto Sans CJK KR"/>
                <a:ea typeface="Noto Sans CJK KR"/>
                <a:cs typeface="Noto Sans CJK KR"/>
              </a:defRPr>
            </a:pPr>
            <a:r>
              <a:rPr sz="2325" b="1">
                <a:solidFill>
                  <a:srgbClr val="132238"/>
                </a:solidFill>
                <a:latin typeface="Noto Sans CJK KR"/>
                <a:ea typeface="Noto Sans CJK KR"/>
                <a:cs typeface="Noto Sans CJK KR"/>
              </a:rPr>
              <a:t>ASTRA는 구축 파이프라인과 질의 파이프라인을 분리한다</a:t>
            </a:r>
          </a:p>
        </p:txBody>
      </p:sp>
      <p:sp>
        <p:nvSpPr>
          <p:cNvPr id="3" name="">
            <a:extLst xmlns:a="http://schemas.openxmlformats.org/drawingml/2006/main">
              <a:ext uri="{FF2B5EF4-FFF2-40B4-BE49-F238E27FC236}">
                <a16:creationId xmlns:a16="http://schemas.microsoft.com/office/drawing/2014/main" id="{07D95927-0622-44E1-B680-F6979A459518}"/>
              </a:ext>
            </a:extLst>
          </p:cNvPr>
          <p:cNvSpPr>
            <a:spLocks xmlns:a="http://schemas.openxmlformats.org/drawingml/2006/main" noGrp="1"/>
          </p:cNvSpPr>
          <p:nvPr/>
        </p:nvSpPr>
        <p:spPr>
          <a:xfrm xmlns:a="http://schemas.openxmlformats.org/drawingml/2006/main">
            <a:off x="533400" y="923925"/>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2657A"/>
                </a:solidFill>
                <a:latin typeface="Noto Sans CJK KR"/>
                <a:ea typeface="Noto Sans CJK KR"/>
                <a:cs typeface="Noto Sans CJK KR"/>
              </a:defRPr>
            </a:pPr>
            <a:r>
              <a:rPr sz="1200" b="0">
                <a:solidFill>
                  <a:srgbClr val="52657A"/>
                </a:solidFill>
                <a:latin typeface="Noto Sans CJK KR"/>
                <a:ea typeface="Noto Sans CJK KR"/>
                <a:cs typeface="Noto Sans CJK KR"/>
              </a:rPr>
              <a:t>정본을 한 번 구축하고, 질의마다 권한·검색·생성·검증을 순서대로 적용</a:t>
            </a:r>
          </a:p>
        </p:txBody>
      </p:sp>
      <p:sp>
        <p:nvSpPr>
          <p:cNvPr id="4" name="">
            <a:extLst xmlns:a="http://schemas.openxmlformats.org/drawingml/2006/main">
              <a:ext uri="{FF2B5EF4-FFF2-40B4-BE49-F238E27FC236}">
                <a16:creationId xmlns:a16="http://schemas.microsoft.com/office/drawing/2014/main" id="{C5C073F8-3E17-4402-93F6-338026833AF0}"/>
              </a:ext>
            </a:extLst>
          </p:cNvPr>
          <p:cNvSpPr>
            <a:spLocks xmlns:a="http://schemas.openxmlformats.org/drawingml/2006/main" noGrp="1"/>
          </p:cNvSpPr>
          <p:nvPr/>
        </p:nvSpPr>
        <p:spPr>
          <a:xfrm xmlns:a="http://schemas.openxmlformats.org/drawingml/2006/main">
            <a:off x="514350" y="1257300"/>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5" name="">
            <a:extLst xmlns:a="http://schemas.openxmlformats.org/drawingml/2006/main">
              <a:ext uri="{FF2B5EF4-FFF2-40B4-BE49-F238E27FC236}">
                <a16:creationId xmlns:a16="http://schemas.microsoft.com/office/drawing/2014/main" id="{E0314D04-42F9-48CC-8BB2-DEED5405C7F6}"/>
              </a:ext>
            </a:extLst>
          </p:cNvPr>
          <p:cNvSpPr>
            <a:spLocks xmlns:a="http://schemas.openxmlformats.org/drawingml/2006/main" noGrp="1"/>
          </p:cNvSpPr>
          <p:nvPr/>
        </p:nvSpPr>
        <p:spPr>
          <a:xfrm xmlns:a="http://schemas.openxmlformats.org/drawingml/2006/main">
            <a:off x="11201400" y="209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52657A"/>
                </a:solidFill>
                <a:latin typeface="Noto Sans CJK KR"/>
                <a:ea typeface="Noto Sans CJK KR"/>
                <a:cs typeface="Noto Sans CJK KR"/>
              </a:defRPr>
            </a:pPr>
            <a:r>
              <a:rPr sz="975" b="1">
                <a:solidFill>
                  <a:srgbClr val="52657A"/>
                </a:solidFill>
                <a:latin typeface="Noto Sans CJK KR"/>
                <a:ea typeface="Noto Sans CJK KR"/>
                <a:cs typeface="Noto Sans CJK KR"/>
              </a:rPr>
              <a:t>15</a:t>
            </a:r>
          </a:p>
        </p:txBody>
      </p:sp>
      <p:sp>
        <p:nvSpPr>
          <p:cNvPr id="6" name="">
            <a:extLst xmlns:a="http://schemas.openxmlformats.org/drawingml/2006/main">
              <a:ext uri="{FF2B5EF4-FFF2-40B4-BE49-F238E27FC236}">
                <a16:creationId xmlns:a16="http://schemas.microsoft.com/office/drawing/2014/main" id="{142B68AB-93CF-485D-A3B4-672DB6610657}"/>
              </a:ext>
            </a:extLst>
          </p:cNvPr>
          <p:cNvSpPr>
            <a:spLocks xmlns:a="http://schemas.openxmlformats.org/drawingml/2006/main" noGrp="1"/>
          </p:cNvSpPr>
          <p:nvPr/>
        </p:nvSpPr>
        <p:spPr>
          <a:xfrm xmlns:a="http://schemas.openxmlformats.org/drawingml/2006/main">
            <a:off x="514350" y="1885950"/>
            <a:ext cx="723900" cy="257175"/>
          </a:xfrm>
          <a:prstGeom xmlns:a="http://schemas.openxmlformats.org/drawingml/2006/main" prst="roundRect">
            <a:avLst>
              <a:gd name="adj" fmla="val 29630"/>
            </a:avLst>
          </a:prstGeom>
          <a:solidFill xmlns:a="http://schemas.openxmlformats.org/drawingml/2006/main">
            <a:srgbClr val="2F6BFF"/>
          </a:solidFill>
          <a:ln xmlns:a="http://schemas.openxmlformats.org/drawingml/2006/main" w="9525">
            <a:solidFill>
              <a:srgbClr val="2F6BFF"/>
            </a:solidFill>
          </a:ln>
        </p:spPr>
      </p:sp>
      <p:sp>
        <p:nvSpPr>
          <p:cNvPr id="7" name="">
            <a:extLst xmlns:a="http://schemas.openxmlformats.org/drawingml/2006/main">
              <a:ext uri="{FF2B5EF4-FFF2-40B4-BE49-F238E27FC236}">
                <a16:creationId xmlns:a16="http://schemas.microsoft.com/office/drawing/2014/main" id="{33BDF864-A52C-4D29-92FB-4BD962A0A7E7}"/>
              </a:ext>
            </a:extLst>
          </p:cNvPr>
          <p:cNvSpPr>
            <a:spLocks xmlns:a="http://schemas.openxmlformats.org/drawingml/2006/main" noGrp="1"/>
          </p:cNvSpPr>
          <p:nvPr/>
        </p:nvSpPr>
        <p:spPr>
          <a:xfrm xmlns:a="http://schemas.openxmlformats.org/drawingml/2006/main">
            <a:off x="514350" y="1924050"/>
            <a:ext cx="723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FFFFFF"/>
                </a:solidFill>
                <a:latin typeface="Noto Sans CJK KR"/>
                <a:ea typeface="Noto Sans CJK KR"/>
                <a:cs typeface="Noto Sans CJK KR"/>
              </a:defRPr>
            </a:pPr>
            <a:r>
              <a:rPr sz="900" b="1">
                <a:solidFill>
                  <a:srgbClr val="FFFFFF"/>
                </a:solidFill>
                <a:latin typeface="Noto Sans CJK KR"/>
                <a:ea typeface="Noto Sans CJK KR"/>
                <a:cs typeface="Noto Sans CJK KR"/>
              </a:rPr>
              <a:t>BUILD</a:t>
            </a:r>
          </a:p>
        </p:txBody>
      </p:sp>
      <p:sp>
        <p:nvSpPr>
          <p:cNvPr id="8" name="">
            <a:extLst xmlns:a="http://schemas.openxmlformats.org/drawingml/2006/main">
              <a:ext uri="{FF2B5EF4-FFF2-40B4-BE49-F238E27FC236}">
                <a16:creationId xmlns:a16="http://schemas.microsoft.com/office/drawing/2014/main" id="{9BAD3413-395B-4A02-8CAD-AFA112657B9B}"/>
              </a:ext>
            </a:extLst>
          </p:cNvPr>
          <p:cNvSpPr>
            <a:spLocks xmlns:a="http://schemas.openxmlformats.org/drawingml/2006/main" noGrp="1"/>
          </p:cNvSpPr>
          <p:nvPr/>
        </p:nvSpPr>
        <p:spPr>
          <a:xfrm xmlns:a="http://schemas.openxmlformats.org/drawingml/2006/main">
            <a:off x="1457325" y="1590675"/>
            <a:ext cx="1762125" cy="981075"/>
          </a:xfrm>
          <a:prstGeom xmlns:a="http://schemas.openxmlformats.org/drawingml/2006/main" prst="roundRect">
            <a:avLst>
              <a:gd name="adj" fmla="val 7767"/>
            </a:avLst>
          </a:prstGeom>
          <a:solidFill xmlns:a="http://schemas.openxmlformats.org/drawingml/2006/main">
            <a:srgbClr val="FFFFFF"/>
          </a:solidFill>
          <a:ln xmlns:a="http://schemas.openxmlformats.org/drawingml/2006/main" w="9525">
            <a:solidFill>
              <a:srgbClr val="CFD9E6"/>
            </a:solidFill>
          </a:ln>
        </p:spPr>
      </p:sp>
      <p:sp>
        <p:nvSpPr>
          <p:cNvPr id="9" name="">
            <a:extLst xmlns:a="http://schemas.openxmlformats.org/drawingml/2006/main">
              <a:ext uri="{FF2B5EF4-FFF2-40B4-BE49-F238E27FC236}">
                <a16:creationId xmlns:a16="http://schemas.microsoft.com/office/drawing/2014/main" id="{A6E6064B-88B2-433B-A229-B27A8E54DBD9}"/>
              </a:ext>
            </a:extLst>
          </p:cNvPr>
          <p:cNvSpPr>
            <a:spLocks xmlns:a="http://schemas.openxmlformats.org/drawingml/2006/main" noGrp="1"/>
          </p:cNvSpPr>
          <p:nvPr/>
        </p:nvSpPr>
        <p:spPr>
          <a:xfrm xmlns:a="http://schemas.openxmlformats.org/drawingml/2006/main">
            <a:off x="1457325" y="1590675"/>
            <a:ext cx="57150" cy="981075"/>
          </a:xfrm>
          <a:prstGeom xmlns:a="http://schemas.openxmlformats.org/drawingml/2006/main" prst="rect">
            <a:avLst/>
          </a:prstGeom>
          <a:solidFill xmlns:a="http://schemas.openxmlformats.org/drawingml/2006/main">
            <a:srgbClr val="2F6BFF"/>
          </a:solidFill>
          <a:ln xmlns:a="http://schemas.openxmlformats.org/drawingml/2006/main" w="9525">
            <a:solidFill>
              <a:srgbClr val="2F6BFF"/>
            </a:solidFill>
          </a:ln>
        </p:spPr>
      </p:sp>
      <p:sp>
        <p:nvSpPr>
          <p:cNvPr id="10" name="">
            <a:extLst xmlns:a="http://schemas.openxmlformats.org/drawingml/2006/main">
              <a:ext uri="{FF2B5EF4-FFF2-40B4-BE49-F238E27FC236}">
                <a16:creationId xmlns:a16="http://schemas.microsoft.com/office/drawing/2014/main" id="{98497245-FE33-4F69-81D3-5CF07DC8AE7B}"/>
              </a:ext>
            </a:extLst>
          </p:cNvPr>
          <p:cNvSpPr>
            <a:spLocks xmlns:a="http://schemas.openxmlformats.org/drawingml/2006/main" noGrp="1"/>
          </p:cNvSpPr>
          <p:nvPr/>
        </p:nvSpPr>
        <p:spPr>
          <a:xfrm xmlns:a="http://schemas.openxmlformats.org/drawingml/2006/main">
            <a:off x="1619250" y="1714500"/>
            <a:ext cx="1476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32238"/>
                </a:solidFill>
                <a:latin typeface="Noto Sans CJK KR"/>
                <a:ea typeface="Noto Sans CJK KR"/>
                <a:cs typeface="Noto Sans CJK KR"/>
              </a:defRPr>
            </a:pPr>
            <a:r>
              <a:rPr sz="1350" b="1">
                <a:solidFill>
                  <a:srgbClr val="132238"/>
                </a:solidFill>
                <a:latin typeface="Noto Sans CJK KR"/>
                <a:ea typeface="Noto Sans CJK KR"/>
                <a:cs typeface="Noto Sans CJK KR"/>
              </a:rPr>
              <a:t>수집</a:t>
            </a:r>
          </a:p>
        </p:txBody>
      </p:sp>
      <p:sp>
        <p:nvSpPr>
          <p:cNvPr id="11" name="">
            <a:extLst xmlns:a="http://schemas.openxmlformats.org/drawingml/2006/main">
              <a:ext uri="{FF2B5EF4-FFF2-40B4-BE49-F238E27FC236}">
                <a16:creationId xmlns:a16="http://schemas.microsoft.com/office/drawing/2014/main" id="{B21D6C97-7EAA-43A8-AE16-6AE8583F3A82}"/>
              </a:ext>
            </a:extLst>
          </p:cNvPr>
          <p:cNvSpPr>
            <a:spLocks xmlns:a="http://schemas.openxmlformats.org/drawingml/2006/main" noGrp="1"/>
          </p:cNvSpPr>
          <p:nvPr/>
        </p:nvSpPr>
        <p:spPr>
          <a:xfrm xmlns:a="http://schemas.openxmlformats.org/drawingml/2006/main">
            <a:off x="1619250" y="2047875"/>
            <a:ext cx="1457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OpenAPI·첨부</a:t>
            </a:r>
          </a:p>
        </p:txBody>
      </p:sp>
      <p:sp>
        <p:nvSpPr>
          <p:cNvPr id="12" name="">
            <a:extLst xmlns:a="http://schemas.openxmlformats.org/drawingml/2006/main">
              <a:ext uri="{FF2B5EF4-FFF2-40B4-BE49-F238E27FC236}">
                <a16:creationId xmlns:a16="http://schemas.microsoft.com/office/drawing/2014/main" id="{316ADED5-BECE-4FAF-8DF4-EF67C936A9F7}"/>
              </a:ext>
            </a:extLst>
          </p:cNvPr>
          <p:cNvSpPr>
            <a:spLocks xmlns:a="http://schemas.openxmlformats.org/drawingml/2006/main" noGrp="1"/>
          </p:cNvSpPr>
          <p:nvPr/>
        </p:nvSpPr>
        <p:spPr>
          <a:xfrm xmlns:a="http://schemas.openxmlformats.org/drawingml/2006/main">
            <a:off x="3505200" y="1590675"/>
            <a:ext cx="1762125" cy="981075"/>
          </a:xfrm>
          <a:prstGeom xmlns:a="http://schemas.openxmlformats.org/drawingml/2006/main" prst="roundRect">
            <a:avLst>
              <a:gd name="adj" fmla="val 7767"/>
            </a:avLst>
          </a:prstGeom>
          <a:solidFill xmlns:a="http://schemas.openxmlformats.org/drawingml/2006/main">
            <a:srgbClr val="FFFFFF"/>
          </a:solidFill>
          <a:ln xmlns:a="http://schemas.openxmlformats.org/drawingml/2006/main" w="9525">
            <a:solidFill>
              <a:srgbClr val="CFD9E6"/>
            </a:solidFill>
          </a:ln>
        </p:spPr>
      </p:sp>
      <p:sp>
        <p:nvSpPr>
          <p:cNvPr id="13" name="">
            <a:extLst xmlns:a="http://schemas.openxmlformats.org/drawingml/2006/main">
              <a:ext uri="{FF2B5EF4-FFF2-40B4-BE49-F238E27FC236}">
                <a16:creationId xmlns:a16="http://schemas.microsoft.com/office/drawing/2014/main" id="{3064E9DD-7FBC-47A3-9A5F-7A78581D2661}"/>
              </a:ext>
            </a:extLst>
          </p:cNvPr>
          <p:cNvSpPr>
            <a:spLocks xmlns:a="http://schemas.openxmlformats.org/drawingml/2006/main" noGrp="1"/>
          </p:cNvSpPr>
          <p:nvPr/>
        </p:nvSpPr>
        <p:spPr>
          <a:xfrm xmlns:a="http://schemas.openxmlformats.org/drawingml/2006/main">
            <a:off x="3505200" y="1590675"/>
            <a:ext cx="57150" cy="981075"/>
          </a:xfrm>
          <a:prstGeom xmlns:a="http://schemas.openxmlformats.org/drawingml/2006/main" prst="rect">
            <a:avLst/>
          </a:prstGeom>
          <a:solidFill xmlns:a="http://schemas.openxmlformats.org/drawingml/2006/main">
            <a:srgbClr val="2F6BFF"/>
          </a:solidFill>
          <a:ln xmlns:a="http://schemas.openxmlformats.org/drawingml/2006/main" w="9525">
            <a:solidFill>
              <a:srgbClr val="2F6BFF"/>
            </a:solidFill>
          </a:ln>
        </p:spPr>
      </p:sp>
      <p:sp>
        <p:nvSpPr>
          <p:cNvPr id="14" name="">
            <a:extLst xmlns:a="http://schemas.openxmlformats.org/drawingml/2006/main">
              <a:ext uri="{FF2B5EF4-FFF2-40B4-BE49-F238E27FC236}">
                <a16:creationId xmlns:a16="http://schemas.microsoft.com/office/drawing/2014/main" id="{CD585C5E-5D85-437C-B22F-CB73F50EE246}"/>
              </a:ext>
            </a:extLst>
          </p:cNvPr>
          <p:cNvSpPr>
            <a:spLocks xmlns:a="http://schemas.openxmlformats.org/drawingml/2006/main" noGrp="1"/>
          </p:cNvSpPr>
          <p:nvPr/>
        </p:nvSpPr>
        <p:spPr>
          <a:xfrm xmlns:a="http://schemas.openxmlformats.org/drawingml/2006/main">
            <a:off x="3667125" y="1714500"/>
            <a:ext cx="1476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32238"/>
                </a:solidFill>
                <a:latin typeface="Noto Sans CJK KR"/>
                <a:ea typeface="Noto Sans CJK KR"/>
                <a:cs typeface="Noto Sans CJK KR"/>
              </a:defRPr>
            </a:pPr>
            <a:r>
              <a:rPr sz="1350" b="1">
                <a:solidFill>
                  <a:srgbClr val="132238"/>
                </a:solidFill>
                <a:latin typeface="Noto Sans CJK KR"/>
                <a:ea typeface="Noto Sans CJK KR"/>
                <a:cs typeface="Noto Sans CJK KR"/>
              </a:rPr>
              <a:t>변환</a:t>
            </a:r>
          </a:p>
        </p:txBody>
      </p:sp>
      <p:sp>
        <p:nvSpPr>
          <p:cNvPr id="15" name="">
            <a:extLst xmlns:a="http://schemas.openxmlformats.org/drawingml/2006/main">
              <a:ext uri="{FF2B5EF4-FFF2-40B4-BE49-F238E27FC236}">
                <a16:creationId xmlns:a16="http://schemas.microsoft.com/office/drawing/2014/main" id="{B3ADA613-3614-4901-9D83-DCC8BEF07876}"/>
              </a:ext>
            </a:extLst>
          </p:cNvPr>
          <p:cNvSpPr>
            <a:spLocks xmlns:a="http://schemas.openxmlformats.org/drawingml/2006/main" noGrp="1"/>
          </p:cNvSpPr>
          <p:nvPr/>
        </p:nvSpPr>
        <p:spPr>
          <a:xfrm xmlns:a="http://schemas.openxmlformats.org/drawingml/2006/main">
            <a:off x="3667125" y="2047875"/>
            <a:ext cx="1457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파싱·해시·실패</a:t>
            </a:r>
          </a:p>
        </p:txBody>
      </p:sp>
      <p:sp>
        <p:nvSpPr>
          <p:cNvPr id="16" name="">
            <a:extLst xmlns:a="http://schemas.openxmlformats.org/drawingml/2006/main">
              <a:ext uri="{FF2B5EF4-FFF2-40B4-BE49-F238E27FC236}">
                <a16:creationId xmlns:a16="http://schemas.microsoft.com/office/drawing/2014/main" id="{4538A10C-DB4F-4CF8-AE95-2A9B67DBA3DD}"/>
              </a:ext>
            </a:extLst>
          </p:cNvPr>
          <p:cNvSpPr>
            <a:spLocks xmlns:a="http://schemas.openxmlformats.org/drawingml/2006/main" noGrp="1"/>
          </p:cNvSpPr>
          <p:nvPr/>
        </p:nvSpPr>
        <p:spPr>
          <a:xfrm xmlns:a="http://schemas.openxmlformats.org/drawingml/2006/main">
            <a:off x="5553075" y="1590675"/>
            <a:ext cx="1762125" cy="981075"/>
          </a:xfrm>
          <a:prstGeom xmlns:a="http://schemas.openxmlformats.org/drawingml/2006/main" prst="roundRect">
            <a:avLst>
              <a:gd name="adj" fmla="val 7767"/>
            </a:avLst>
          </a:prstGeom>
          <a:solidFill xmlns:a="http://schemas.openxmlformats.org/drawingml/2006/main">
            <a:srgbClr val="FFFFFF"/>
          </a:solidFill>
          <a:ln xmlns:a="http://schemas.openxmlformats.org/drawingml/2006/main" w="9525">
            <a:solidFill>
              <a:srgbClr val="CFD9E6"/>
            </a:solidFill>
          </a:ln>
        </p:spPr>
      </p:sp>
      <p:sp>
        <p:nvSpPr>
          <p:cNvPr id="17" name="">
            <a:extLst xmlns:a="http://schemas.openxmlformats.org/drawingml/2006/main">
              <a:ext uri="{FF2B5EF4-FFF2-40B4-BE49-F238E27FC236}">
                <a16:creationId xmlns:a16="http://schemas.microsoft.com/office/drawing/2014/main" id="{65D26220-D2C4-49C4-8BC5-A6185EEF0A62}"/>
              </a:ext>
            </a:extLst>
          </p:cNvPr>
          <p:cNvSpPr>
            <a:spLocks xmlns:a="http://schemas.openxmlformats.org/drawingml/2006/main" noGrp="1"/>
          </p:cNvSpPr>
          <p:nvPr/>
        </p:nvSpPr>
        <p:spPr>
          <a:xfrm xmlns:a="http://schemas.openxmlformats.org/drawingml/2006/main">
            <a:off x="5553075" y="1590675"/>
            <a:ext cx="57150" cy="981075"/>
          </a:xfrm>
          <a:prstGeom xmlns:a="http://schemas.openxmlformats.org/drawingml/2006/main" prst="rect">
            <a:avLst/>
          </a:prstGeom>
          <a:solidFill xmlns:a="http://schemas.openxmlformats.org/drawingml/2006/main">
            <a:srgbClr val="2F6BFF"/>
          </a:solidFill>
          <a:ln xmlns:a="http://schemas.openxmlformats.org/drawingml/2006/main" w="9525">
            <a:solidFill>
              <a:srgbClr val="2F6BFF"/>
            </a:solidFill>
          </a:ln>
        </p:spPr>
      </p:sp>
      <p:sp>
        <p:nvSpPr>
          <p:cNvPr id="18" name="">
            <a:extLst xmlns:a="http://schemas.openxmlformats.org/drawingml/2006/main">
              <a:ext uri="{FF2B5EF4-FFF2-40B4-BE49-F238E27FC236}">
                <a16:creationId xmlns:a16="http://schemas.microsoft.com/office/drawing/2014/main" id="{1147FFC7-23D9-49DC-92C4-C1C26084F860}"/>
              </a:ext>
            </a:extLst>
          </p:cNvPr>
          <p:cNvSpPr>
            <a:spLocks xmlns:a="http://schemas.openxmlformats.org/drawingml/2006/main" noGrp="1"/>
          </p:cNvSpPr>
          <p:nvPr/>
        </p:nvSpPr>
        <p:spPr>
          <a:xfrm xmlns:a="http://schemas.openxmlformats.org/drawingml/2006/main">
            <a:off x="5715000" y="1714500"/>
            <a:ext cx="1476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32238"/>
                </a:solidFill>
                <a:latin typeface="Noto Sans CJK KR"/>
                <a:ea typeface="Noto Sans CJK KR"/>
                <a:cs typeface="Noto Sans CJK KR"/>
              </a:defRPr>
            </a:pPr>
            <a:r>
              <a:rPr sz="1350" b="1">
                <a:solidFill>
                  <a:srgbClr val="132238"/>
                </a:solidFill>
                <a:latin typeface="Noto Sans CJK KR"/>
                <a:ea typeface="Noto Sans CJK KR"/>
                <a:cs typeface="Noto Sans CJK KR"/>
              </a:rPr>
              <a:t>정리</a:t>
            </a:r>
          </a:p>
        </p:txBody>
      </p:sp>
      <p:sp>
        <p:nvSpPr>
          <p:cNvPr id="19" name="">
            <a:extLst xmlns:a="http://schemas.openxmlformats.org/drawingml/2006/main">
              <a:ext uri="{FF2B5EF4-FFF2-40B4-BE49-F238E27FC236}">
                <a16:creationId xmlns:a16="http://schemas.microsoft.com/office/drawing/2014/main" id="{2C284246-92A8-493B-A037-1FF5D535E2B3}"/>
              </a:ext>
            </a:extLst>
          </p:cNvPr>
          <p:cNvSpPr>
            <a:spLocks xmlns:a="http://schemas.openxmlformats.org/drawingml/2006/main" noGrp="1"/>
          </p:cNvSpPr>
          <p:nvPr/>
        </p:nvSpPr>
        <p:spPr>
          <a:xfrm xmlns:a="http://schemas.openxmlformats.org/drawingml/2006/main">
            <a:off x="5715000" y="2047875"/>
            <a:ext cx="1457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51건 요건</a:t>
            </a:r>
          </a:p>
        </p:txBody>
      </p:sp>
      <p:sp>
        <p:nvSpPr>
          <p:cNvPr id="20" name="">
            <a:extLst xmlns:a="http://schemas.openxmlformats.org/drawingml/2006/main">
              <a:ext uri="{FF2B5EF4-FFF2-40B4-BE49-F238E27FC236}">
                <a16:creationId xmlns:a16="http://schemas.microsoft.com/office/drawing/2014/main" id="{9FF10FA5-941D-47D4-BBBF-646DB15ED810}"/>
              </a:ext>
            </a:extLst>
          </p:cNvPr>
          <p:cNvSpPr>
            <a:spLocks xmlns:a="http://schemas.openxmlformats.org/drawingml/2006/main" noGrp="1"/>
          </p:cNvSpPr>
          <p:nvPr/>
        </p:nvSpPr>
        <p:spPr>
          <a:xfrm xmlns:a="http://schemas.openxmlformats.org/drawingml/2006/main">
            <a:off x="7600950" y="1590675"/>
            <a:ext cx="1762125" cy="981075"/>
          </a:xfrm>
          <a:prstGeom xmlns:a="http://schemas.openxmlformats.org/drawingml/2006/main" prst="roundRect">
            <a:avLst>
              <a:gd name="adj" fmla="val 7767"/>
            </a:avLst>
          </a:prstGeom>
          <a:solidFill xmlns:a="http://schemas.openxmlformats.org/drawingml/2006/main">
            <a:srgbClr val="FFFFFF"/>
          </a:solidFill>
          <a:ln xmlns:a="http://schemas.openxmlformats.org/drawingml/2006/main" w="9525">
            <a:solidFill>
              <a:srgbClr val="CFD9E6"/>
            </a:solidFill>
          </a:ln>
        </p:spPr>
      </p:sp>
      <p:sp>
        <p:nvSpPr>
          <p:cNvPr id="21" name="">
            <a:extLst xmlns:a="http://schemas.openxmlformats.org/drawingml/2006/main">
              <a:ext uri="{FF2B5EF4-FFF2-40B4-BE49-F238E27FC236}">
                <a16:creationId xmlns:a16="http://schemas.microsoft.com/office/drawing/2014/main" id="{7373B640-B7C3-44A3-AC38-AACF6FDA2B4C}"/>
              </a:ext>
            </a:extLst>
          </p:cNvPr>
          <p:cNvSpPr>
            <a:spLocks xmlns:a="http://schemas.openxmlformats.org/drawingml/2006/main" noGrp="1"/>
          </p:cNvSpPr>
          <p:nvPr/>
        </p:nvSpPr>
        <p:spPr>
          <a:xfrm xmlns:a="http://schemas.openxmlformats.org/drawingml/2006/main">
            <a:off x="7600950" y="1590675"/>
            <a:ext cx="57150" cy="981075"/>
          </a:xfrm>
          <a:prstGeom xmlns:a="http://schemas.openxmlformats.org/drawingml/2006/main" prst="rect">
            <a:avLst/>
          </a:prstGeom>
          <a:solidFill xmlns:a="http://schemas.openxmlformats.org/drawingml/2006/main">
            <a:srgbClr val="2F6BFF"/>
          </a:solidFill>
          <a:ln xmlns:a="http://schemas.openxmlformats.org/drawingml/2006/main" w="9525">
            <a:solidFill>
              <a:srgbClr val="2F6BFF"/>
            </a:solidFill>
          </a:ln>
        </p:spPr>
      </p:sp>
      <p:sp>
        <p:nvSpPr>
          <p:cNvPr id="22" name="">
            <a:extLst xmlns:a="http://schemas.openxmlformats.org/drawingml/2006/main">
              <a:ext uri="{FF2B5EF4-FFF2-40B4-BE49-F238E27FC236}">
                <a16:creationId xmlns:a16="http://schemas.microsoft.com/office/drawing/2014/main" id="{AD69803C-19DC-4E7A-B94C-6DACCEC362C0}"/>
              </a:ext>
            </a:extLst>
          </p:cNvPr>
          <p:cNvSpPr>
            <a:spLocks xmlns:a="http://schemas.openxmlformats.org/drawingml/2006/main" noGrp="1"/>
          </p:cNvSpPr>
          <p:nvPr/>
        </p:nvSpPr>
        <p:spPr>
          <a:xfrm xmlns:a="http://schemas.openxmlformats.org/drawingml/2006/main">
            <a:off x="7762875" y="1714500"/>
            <a:ext cx="1476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32238"/>
                </a:solidFill>
                <a:latin typeface="Noto Sans CJK KR"/>
                <a:ea typeface="Noto Sans CJK KR"/>
                <a:cs typeface="Noto Sans CJK KR"/>
              </a:defRPr>
            </a:pPr>
            <a:r>
              <a:rPr sz="1350" b="1">
                <a:solidFill>
                  <a:srgbClr val="132238"/>
                </a:solidFill>
                <a:latin typeface="Noto Sans CJK KR"/>
                <a:ea typeface="Noto Sans CJK KR"/>
                <a:cs typeface="Noto Sans CJK KR"/>
              </a:rPr>
              <a:t>합성</a:t>
            </a:r>
          </a:p>
        </p:txBody>
      </p:sp>
      <p:sp>
        <p:nvSpPr>
          <p:cNvPr id="23" name="">
            <a:extLst xmlns:a="http://schemas.openxmlformats.org/drawingml/2006/main">
              <a:ext uri="{FF2B5EF4-FFF2-40B4-BE49-F238E27FC236}">
                <a16:creationId xmlns:a16="http://schemas.microsoft.com/office/drawing/2014/main" id="{1CFAE7E0-E932-4E29-AC83-DFB95918D3C7}"/>
              </a:ext>
            </a:extLst>
          </p:cNvPr>
          <p:cNvSpPr>
            <a:spLocks xmlns:a="http://schemas.openxmlformats.org/drawingml/2006/main" noGrp="1"/>
          </p:cNvSpPr>
          <p:nvPr/>
        </p:nvSpPr>
        <p:spPr>
          <a:xfrm xmlns:a="http://schemas.openxmlformats.org/drawingml/2006/main">
            <a:off x="7762875" y="2047875"/>
            <a:ext cx="1457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기업 L2/L3</a:t>
            </a:r>
          </a:p>
        </p:txBody>
      </p:sp>
      <p:sp>
        <p:nvSpPr>
          <p:cNvPr id="24" name="">
            <a:extLst xmlns:a="http://schemas.openxmlformats.org/drawingml/2006/main">
              <a:ext uri="{FF2B5EF4-FFF2-40B4-BE49-F238E27FC236}">
                <a16:creationId xmlns:a16="http://schemas.microsoft.com/office/drawing/2014/main" id="{932157BC-6DC1-4A24-9033-42429AC9386F}"/>
              </a:ext>
            </a:extLst>
          </p:cNvPr>
          <p:cNvSpPr>
            <a:spLocks xmlns:a="http://schemas.openxmlformats.org/drawingml/2006/main" noGrp="1"/>
          </p:cNvSpPr>
          <p:nvPr/>
        </p:nvSpPr>
        <p:spPr>
          <a:xfrm xmlns:a="http://schemas.openxmlformats.org/drawingml/2006/main">
            <a:off x="9648825" y="1590675"/>
            <a:ext cx="1762125" cy="981075"/>
          </a:xfrm>
          <a:prstGeom xmlns:a="http://schemas.openxmlformats.org/drawingml/2006/main" prst="roundRect">
            <a:avLst>
              <a:gd name="adj" fmla="val 7767"/>
            </a:avLst>
          </a:prstGeom>
          <a:solidFill xmlns:a="http://schemas.openxmlformats.org/drawingml/2006/main">
            <a:srgbClr val="FFFFFF"/>
          </a:solidFill>
          <a:ln xmlns:a="http://schemas.openxmlformats.org/drawingml/2006/main" w="9525">
            <a:solidFill>
              <a:srgbClr val="CFD9E6"/>
            </a:solidFill>
          </a:ln>
        </p:spPr>
      </p:sp>
      <p:sp>
        <p:nvSpPr>
          <p:cNvPr id="25" name="">
            <a:extLst xmlns:a="http://schemas.openxmlformats.org/drawingml/2006/main">
              <a:ext uri="{FF2B5EF4-FFF2-40B4-BE49-F238E27FC236}">
                <a16:creationId xmlns:a16="http://schemas.microsoft.com/office/drawing/2014/main" id="{85DC8B96-1426-4835-9B1A-285F1B52071C}"/>
              </a:ext>
            </a:extLst>
          </p:cNvPr>
          <p:cNvSpPr>
            <a:spLocks xmlns:a="http://schemas.openxmlformats.org/drawingml/2006/main" noGrp="1"/>
          </p:cNvSpPr>
          <p:nvPr/>
        </p:nvSpPr>
        <p:spPr>
          <a:xfrm xmlns:a="http://schemas.openxmlformats.org/drawingml/2006/main">
            <a:off x="9648825" y="1590675"/>
            <a:ext cx="57150" cy="981075"/>
          </a:xfrm>
          <a:prstGeom xmlns:a="http://schemas.openxmlformats.org/drawingml/2006/main" prst="rect">
            <a:avLst/>
          </a:prstGeom>
          <a:solidFill xmlns:a="http://schemas.openxmlformats.org/drawingml/2006/main">
            <a:srgbClr val="2F6BFF"/>
          </a:solidFill>
          <a:ln xmlns:a="http://schemas.openxmlformats.org/drawingml/2006/main" w="9525">
            <a:solidFill>
              <a:srgbClr val="2F6BFF"/>
            </a:solidFill>
          </a:ln>
        </p:spPr>
      </p:sp>
      <p:sp>
        <p:nvSpPr>
          <p:cNvPr id="26" name="">
            <a:extLst xmlns:a="http://schemas.openxmlformats.org/drawingml/2006/main">
              <a:ext uri="{FF2B5EF4-FFF2-40B4-BE49-F238E27FC236}">
                <a16:creationId xmlns:a16="http://schemas.microsoft.com/office/drawing/2014/main" id="{D5D66911-1F06-4B97-8BD4-5CCA3CD64E02}"/>
              </a:ext>
            </a:extLst>
          </p:cNvPr>
          <p:cNvSpPr>
            <a:spLocks xmlns:a="http://schemas.openxmlformats.org/drawingml/2006/main" noGrp="1"/>
          </p:cNvSpPr>
          <p:nvPr/>
        </p:nvSpPr>
        <p:spPr>
          <a:xfrm xmlns:a="http://schemas.openxmlformats.org/drawingml/2006/main">
            <a:off x="9810750" y="1714500"/>
            <a:ext cx="1476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32238"/>
                </a:solidFill>
                <a:latin typeface="Noto Sans CJK KR"/>
                <a:ea typeface="Noto Sans CJK KR"/>
                <a:cs typeface="Noto Sans CJK KR"/>
              </a:defRPr>
            </a:pPr>
            <a:r>
              <a:rPr sz="1350" b="1">
                <a:solidFill>
                  <a:srgbClr val="132238"/>
                </a:solidFill>
                <a:latin typeface="Noto Sans CJK KR"/>
                <a:ea typeface="Noto Sans CJK KR"/>
                <a:cs typeface="Noto Sans CJK KR"/>
              </a:rPr>
              <a:t>색인</a:t>
            </a:r>
          </a:p>
        </p:txBody>
      </p:sp>
      <p:sp>
        <p:nvSpPr>
          <p:cNvPr id="27" name="">
            <a:extLst xmlns:a="http://schemas.openxmlformats.org/drawingml/2006/main">
              <a:ext uri="{FF2B5EF4-FFF2-40B4-BE49-F238E27FC236}">
                <a16:creationId xmlns:a16="http://schemas.microsoft.com/office/drawing/2014/main" id="{CD30C5E6-3525-48D7-B9D4-73F435475649}"/>
              </a:ext>
            </a:extLst>
          </p:cNvPr>
          <p:cNvSpPr>
            <a:spLocks xmlns:a="http://schemas.openxmlformats.org/drawingml/2006/main" noGrp="1"/>
          </p:cNvSpPr>
          <p:nvPr/>
        </p:nvSpPr>
        <p:spPr>
          <a:xfrm xmlns:a="http://schemas.openxmlformats.org/drawingml/2006/main">
            <a:off x="9810750" y="2047875"/>
            <a:ext cx="1457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223문서·3,275청크</a:t>
            </a:r>
          </a:p>
        </p:txBody>
      </p:sp>
      <p:sp>
        <p:nvSpPr>
          <p:cNvPr id="28" name="">
            <a:extLst xmlns:a="http://schemas.openxmlformats.org/drawingml/2006/main">
              <a:ext uri="{FF2B5EF4-FFF2-40B4-BE49-F238E27FC236}">
                <a16:creationId xmlns:a16="http://schemas.microsoft.com/office/drawing/2014/main" id="{7B35956B-2B75-4C5E-AF99-2C7C73FEFF97}"/>
              </a:ext>
            </a:extLst>
          </p:cNvPr>
          <p:cNvSpPr>
            <a:spLocks xmlns:a="http://schemas.openxmlformats.org/drawingml/2006/main" noGrp="1"/>
          </p:cNvSpPr>
          <p:nvPr/>
        </p:nvSpPr>
        <p:spPr>
          <a:xfrm xmlns:a="http://schemas.openxmlformats.org/drawingml/2006/main">
            <a:off x="3219450" y="2081213"/>
            <a:ext cx="285750" cy="0"/>
          </a:xfrm>
          <a:prstGeom xmlns:a="http://schemas.openxmlformats.org/drawingml/2006/main" prst="line">
            <a:avLst/>
          </a:prstGeom>
          <a:noFill xmlns:a="http://schemas.openxmlformats.org/drawingml/2006/main"/>
          <a:ln xmlns:a="http://schemas.openxmlformats.org/drawingml/2006/main" w="19050">
            <a:solidFill>
              <a:srgbClr val="2F6BFF"/>
            </a:solidFill>
          </a:ln>
        </p:spPr>
      </p:sp>
      <p:sp>
        <p:nvSpPr>
          <p:cNvPr id="29" name="">
            <a:extLst xmlns:a="http://schemas.openxmlformats.org/drawingml/2006/main">
              <a:ext uri="{FF2B5EF4-FFF2-40B4-BE49-F238E27FC236}">
                <a16:creationId xmlns:a16="http://schemas.microsoft.com/office/drawing/2014/main" id="{C4EF76F2-62D5-4AD5-8C74-3FD0BAF36E03}"/>
              </a:ext>
            </a:extLst>
          </p:cNvPr>
          <p:cNvSpPr>
            <a:spLocks xmlns:a="http://schemas.openxmlformats.org/drawingml/2006/main" noGrp="1"/>
          </p:cNvSpPr>
          <p:nvPr/>
        </p:nvSpPr>
        <p:spPr>
          <a:xfrm xmlns:a="http://schemas.openxmlformats.org/drawingml/2006/main">
            <a:off x="3409950" y="2033588"/>
            <a:ext cx="95250" cy="95250"/>
          </a:xfrm>
          <a:prstGeom xmlns:a="http://schemas.openxmlformats.org/drawingml/2006/main" prst="triangle">
            <a:avLst/>
          </a:prstGeom>
          <a:solidFill xmlns:a="http://schemas.openxmlformats.org/drawingml/2006/main">
            <a:srgbClr val="2F6BFF"/>
          </a:solidFill>
          <a:ln xmlns:a="http://schemas.openxmlformats.org/drawingml/2006/main" w="9525">
            <a:solidFill>
              <a:srgbClr val="2F6BFF"/>
            </a:solidFill>
          </a:ln>
        </p:spPr>
      </p:sp>
      <p:sp>
        <p:nvSpPr>
          <p:cNvPr id="30" name="">
            <a:extLst xmlns:a="http://schemas.openxmlformats.org/drawingml/2006/main">
              <a:ext uri="{FF2B5EF4-FFF2-40B4-BE49-F238E27FC236}">
                <a16:creationId xmlns:a16="http://schemas.microsoft.com/office/drawing/2014/main" id="{C9228511-A33F-48E6-9A49-4B05AEBF62BE}"/>
              </a:ext>
            </a:extLst>
          </p:cNvPr>
          <p:cNvSpPr>
            <a:spLocks xmlns:a="http://schemas.openxmlformats.org/drawingml/2006/main" noGrp="1"/>
          </p:cNvSpPr>
          <p:nvPr/>
        </p:nvSpPr>
        <p:spPr>
          <a:xfrm xmlns:a="http://schemas.openxmlformats.org/drawingml/2006/main">
            <a:off x="5267325" y="2081213"/>
            <a:ext cx="285750" cy="0"/>
          </a:xfrm>
          <a:prstGeom xmlns:a="http://schemas.openxmlformats.org/drawingml/2006/main" prst="line">
            <a:avLst/>
          </a:prstGeom>
          <a:noFill xmlns:a="http://schemas.openxmlformats.org/drawingml/2006/main"/>
          <a:ln xmlns:a="http://schemas.openxmlformats.org/drawingml/2006/main" w="19050">
            <a:solidFill>
              <a:srgbClr val="2F6BFF"/>
            </a:solidFill>
          </a:ln>
        </p:spPr>
      </p:sp>
      <p:sp>
        <p:nvSpPr>
          <p:cNvPr id="31" name="">
            <a:extLst xmlns:a="http://schemas.openxmlformats.org/drawingml/2006/main">
              <a:ext uri="{FF2B5EF4-FFF2-40B4-BE49-F238E27FC236}">
                <a16:creationId xmlns:a16="http://schemas.microsoft.com/office/drawing/2014/main" id="{9E5DB460-2A98-4D57-B35B-57DCADDA130C}"/>
              </a:ext>
            </a:extLst>
          </p:cNvPr>
          <p:cNvSpPr>
            <a:spLocks xmlns:a="http://schemas.openxmlformats.org/drawingml/2006/main" noGrp="1"/>
          </p:cNvSpPr>
          <p:nvPr/>
        </p:nvSpPr>
        <p:spPr>
          <a:xfrm xmlns:a="http://schemas.openxmlformats.org/drawingml/2006/main">
            <a:off x="5457825" y="2033588"/>
            <a:ext cx="95250" cy="95250"/>
          </a:xfrm>
          <a:prstGeom xmlns:a="http://schemas.openxmlformats.org/drawingml/2006/main" prst="triangle">
            <a:avLst/>
          </a:prstGeom>
          <a:solidFill xmlns:a="http://schemas.openxmlformats.org/drawingml/2006/main">
            <a:srgbClr val="2F6BFF"/>
          </a:solidFill>
          <a:ln xmlns:a="http://schemas.openxmlformats.org/drawingml/2006/main" w="9525">
            <a:solidFill>
              <a:srgbClr val="2F6BFF"/>
            </a:solidFill>
          </a:ln>
        </p:spPr>
      </p:sp>
      <p:sp>
        <p:nvSpPr>
          <p:cNvPr id="32" name="">
            <a:extLst xmlns:a="http://schemas.openxmlformats.org/drawingml/2006/main">
              <a:ext uri="{FF2B5EF4-FFF2-40B4-BE49-F238E27FC236}">
                <a16:creationId xmlns:a16="http://schemas.microsoft.com/office/drawing/2014/main" id="{96EE2846-5243-414F-8158-FF332254EB2D}"/>
              </a:ext>
            </a:extLst>
          </p:cNvPr>
          <p:cNvSpPr>
            <a:spLocks xmlns:a="http://schemas.openxmlformats.org/drawingml/2006/main" noGrp="1"/>
          </p:cNvSpPr>
          <p:nvPr/>
        </p:nvSpPr>
        <p:spPr>
          <a:xfrm xmlns:a="http://schemas.openxmlformats.org/drawingml/2006/main">
            <a:off x="7315200" y="2081213"/>
            <a:ext cx="285750" cy="0"/>
          </a:xfrm>
          <a:prstGeom xmlns:a="http://schemas.openxmlformats.org/drawingml/2006/main" prst="line">
            <a:avLst/>
          </a:prstGeom>
          <a:noFill xmlns:a="http://schemas.openxmlformats.org/drawingml/2006/main"/>
          <a:ln xmlns:a="http://schemas.openxmlformats.org/drawingml/2006/main" w="19050">
            <a:solidFill>
              <a:srgbClr val="2F6BFF"/>
            </a:solidFill>
          </a:ln>
        </p:spPr>
      </p:sp>
      <p:sp>
        <p:nvSpPr>
          <p:cNvPr id="33" name="">
            <a:extLst xmlns:a="http://schemas.openxmlformats.org/drawingml/2006/main">
              <a:ext uri="{FF2B5EF4-FFF2-40B4-BE49-F238E27FC236}">
                <a16:creationId xmlns:a16="http://schemas.microsoft.com/office/drawing/2014/main" id="{CADF0A09-D246-4FB4-9C1F-D7B3612E5FD4}"/>
              </a:ext>
            </a:extLst>
          </p:cNvPr>
          <p:cNvSpPr>
            <a:spLocks xmlns:a="http://schemas.openxmlformats.org/drawingml/2006/main" noGrp="1"/>
          </p:cNvSpPr>
          <p:nvPr/>
        </p:nvSpPr>
        <p:spPr>
          <a:xfrm xmlns:a="http://schemas.openxmlformats.org/drawingml/2006/main">
            <a:off x="7505700" y="2033588"/>
            <a:ext cx="95250" cy="95250"/>
          </a:xfrm>
          <a:prstGeom xmlns:a="http://schemas.openxmlformats.org/drawingml/2006/main" prst="triangle">
            <a:avLst/>
          </a:prstGeom>
          <a:solidFill xmlns:a="http://schemas.openxmlformats.org/drawingml/2006/main">
            <a:srgbClr val="2F6BFF"/>
          </a:solidFill>
          <a:ln xmlns:a="http://schemas.openxmlformats.org/drawingml/2006/main" w="9525">
            <a:solidFill>
              <a:srgbClr val="2F6BFF"/>
            </a:solidFill>
          </a:ln>
        </p:spPr>
      </p:sp>
      <p:sp>
        <p:nvSpPr>
          <p:cNvPr id="34" name="">
            <a:extLst xmlns:a="http://schemas.openxmlformats.org/drawingml/2006/main">
              <a:ext uri="{FF2B5EF4-FFF2-40B4-BE49-F238E27FC236}">
                <a16:creationId xmlns:a16="http://schemas.microsoft.com/office/drawing/2014/main" id="{C978BB57-774D-4420-8FF9-3E19A2179492}"/>
              </a:ext>
            </a:extLst>
          </p:cNvPr>
          <p:cNvSpPr>
            <a:spLocks xmlns:a="http://schemas.openxmlformats.org/drawingml/2006/main" noGrp="1"/>
          </p:cNvSpPr>
          <p:nvPr/>
        </p:nvSpPr>
        <p:spPr>
          <a:xfrm xmlns:a="http://schemas.openxmlformats.org/drawingml/2006/main">
            <a:off x="9363075" y="2081213"/>
            <a:ext cx="285750" cy="0"/>
          </a:xfrm>
          <a:prstGeom xmlns:a="http://schemas.openxmlformats.org/drawingml/2006/main" prst="line">
            <a:avLst/>
          </a:prstGeom>
          <a:noFill xmlns:a="http://schemas.openxmlformats.org/drawingml/2006/main"/>
          <a:ln xmlns:a="http://schemas.openxmlformats.org/drawingml/2006/main" w="19050">
            <a:solidFill>
              <a:srgbClr val="2F6BFF"/>
            </a:solidFill>
          </a:ln>
        </p:spPr>
      </p:sp>
      <p:sp>
        <p:nvSpPr>
          <p:cNvPr id="35" name="">
            <a:extLst xmlns:a="http://schemas.openxmlformats.org/drawingml/2006/main">
              <a:ext uri="{FF2B5EF4-FFF2-40B4-BE49-F238E27FC236}">
                <a16:creationId xmlns:a16="http://schemas.microsoft.com/office/drawing/2014/main" id="{089685DE-02BD-47D5-B587-6BC4FC81DAA3}"/>
              </a:ext>
            </a:extLst>
          </p:cNvPr>
          <p:cNvSpPr>
            <a:spLocks xmlns:a="http://schemas.openxmlformats.org/drawingml/2006/main" noGrp="1"/>
          </p:cNvSpPr>
          <p:nvPr/>
        </p:nvSpPr>
        <p:spPr>
          <a:xfrm xmlns:a="http://schemas.openxmlformats.org/drawingml/2006/main">
            <a:off x="9553575" y="2033588"/>
            <a:ext cx="95250" cy="95250"/>
          </a:xfrm>
          <a:prstGeom xmlns:a="http://schemas.openxmlformats.org/drawingml/2006/main" prst="triangle">
            <a:avLst/>
          </a:prstGeom>
          <a:solidFill xmlns:a="http://schemas.openxmlformats.org/drawingml/2006/main">
            <a:srgbClr val="2F6BFF"/>
          </a:solidFill>
          <a:ln xmlns:a="http://schemas.openxmlformats.org/drawingml/2006/main" w="9525">
            <a:solidFill>
              <a:srgbClr val="2F6BFF"/>
            </a:solidFill>
          </a:ln>
        </p:spPr>
      </p:sp>
      <p:sp>
        <p:nvSpPr>
          <p:cNvPr id="36" name="">
            <a:extLst xmlns:a="http://schemas.openxmlformats.org/drawingml/2006/main">
              <a:ext uri="{FF2B5EF4-FFF2-40B4-BE49-F238E27FC236}">
                <a16:creationId xmlns:a16="http://schemas.microsoft.com/office/drawing/2014/main" id="{493400DF-3657-4790-B6B7-F0EEA0E7AD54}"/>
              </a:ext>
            </a:extLst>
          </p:cNvPr>
          <p:cNvSpPr>
            <a:spLocks xmlns:a="http://schemas.openxmlformats.org/drawingml/2006/main" noGrp="1"/>
          </p:cNvSpPr>
          <p:nvPr/>
        </p:nvSpPr>
        <p:spPr>
          <a:xfrm xmlns:a="http://schemas.openxmlformats.org/drawingml/2006/main">
            <a:off x="514350" y="3438525"/>
            <a:ext cx="723900" cy="257175"/>
          </a:xfrm>
          <a:prstGeom xmlns:a="http://schemas.openxmlformats.org/drawingml/2006/main" prst="roundRect">
            <a:avLst>
              <a:gd name="adj" fmla="val 29630"/>
            </a:avLst>
          </a:prstGeom>
          <a:solidFill xmlns:a="http://schemas.openxmlformats.org/drawingml/2006/main">
            <a:srgbClr val="119C8B"/>
          </a:solidFill>
          <a:ln xmlns:a="http://schemas.openxmlformats.org/drawingml/2006/main" w="9525">
            <a:solidFill>
              <a:srgbClr val="119C8B"/>
            </a:solidFill>
          </a:ln>
        </p:spPr>
      </p:sp>
      <p:sp>
        <p:nvSpPr>
          <p:cNvPr id="37" name="">
            <a:extLst xmlns:a="http://schemas.openxmlformats.org/drawingml/2006/main">
              <a:ext uri="{FF2B5EF4-FFF2-40B4-BE49-F238E27FC236}">
                <a16:creationId xmlns:a16="http://schemas.microsoft.com/office/drawing/2014/main" id="{42229438-7737-4A2D-9E3F-5956302F42AA}"/>
              </a:ext>
            </a:extLst>
          </p:cNvPr>
          <p:cNvSpPr>
            <a:spLocks xmlns:a="http://schemas.openxmlformats.org/drawingml/2006/main" noGrp="1"/>
          </p:cNvSpPr>
          <p:nvPr/>
        </p:nvSpPr>
        <p:spPr>
          <a:xfrm xmlns:a="http://schemas.openxmlformats.org/drawingml/2006/main">
            <a:off x="514350" y="3476625"/>
            <a:ext cx="723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FFFFFF"/>
                </a:solidFill>
                <a:latin typeface="Noto Sans CJK KR"/>
                <a:ea typeface="Noto Sans CJK KR"/>
                <a:cs typeface="Noto Sans CJK KR"/>
              </a:defRPr>
            </a:pPr>
            <a:r>
              <a:rPr sz="900" b="1">
                <a:solidFill>
                  <a:srgbClr val="FFFFFF"/>
                </a:solidFill>
                <a:latin typeface="Noto Sans CJK KR"/>
                <a:ea typeface="Noto Sans CJK KR"/>
                <a:cs typeface="Noto Sans CJK KR"/>
              </a:rPr>
              <a:t>RUN</a:t>
            </a:r>
          </a:p>
        </p:txBody>
      </p:sp>
      <p:sp>
        <p:nvSpPr>
          <p:cNvPr id="38" name="">
            <a:extLst xmlns:a="http://schemas.openxmlformats.org/drawingml/2006/main">
              <a:ext uri="{FF2B5EF4-FFF2-40B4-BE49-F238E27FC236}">
                <a16:creationId xmlns:a16="http://schemas.microsoft.com/office/drawing/2014/main" id="{C4A1471D-3403-421D-873A-C68082F53CA4}"/>
              </a:ext>
            </a:extLst>
          </p:cNvPr>
          <p:cNvSpPr>
            <a:spLocks xmlns:a="http://schemas.openxmlformats.org/drawingml/2006/main" noGrp="1"/>
          </p:cNvSpPr>
          <p:nvPr/>
        </p:nvSpPr>
        <p:spPr>
          <a:xfrm xmlns:a="http://schemas.openxmlformats.org/drawingml/2006/main">
            <a:off x="1457325" y="3143250"/>
            <a:ext cx="1762125" cy="981075"/>
          </a:xfrm>
          <a:prstGeom xmlns:a="http://schemas.openxmlformats.org/drawingml/2006/main" prst="roundRect">
            <a:avLst>
              <a:gd name="adj" fmla="val 7767"/>
            </a:avLst>
          </a:prstGeom>
          <a:solidFill xmlns:a="http://schemas.openxmlformats.org/drawingml/2006/main">
            <a:srgbClr val="FFFFFF"/>
          </a:solidFill>
          <a:ln xmlns:a="http://schemas.openxmlformats.org/drawingml/2006/main" w="9525">
            <a:solidFill>
              <a:srgbClr val="CFD9E6"/>
            </a:solidFill>
          </a:ln>
        </p:spPr>
      </p:sp>
      <p:sp>
        <p:nvSpPr>
          <p:cNvPr id="39" name="">
            <a:extLst xmlns:a="http://schemas.openxmlformats.org/drawingml/2006/main">
              <a:ext uri="{FF2B5EF4-FFF2-40B4-BE49-F238E27FC236}">
                <a16:creationId xmlns:a16="http://schemas.microsoft.com/office/drawing/2014/main" id="{63611CCD-76E4-4AC9-BD4E-4CCCF2BBC944}"/>
              </a:ext>
            </a:extLst>
          </p:cNvPr>
          <p:cNvSpPr>
            <a:spLocks xmlns:a="http://schemas.openxmlformats.org/drawingml/2006/main" noGrp="1"/>
          </p:cNvSpPr>
          <p:nvPr/>
        </p:nvSpPr>
        <p:spPr>
          <a:xfrm xmlns:a="http://schemas.openxmlformats.org/drawingml/2006/main">
            <a:off x="1457325" y="3143250"/>
            <a:ext cx="57150" cy="981075"/>
          </a:xfrm>
          <a:prstGeom xmlns:a="http://schemas.openxmlformats.org/drawingml/2006/main" prst="rect">
            <a:avLst/>
          </a:prstGeom>
          <a:solidFill xmlns:a="http://schemas.openxmlformats.org/drawingml/2006/main">
            <a:srgbClr val="119C8B"/>
          </a:solidFill>
          <a:ln xmlns:a="http://schemas.openxmlformats.org/drawingml/2006/main" w="9525">
            <a:solidFill>
              <a:srgbClr val="119C8B"/>
            </a:solidFill>
          </a:ln>
        </p:spPr>
      </p:sp>
      <p:sp>
        <p:nvSpPr>
          <p:cNvPr id="40" name="">
            <a:extLst xmlns:a="http://schemas.openxmlformats.org/drawingml/2006/main">
              <a:ext uri="{FF2B5EF4-FFF2-40B4-BE49-F238E27FC236}">
                <a16:creationId xmlns:a16="http://schemas.microsoft.com/office/drawing/2014/main" id="{85F11692-A046-44B3-8B13-59E482A77423}"/>
              </a:ext>
            </a:extLst>
          </p:cNvPr>
          <p:cNvSpPr>
            <a:spLocks xmlns:a="http://schemas.openxmlformats.org/drawingml/2006/main" noGrp="1"/>
          </p:cNvSpPr>
          <p:nvPr/>
        </p:nvSpPr>
        <p:spPr>
          <a:xfrm xmlns:a="http://schemas.openxmlformats.org/drawingml/2006/main">
            <a:off x="1619250" y="3267075"/>
            <a:ext cx="1476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32238"/>
                </a:solidFill>
                <a:latin typeface="Noto Sans CJK KR"/>
                <a:ea typeface="Noto Sans CJK KR"/>
                <a:cs typeface="Noto Sans CJK KR"/>
              </a:defRPr>
            </a:pPr>
            <a:r>
              <a:rPr sz="1350" b="1">
                <a:solidFill>
                  <a:srgbClr val="132238"/>
                </a:solidFill>
                <a:latin typeface="Noto Sans CJK KR"/>
                <a:ea typeface="Noto Sans CJK KR"/>
                <a:cs typeface="Noto Sans CJK KR"/>
              </a:rPr>
              <a:t>질문</a:t>
            </a:r>
          </a:p>
        </p:txBody>
      </p:sp>
      <p:sp>
        <p:nvSpPr>
          <p:cNvPr id="41" name="">
            <a:extLst xmlns:a="http://schemas.openxmlformats.org/drawingml/2006/main">
              <a:ext uri="{FF2B5EF4-FFF2-40B4-BE49-F238E27FC236}">
                <a16:creationId xmlns:a16="http://schemas.microsoft.com/office/drawing/2014/main" id="{037346C4-EE71-4FD1-AE89-91AF084611C9}"/>
              </a:ext>
            </a:extLst>
          </p:cNvPr>
          <p:cNvSpPr>
            <a:spLocks xmlns:a="http://schemas.openxmlformats.org/drawingml/2006/main" noGrp="1"/>
          </p:cNvSpPr>
          <p:nvPr/>
        </p:nvSpPr>
        <p:spPr>
          <a:xfrm xmlns:a="http://schemas.openxmlformats.org/drawingml/2006/main">
            <a:off x="1619250" y="3600450"/>
            <a:ext cx="1457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공고·회사·역할</a:t>
            </a:r>
          </a:p>
        </p:txBody>
      </p:sp>
      <p:sp>
        <p:nvSpPr>
          <p:cNvPr id="42" name="">
            <a:extLst xmlns:a="http://schemas.openxmlformats.org/drawingml/2006/main">
              <a:ext uri="{FF2B5EF4-FFF2-40B4-BE49-F238E27FC236}">
                <a16:creationId xmlns:a16="http://schemas.microsoft.com/office/drawing/2014/main" id="{B59B5139-8F35-41D9-969E-5BBAE15A40E5}"/>
              </a:ext>
            </a:extLst>
          </p:cNvPr>
          <p:cNvSpPr>
            <a:spLocks xmlns:a="http://schemas.openxmlformats.org/drawingml/2006/main" noGrp="1"/>
          </p:cNvSpPr>
          <p:nvPr/>
        </p:nvSpPr>
        <p:spPr>
          <a:xfrm xmlns:a="http://schemas.openxmlformats.org/drawingml/2006/main">
            <a:off x="3505200" y="3143250"/>
            <a:ext cx="1762125" cy="981075"/>
          </a:xfrm>
          <a:prstGeom xmlns:a="http://schemas.openxmlformats.org/drawingml/2006/main" prst="roundRect">
            <a:avLst>
              <a:gd name="adj" fmla="val 7767"/>
            </a:avLst>
          </a:prstGeom>
          <a:solidFill xmlns:a="http://schemas.openxmlformats.org/drawingml/2006/main">
            <a:srgbClr val="FFFFFF"/>
          </a:solidFill>
          <a:ln xmlns:a="http://schemas.openxmlformats.org/drawingml/2006/main" w="9525">
            <a:solidFill>
              <a:srgbClr val="CFD9E6"/>
            </a:solidFill>
          </a:ln>
        </p:spPr>
      </p:sp>
      <p:sp>
        <p:nvSpPr>
          <p:cNvPr id="43" name="">
            <a:extLst xmlns:a="http://schemas.openxmlformats.org/drawingml/2006/main">
              <a:ext uri="{FF2B5EF4-FFF2-40B4-BE49-F238E27FC236}">
                <a16:creationId xmlns:a16="http://schemas.microsoft.com/office/drawing/2014/main" id="{B9CEFAD9-77B0-4E57-BE1E-C940C410DCEB}"/>
              </a:ext>
            </a:extLst>
          </p:cNvPr>
          <p:cNvSpPr>
            <a:spLocks xmlns:a="http://schemas.openxmlformats.org/drawingml/2006/main" noGrp="1"/>
          </p:cNvSpPr>
          <p:nvPr/>
        </p:nvSpPr>
        <p:spPr>
          <a:xfrm xmlns:a="http://schemas.openxmlformats.org/drawingml/2006/main">
            <a:off x="3505200" y="3143250"/>
            <a:ext cx="57150" cy="981075"/>
          </a:xfrm>
          <a:prstGeom xmlns:a="http://schemas.openxmlformats.org/drawingml/2006/main" prst="rect">
            <a:avLst/>
          </a:prstGeom>
          <a:solidFill xmlns:a="http://schemas.openxmlformats.org/drawingml/2006/main">
            <a:srgbClr val="119C8B"/>
          </a:solidFill>
          <a:ln xmlns:a="http://schemas.openxmlformats.org/drawingml/2006/main" w="9525">
            <a:solidFill>
              <a:srgbClr val="119C8B"/>
            </a:solidFill>
          </a:ln>
        </p:spPr>
      </p:sp>
      <p:sp>
        <p:nvSpPr>
          <p:cNvPr id="44" name="">
            <a:extLst xmlns:a="http://schemas.openxmlformats.org/drawingml/2006/main">
              <a:ext uri="{FF2B5EF4-FFF2-40B4-BE49-F238E27FC236}">
                <a16:creationId xmlns:a16="http://schemas.microsoft.com/office/drawing/2014/main" id="{D19C0EBC-3708-4AD7-B9D2-BFB86D8D295E}"/>
              </a:ext>
            </a:extLst>
          </p:cNvPr>
          <p:cNvSpPr>
            <a:spLocks xmlns:a="http://schemas.openxmlformats.org/drawingml/2006/main" noGrp="1"/>
          </p:cNvSpPr>
          <p:nvPr/>
        </p:nvSpPr>
        <p:spPr>
          <a:xfrm xmlns:a="http://schemas.openxmlformats.org/drawingml/2006/main">
            <a:off x="3667125" y="3267075"/>
            <a:ext cx="1476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32238"/>
                </a:solidFill>
                <a:latin typeface="Noto Sans CJK KR"/>
                <a:ea typeface="Noto Sans CJK KR"/>
                <a:cs typeface="Noto Sans CJK KR"/>
              </a:defRPr>
            </a:pPr>
            <a:r>
              <a:rPr sz="1350" b="1">
                <a:solidFill>
                  <a:srgbClr val="132238"/>
                </a:solidFill>
                <a:latin typeface="Noto Sans CJK KR"/>
                <a:ea typeface="Noto Sans CJK KR"/>
                <a:cs typeface="Noto Sans CJK KR"/>
              </a:rPr>
              <a:t>ACL</a:t>
            </a:r>
          </a:p>
        </p:txBody>
      </p:sp>
      <p:sp>
        <p:nvSpPr>
          <p:cNvPr id="45" name="">
            <a:extLst xmlns:a="http://schemas.openxmlformats.org/drawingml/2006/main">
              <a:ext uri="{FF2B5EF4-FFF2-40B4-BE49-F238E27FC236}">
                <a16:creationId xmlns:a16="http://schemas.microsoft.com/office/drawing/2014/main" id="{2DA6D984-88AD-47D2-A0EE-DF4829C41478}"/>
              </a:ext>
            </a:extLst>
          </p:cNvPr>
          <p:cNvSpPr>
            <a:spLocks xmlns:a="http://schemas.openxmlformats.org/drawingml/2006/main" noGrp="1"/>
          </p:cNvSpPr>
          <p:nvPr/>
        </p:nvSpPr>
        <p:spPr>
          <a:xfrm xmlns:a="http://schemas.openxmlformats.org/drawingml/2006/main">
            <a:off x="3667125" y="3600450"/>
            <a:ext cx="1457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허용 문서 후보</a:t>
            </a:r>
          </a:p>
        </p:txBody>
      </p:sp>
      <p:sp>
        <p:nvSpPr>
          <p:cNvPr id="46" name="">
            <a:extLst xmlns:a="http://schemas.openxmlformats.org/drawingml/2006/main">
              <a:ext uri="{FF2B5EF4-FFF2-40B4-BE49-F238E27FC236}">
                <a16:creationId xmlns:a16="http://schemas.microsoft.com/office/drawing/2014/main" id="{94B8F592-FAB2-451A-81EC-82D6B951CD9E}"/>
              </a:ext>
            </a:extLst>
          </p:cNvPr>
          <p:cNvSpPr>
            <a:spLocks xmlns:a="http://schemas.openxmlformats.org/drawingml/2006/main" noGrp="1"/>
          </p:cNvSpPr>
          <p:nvPr/>
        </p:nvSpPr>
        <p:spPr>
          <a:xfrm xmlns:a="http://schemas.openxmlformats.org/drawingml/2006/main">
            <a:off x="5553075" y="3143250"/>
            <a:ext cx="1762125" cy="981075"/>
          </a:xfrm>
          <a:prstGeom xmlns:a="http://schemas.openxmlformats.org/drawingml/2006/main" prst="roundRect">
            <a:avLst>
              <a:gd name="adj" fmla="val 7767"/>
            </a:avLst>
          </a:prstGeom>
          <a:solidFill xmlns:a="http://schemas.openxmlformats.org/drawingml/2006/main">
            <a:srgbClr val="FFFFFF"/>
          </a:solidFill>
          <a:ln xmlns:a="http://schemas.openxmlformats.org/drawingml/2006/main" w="9525">
            <a:solidFill>
              <a:srgbClr val="CFD9E6"/>
            </a:solidFill>
          </a:ln>
        </p:spPr>
      </p:sp>
      <p:sp>
        <p:nvSpPr>
          <p:cNvPr id="47" name="">
            <a:extLst xmlns:a="http://schemas.openxmlformats.org/drawingml/2006/main">
              <a:ext uri="{FF2B5EF4-FFF2-40B4-BE49-F238E27FC236}">
                <a16:creationId xmlns:a16="http://schemas.microsoft.com/office/drawing/2014/main" id="{F739A94B-0AD2-47A7-9EA6-A05C939F8EFB}"/>
              </a:ext>
            </a:extLst>
          </p:cNvPr>
          <p:cNvSpPr>
            <a:spLocks xmlns:a="http://schemas.openxmlformats.org/drawingml/2006/main" noGrp="1"/>
          </p:cNvSpPr>
          <p:nvPr/>
        </p:nvSpPr>
        <p:spPr>
          <a:xfrm xmlns:a="http://schemas.openxmlformats.org/drawingml/2006/main">
            <a:off x="5553075" y="3143250"/>
            <a:ext cx="57150" cy="981075"/>
          </a:xfrm>
          <a:prstGeom xmlns:a="http://schemas.openxmlformats.org/drawingml/2006/main" prst="rect">
            <a:avLst/>
          </a:prstGeom>
          <a:solidFill xmlns:a="http://schemas.openxmlformats.org/drawingml/2006/main">
            <a:srgbClr val="119C8B"/>
          </a:solidFill>
          <a:ln xmlns:a="http://schemas.openxmlformats.org/drawingml/2006/main" w="9525">
            <a:solidFill>
              <a:srgbClr val="119C8B"/>
            </a:solidFill>
          </a:ln>
        </p:spPr>
      </p:sp>
      <p:sp>
        <p:nvSpPr>
          <p:cNvPr id="48" name="">
            <a:extLst xmlns:a="http://schemas.openxmlformats.org/drawingml/2006/main">
              <a:ext uri="{FF2B5EF4-FFF2-40B4-BE49-F238E27FC236}">
                <a16:creationId xmlns:a16="http://schemas.microsoft.com/office/drawing/2014/main" id="{AF114092-1DCF-45E4-AC66-E2F3B36E1ACF}"/>
              </a:ext>
            </a:extLst>
          </p:cNvPr>
          <p:cNvSpPr>
            <a:spLocks xmlns:a="http://schemas.openxmlformats.org/drawingml/2006/main" noGrp="1"/>
          </p:cNvSpPr>
          <p:nvPr/>
        </p:nvSpPr>
        <p:spPr>
          <a:xfrm xmlns:a="http://schemas.openxmlformats.org/drawingml/2006/main">
            <a:off x="5715000" y="3267075"/>
            <a:ext cx="1476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32238"/>
                </a:solidFill>
                <a:latin typeface="Noto Sans CJK KR"/>
                <a:ea typeface="Noto Sans CJK KR"/>
                <a:cs typeface="Noto Sans CJK KR"/>
              </a:defRPr>
            </a:pPr>
            <a:r>
              <a:rPr sz="1350" b="1">
                <a:solidFill>
                  <a:srgbClr val="132238"/>
                </a:solidFill>
                <a:latin typeface="Noto Sans CJK KR"/>
                <a:ea typeface="Noto Sans CJK KR"/>
                <a:cs typeface="Noto Sans CJK KR"/>
              </a:rPr>
              <a:t>검색</a:t>
            </a:r>
          </a:p>
        </p:txBody>
      </p:sp>
      <p:sp>
        <p:nvSpPr>
          <p:cNvPr id="49" name="">
            <a:extLst xmlns:a="http://schemas.openxmlformats.org/drawingml/2006/main">
              <a:ext uri="{FF2B5EF4-FFF2-40B4-BE49-F238E27FC236}">
                <a16:creationId xmlns:a16="http://schemas.microsoft.com/office/drawing/2014/main" id="{09A7959D-137F-405A-A73F-FFE6799F70EB}"/>
              </a:ext>
            </a:extLst>
          </p:cNvPr>
          <p:cNvSpPr>
            <a:spLocks xmlns:a="http://schemas.openxmlformats.org/drawingml/2006/main" noGrp="1"/>
          </p:cNvSpPr>
          <p:nvPr/>
        </p:nvSpPr>
        <p:spPr>
          <a:xfrm xmlns:a="http://schemas.openxmlformats.org/drawingml/2006/main">
            <a:off x="5715000" y="3600450"/>
            <a:ext cx="1457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BM25 + E5 + RRF</a:t>
            </a:r>
          </a:p>
        </p:txBody>
      </p:sp>
      <p:sp>
        <p:nvSpPr>
          <p:cNvPr id="50" name="">
            <a:extLst xmlns:a="http://schemas.openxmlformats.org/drawingml/2006/main">
              <a:ext uri="{FF2B5EF4-FFF2-40B4-BE49-F238E27FC236}">
                <a16:creationId xmlns:a16="http://schemas.microsoft.com/office/drawing/2014/main" id="{AA6A08F9-F4FF-4485-AE78-FBAE0A4FF61F}"/>
              </a:ext>
            </a:extLst>
          </p:cNvPr>
          <p:cNvSpPr>
            <a:spLocks xmlns:a="http://schemas.openxmlformats.org/drawingml/2006/main" noGrp="1"/>
          </p:cNvSpPr>
          <p:nvPr/>
        </p:nvSpPr>
        <p:spPr>
          <a:xfrm xmlns:a="http://schemas.openxmlformats.org/drawingml/2006/main">
            <a:off x="7600950" y="3143250"/>
            <a:ext cx="1762125" cy="981075"/>
          </a:xfrm>
          <a:prstGeom xmlns:a="http://schemas.openxmlformats.org/drawingml/2006/main" prst="roundRect">
            <a:avLst>
              <a:gd name="adj" fmla="val 7767"/>
            </a:avLst>
          </a:prstGeom>
          <a:solidFill xmlns:a="http://schemas.openxmlformats.org/drawingml/2006/main">
            <a:srgbClr val="FFFFFF"/>
          </a:solidFill>
          <a:ln xmlns:a="http://schemas.openxmlformats.org/drawingml/2006/main" w="9525">
            <a:solidFill>
              <a:srgbClr val="CFD9E6"/>
            </a:solidFill>
          </a:ln>
        </p:spPr>
      </p:sp>
      <p:sp>
        <p:nvSpPr>
          <p:cNvPr id="51" name="">
            <a:extLst xmlns:a="http://schemas.openxmlformats.org/drawingml/2006/main">
              <a:ext uri="{FF2B5EF4-FFF2-40B4-BE49-F238E27FC236}">
                <a16:creationId xmlns:a16="http://schemas.microsoft.com/office/drawing/2014/main" id="{3B75EDC9-D955-466E-9C03-F143F228DA85}"/>
              </a:ext>
            </a:extLst>
          </p:cNvPr>
          <p:cNvSpPr>
            <a:spLocks xmlns:a="http://schemas.openxmlformats.org/drawingml/2006/main" noGrp="1"/>
          </p:cNvSpPr>
          <p:nvPr/>
        </p:nvSpPr>
        <p:spPr>
          <a:xfrm xmlns:a="http://schemas.openxmlformats.org/drawingml/2006/main">
            <a:off x="7600950" y="3143250"/>
            <a:ext cx="57150" cy="981075"/>
          </a:xfrm>
          <a:prstGeom xmlns:a="http://schemas.openxmlformats.org/drawingml/2006/main" prst="rect">
            <a:avLst/>
          </a:prstGeom>
          <a:solidFill xmlns:a="http://schemas.openxmlformats.org/drawingml/2006/main">
            <a:srgbClr val="119C8B"/>
          </a:solidFill>
          <a:ln xmlns:a="http://schemas.openxmlformats.org/drawingml/2006/main" w="9525">
            <a:solidFill>
              <a:srgbClr val="119C8B"/>
            </a:solidFill>
          </a:ln>
        </p:spPr>
      </p:sp>
      <p:sp>
        <p:nvSpPr>
          <p:cNvPr id="52" name="">
            <a:extLst xmlns:a="http://schemas.openxmlformats.org/drawingml/2006/main">
              <a:ext uri="{FF2B5EF4-FFF2-40B4-BE49-F238E27FC236}">
                <a16:creationId xmlns:a16="http://schemas.microsoft.com/office/drawing/2014/main" id="{B4DA0C74-B834-4126-AE01-5E500AD79DF4}"/>
              </a:ext>
            </a:extLst>
          </p:cNvPr>
          <p:cNvSpPr>
            <a:spLocks xmlns:a="http://schemas.openxmlformats.org/drawingml/2006/main" noGrp="1"/>
          </p:cNvSpPr>
          <p:nvPr/>
        </p:nvSpPr>
        <p:spPr>
          <a:xfrm xmlns:a="http://schemas.openxmlformats.org/drawingml/2006/main">
            <a:off x="7762875" y="3267075"/>
            <a:ext cx="1476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32238"/>
                </a:solidFill>
                <a:latin typeface="Noto Sans CJK KR"/>
                <a:ea typeface="Noto Sans CJK KR"/>
                <a:cs typeface="Noto Sans CJK KR"/>
              </a:defRPr>
            </a:pPr>
            <a:r>
              <a:rPr sz="1350" b="1">
                <a:solidFill>
                  <a:srgbClr val="132238"/>
                </a:solidFill>
                <a:latin typeface="Noto Sans CJK KR"/>
                <a:ea typeface="Noto Sans CJK KR"/>
                <a:cs typeface="Noto Sans CJK KR"/>
              </a:rPr>
              <a:t>생성</a:t>
            </a:r>
          </a:p>
        </p:txBody>
      </p:sp>
      <p:sp>
        <p:nvSpPr>
          <p:cNvPr id="53" name="">
            <a:extLst xmlns:a="http://schemas.openxmlformats.org/drawingml/2006/main">
              <a:ext uri="{FF2B5EF4-FFF2-40B4-BE49-F238E27FC236}">
                <a16:creationId xmlns:a16="http://schemas.microsoft.com/office/drawing/2014/main" id="{C41BC727-AFFD-435F-BCAD-0DE210BCC936}"/>
              </a:ext>
            </a:extLst>
          </p:cNvPr>
          <p:cNvSpPr>
            <a:spLocks xmlns:a="http://schemas.openxmlformats.org/drawingml/2006/main" noGrp="1"/>
          </p:cNvSpPr>
          <p:nvPr/>
        </p:nvSpPr>
        <p:spPr>
          <a:xfrm xmlns:a="http://schemas.openxmlformats.org/drawingml/2006/main">
            <a:off x="7762875" y="3600450"/>
            <a:ext cx="1457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Qwen3-4B 로컬</a:t>
            </a:r>
          </a:p>
        </p:txBody>
      </p:sp>
      <p:sp>
        <p:nvSpPr>
          <p:cNvPr id="54" name="">
            <a:extLst xmlns:a="http://schemas.openxmlformats.org/drawingml/2006/main">
              <a:ext uri="{FF2B5EF4-FFF2-40B4-BE49-F238E27FC236}">
                <a16:creationId xmlns:a16="http://schemas.microsoft.com/office/drawing/2014/main" id="{EC7A657E-C988-42FE-B04B-8D34489D00C8}"/>
              </a:ext>
            </a:extLst>
          </p:cNvPr>
          <p:cNvSpPr>
            <a:spLocks xmlns:a="http://schemas.openxmlformats.org/drawingml/2006/main" noGrp="1"/>
          </p:cNvSpPr>
          <p:nvPr/>
        </p:nvSpPr>
        <p:spPr>
          <a:xfrm xmlns:a="http://schemas.openxmlformats.org/drawingml/2006/main">
            <a:off x="9648825" y="3143250"/>
            <a:ext cx="1762125" cy="981075"/>
          </a:xfrm>
          <a:prstGeom xmlns:a="http://schemas.openxmlformats.org/drawingml/2006/main" prst="roundRect">
            <a:avLst>
              <a:gd name="adj" fmla="val 7767"/>
            </a:avLst>
          </a:prstGeom>
          <a:solidFill xmlns:a="http://schemas.openxmlformats.org/drawingml/2006/main">
            <a:srgbClr val="FFFFFF"/>
          </a:solidFill>
          <a:ln xmlns:a="http://schemas.openxmlformats.org/drawingml/2006/main" w="9525">
            <a:solidFill>
              <a:srgbClr val="CFD9E6"/>
            </a:solidFill>
          </a:ln>
        </p:spPr>
      </p:sp>
      <p:sp>
        <p:nvSpPr>
          <p:cNvPr id="55" name="">
            <a:extLst xmlns:a="http://schemas.openxmlformats.org/drawingml/2006/main">
              <a:ext uri="{FF2B5EF4-FFF2-40B4-BE49-F238E27FC236}">
                <a16:creationId xmlns:a16="http://schemas.microsoft.com/office/drawing/2014/main" id="{5898E6B2-A2EF-401F-9416-1CF69278078F}"/>
              </a:ext>
            </a:extLst>
          </p:cNvPr>
          <p:cNvSpPr>
            <a:spLocks xmlns:a="http://schemas.openxmlformats.org/drawingml/2006/main" noGrp="1"/>
          </p:cNvSpPr>
          <p:nvPr/>
        </p:nvSpPr>
        <p:spPr>
          <a:xfrm xmlns:a="http://schemas.openxmlformats.org/drawingml/2006/main">
            <a:off x="9648825" y="3143250"/>
            <a:ext cx="57150" cy="981075"/>
          </a:xfrm>
          <a:prstGeom xmlns:a="http://schemas.openxmlformats.org/drawingml/2006/main" prst="rect">
            <a:avLst/>
          </a:prstGeom>
          <a:solidFill xmlns:a="http://schemas.openxmlformats.org/drawingml/2006/main">
            <a:srgbClr val="119C8B"/>
          </a:solidFill>
          <a:ln xmlns:a="http://schemas.openxmlformats.org/drawingml/2006/main" w="9525">
            <a:solidFill>
              <a:srgbClr val="119C8B"/>
            </a:solidFill>
          </a:ln>
        </p:spPr>
      </p:sp>
      <p:sp>
        <p:nvSpPr>
          <p:cNvPr id="56" name="">
            <a:extLst xmlns:a="http://schemas.openxmlformats.org/drawingml/2006/main">
              <a:ext uri="{FF2B5EF4-FFF2-40B4-BE49-F238E27FC236}">
                <a16:creationId xmlns:a16="http://schemas.microsoft.com/office/drawing/2014/main" id="{C64395EE-91B5-463A-B78C-909207202B5A}"/>
              </a:ext>
            </a:extLst>
          </p:cNvPr>
          <p:cNvSpPr>
            <a:spLocks xmlns:a="http://schemas.openxmlformats.org/drawingml/2006/main" noGrp="1"/>
          </p:cNvSpPr>
          <p:nvPr/>
        </p:nvSpPr>
        <p:spPr>
          <a:xfrm xmlns:a="http://schemas.openxmlformats.org/drawingml/2006/main">
            <a:off x="9810750" y="3267075"/>
            <a:ext cx="1476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32238"/>
                </a:solidFill>
                <a:latin typeface="Noto Sans CJK KR"/>
                <a:ea typeface="Noto Sans CJK KR"/>
                <a:cs typeface="Noto Sans CJK KR"/>
              </a:defRPr>
            </a:pPr>
            <a:r>
              <a:rPr sz="1350" b="1">
                <a:solidFill>
                  <a:srgbClr val="132238"/>
                </a:solidFill>
                <a:latin typeface="Noto Sans CJK KR"/>
                <a:ea typeface="Noto Sans CJK KR"/>
                <a:cs typeface="Noto Sans CJK KR"/>
              </a:rPr>
              <a:t>검증</a:t>
            </a:r>
          </a:p>
        </p:txBody>
      </p:sp>
      <p:sp>
        <p:nvSpPr>
          <p:cNvPr id="57" name="">
            <a:extLst xmlns:a="http://schemas.openxmlformats.org/drawingml/2006/main">
              <a:ext uri="{FF2B5EF4-FFF2-40B4-BE49-F238E27FC236}">
                <a16:creationId xmlns:a16="http://schemas.microsoft.com/office/drawing/2014/main" id="{F5820D99-1B07-4E3E-9AA6-5051039A15AA}"/>
              </a:ext>
            </a:extLst>
          </p:cNvPr>
          <p:cNvSpPr>
            <a:spLocks xmlns:a="http://schemas.openxmlformats.org/drawingml/2006/main" noGrp="1"/>
          </p:cNvSpPr>
          <p:nvPr/>
        </p:nvSpPr>
        <p:spPr>
          <a:xfrm xmlns:a="http://schemas.openxmlformats.org/drawingml/2006/main">
            <a:off x="9810750" y="3600450"/>
            <a:ext cx="1457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규칙 + 탐지기</a:t>
            </a:r>
          </a:p>
        </p:txBody>
      </p:sp>
      <p:sp>
        <p:nvSpPr>
          <p:cNvPr id="58" name="">
            <a:extLst xmlns:a="http://schemas.openxmlformats.org/drawingml/2006/main">
              <a:ext uri="{FF2B5EF4-FFF2-40B4-BE49-F238E27FC236}">
                <a16:creationId xmlns:a16="http://schemas.microsoft.com/office/drawing/2014/main" id="{AF06C064-80AD-41A5-9111-2ECD0914070C}"/>
              </a:ext>
            </a:extLst>
          </p:cNvPr>
          <p:cNvSpPr>
            <a:spLocks xmlns:a="http://schemas.openxmlformats.org/drawingml/2006/main" noGrp="1"/>
          </p:cNvSpPr>
          <p:nvPr/>
        </p:nvSpPr>
        <p:spPr>
          <a:xfrm xmlns:a="http://schemas.openxmlformats.org/drawingml/2006/main">
            <a:off x="3219450" y="3633788"/>
            <a:ext cx="285750" cy="0"/>
          </a:xfrm>
          <a:prstGeom xmlns:a="http://schemas.openxmlformats.org/drawingml/2006/main" prst="line">
            <a:avLst/>
          </a:prstGeom>
          <a:noFill xmlns:a="http://schemas.openxmlformats.org/drawingml/2006/main"/>
          <a:ln xmlns:a="http://schemas.openxmlformats.org/drawingml/2006/main" w="19050">
            <a:solidFill>
              <a:srgbClr val="119C8B"/>
            </a:solidFill>
          </a:ln>
        </p:spPr>
      </p:sp>
      <p:sp>
        <p:nvSpPr>
          <p:cNvPr id="59" name="">
            <a:extLst xmlns:a="http://schemas.openxmlformats.org/drawingml/2006/main">
              <a:ext uri="{FF2B5EF4-FFF2-40B4-BE49-F238E27FC236}">
                <a16:creationId xmlns:a16="http://schemas.microsoft.com/office/drawing/2014/main" id="{56B67D6E-D717-40C0-BC21-912267B72A37}"/>
              </a:ext>
            </a:extLst>
          </p:cNvPr>
          <p:cNvSpPr>
            <a:spLocks xmlns:a="http://schemas.openxmlformats.org/drawingml/2006/main" noGrp="1"/>
          </p:cNvSpPr>
          <p:nvPr/>
        </p:nvSpPr>
        <p:spPr>
          <a:xfrm xmlns:a="http://schemas.openxmlformats.org/drawingml/2006/main">
            <a:off x="3409950" y="3586163"/>
            <a:ext cx="95250" cy="95250"/>
          </a:xfrm>
          <a:prstGeom xmlns:a="http://schemas.openxmlformats.org/drawingml/2006/main" prst="triangle">
            <a:avLst/>
          </a:prstGeom>
          <a:solidFill xmlns:a="http://schemas.openxmlformats.org/drawingml/2006/main">
            <a:srgbClr val="119C8B"/>
          </a:solidFill>
          <a:ln xmlns:a="http://schemas.openxmlformats.org/drawingml/2006/main" w="9525">
            <a:solidFill>
              <a:srgbClr val="119C8B"/>
            </a:solidFill>
          </a:ln>
        </p:spPr>
      </p:sp>
      <p:sp>
        <p:nvSpPr>
          <p:cNvPr id="60" name="">
            <a:extLst xmlns:a="http://schemas.openxmlformats.org/drawingml/2006/main">
              <a:ext uri="{FF2B5EF4-FFF2-40B4-BE49-F238E27FC236}">
                <a16:creationId xmlns:a16="http://schemas.microsoft.com/office/drawing/2014/main" id="{0F986055-1984-4743-B6B2-61E6938F6093}"/>
              </a:ext>
            </a:extLst>
          </p:cNvPr>
          <p:cNvSpPr>
            <a:spLocks xmlns:a="http://schemas.openxmlformats.org/drawingml/2006/main" noGrp="1"/>
          </p:cNvSpPr>
          <p:nvPr/>
        </p:nvSpPr>
        <p:spPr>
          <a:xfrm xmlns:a="http://schemas.openxmlformats.org/drawingml/2006/main">
            <a:off x="5267325" y="3633788"/>
            <a:ext cx="285750" cy="0"/>
          </a:xfrm>
          <a:prstGeom xmlns:a="http://schemas.openxmlformats.org/drawingml/2006/main" prst="line">
            <a:avLst/>
          </a:prstGeom>
          <a:noFill xmlns:a="http://schemas.openxmlformats.org/drawingml/2006/main"/>
          <a:ln xmlns:a="http://schemas.openxmlformats.org/drawingml/2006/main" w="19050">
            <a:solidFill>
              <a:srgbClr val="119C8B"/>
            </a:solidFill>
          </a:ln>
        </p:spPr>
      </p:sp>
      <p:sp>
        <p:nvSpPr>
          <p:cNvPr id="61" name="">
            <a:extLst xmlns:a="http://schemas.openxmlformats.org/drawingml/2006/main">
              <a:ext uri="{FF2B5EF4-FFF2-40B4-BE49-F238E27FC236}">
                <a16:creationId xmlns:a16="http://schemas.microsoft.com/office/drawing/2014/main" id="{951C7DD7-31BA-4816-A530-91E2CC76BEF1}"/>
              </a:ext>
            </a:extLst>
          </p:cNvPr>
          <p:cNvSpPr>
            <a:spLocks xmlns:a="http://schemas.openxmlformats.org/drawingml/2006/main" noGrp="1"/>
          </p:cNvSpPr>
          <p:nvPr/>
        </p:nvSpPr>
        <p:spPr>
          <a:xfrm xmlns:a="http://schemas.openxmlformats.org/drawingml/2006/main">
            <a:off x="5457825" y="3586163"/>
            <a:ext cx="95250" cy="95250"/>
          </a:xfrm>
          <a:prstGeom xmlns:a="http://schemas.openxmlformats.org/drawingml/2006/main" prst="triangle">
            <a:avLst/>
          </a:prstGeom>
          <a:solidFill xmlns:a="http://schemas.openxmlformats.org/drawingml/2006/main">
            <a:srgbClr val="119C8B"/>
          </a:solidFill>
          <a:ln xmlns:a="http://schemas.openxmlformats.org/drawingml/2006/main" w="9525">
            <a:solidFill>
              <a:srgbClr val="119C8B"/>
            </a:solidFill>
          </a:ln>
        </p:spPr>
      </p:sp>
      <p:sp>
        <p:nvSpPr>
          <p:cNvPr id="62" name="">
            <a:extLst xmlns:a="http://schemas.openxmlformats.org/drawingml/2006/main">
              <a:ext uri="{FF2B5EF4-FFF2-40B4-BE49-F238E27FC236}">
                <a16:creationId xmlns:a16="http://schemas.microsoft.com/office/drawing/2014/main" id="{0F164C90-7E59-4E87-9F07-03F26D8C0EF1}"/>
              </a:ext>
            </a:extLst>
          </p:cNvPr>
          <p:cNvSpPr>
            <a:spLocks xmlns:a="http://schemas.openxmlformats.org/drawingml/2006/main" noGrp="1"/>
          </p:cNvSpPr>
          <p:nvPr/>
        </p:nvSpPr>
        <p:spPr>
          <a:xfrm xmlns:a="http://schemas.openxmlformats.org/drawingml/2006/main">
            <a:off x="7315200" y="3633788"/>
            <a:ext cx="285750" cy="0"/>
          </a:xfrm>
          <a:prstGeom xmlns:a="http://schemas.openxmlformats.org/drawingml/2006/main" prst="line">
            <a:avLst/>
          </a:prstGeom>
          <a:noFill xmlns:a="http://schemas.openxmlformats.org/drawingml/2006/main"/>
          <a:ln xmlns:a="http://schemas.openxmlformats.org/drawingml/2006/main" w="19050">
            <a:solidFill>
              <a:srgbClr val="119C8B"/>
            </a:solidFill>
          </a:ln>
        </p:spPr>
      </p:sp>
      <p:sp>
        <p:nvSpPr>
          <p:cNvPr id="63" name="">
            <a:extLst xmlns:a="http://schemas.openxmlformats.org/drawingml/2006/main">
              <a:ext uri="{FF2B5EF4-FFF2-40B4-BE49-F238E27FC236}">
                <a16:creationId xmlns:a16="http://schemas.microsoft.com/office/drawing/2014/main" id="{6919311D-94D9-4EA1-AA8E-71C0DFA5A283}"/>
              </a:ext>
            </a:extLst>
          </p:cNvPr>
          <p:cNvSpPr>
            <a:spLocks xmlns:a="http://schemas.openxmlformats.org/drawingml/2006/main" noGrp="1"/>
          </p:cNvSpPr>
          <p:nvPr/>
        </p:nvSpPr>
        <p:spPr>
          <a:xfrm xmlns:a="http://schemas.openxmlformats.org/drawingml/2006/main">
            <a:off x="7505700" y="3586163"/>
            <a:ext cx="95250" cy="95250"/>
          </a:xfrm>
          <a:prstGeom xmlns:a="http://schemas.openxmlformats.org/drawingml/2006/main" prst="triangle">
            <a:avLst/>
          </a:prstGeom>
          <a:solidFill xmlns:a="http://schemas.openxmlformats.org/drawingml/2006/main">
            <a:srgbClr val="119C8B"/>
          </a:solidFill>
          <a:ln xmlns:a="http://schemas.openxmlformats.org/drawingml/2006/main" w="9525">
            <a:solidFill>
              <a:srgbClr val="119C8B"/>
            </a:solidFill>
          </a:ln>
        </p:spPr>
      </p:sp>
      <p:sp>
        <p:nvSpPr>
          <p:cNvPr id="64" name="">
            <a:extLst xmlns:a="http://schemas.openxmlformats.org/drawingml/2006/main">
              <a:ext uri="{FF2B5EF4-FFF2-40B4-BE49-F238E27FC236}">
                <a16:creationId xmlns:a16="http://schemas.microsoft.com/office/drawing/2014/main" id="{12FBC853-7335-4D2A-8314-E22744D2BD1B}"/>
              </a:ext>
            </a:extLst>
          </p:cNvPr>
          <p:cNvSpPr>
            <a:spLocks xmlns:a="http://schemas.openxmlformats.org/drawingml/2006/main" noGrp="1"/>
          </p:cNvSpPr>
          <p:nvPr/>
        </p:nvSpPr>
        <p:spPr>
          <a:xfrm xmlns:a="http://schemas.openxmlformats.org/drawingml/2006/main">
            <a:off x="9363075" y="3633788"/>
            <a:ext cx="285750" cy="0"/>
          </a:xfrm>
          <a:prstGeom xmlns:a="http://schemas.openxmlformats.org/drawingml/2006/main" prst="line">
            <a:avLst/>
          </a:prstGeom>
          <a:noFill xmlns:a="http://schemas.openxmlformats.org/drawingml/2006/main"/>
          <a:ln xmlns:a="http://schemas.openxmlformats.org/drawingml/2006/main" w="19050">
            <a:solidFill>
              <a:srgbClr val="119C8B"/>
            </a:solidFill>
          </a:ln>
        </p:spPr>
      </p:sp>
      <p:sp>
        <p:nvSpPr>
          <p:cNvPr id="65" name="">
            <a:extLst xmlns:a="http://schemas.openxmlformats.org/drawingml/2006/main">
              <a:ext uri="{FF2B5EF4-FFF2-40B4-BE49-F238E27FC236}">
                <a16:creationId xmlns:a16="http://schemas.microsoft.com/office/drawing/2014/main" id="{B615EF13-CAFB-439C-8A23-5E44608086D6}"/>
              </a:ext>
            </a:extLst>
          </p:cNvPr>
          <p:cNvSpPr>
            <a:spLocks xmlns:a="http://schemas.openxmlformats.org/drawingml/2006/main" noGrp="1"/>
          </p:cNvSpPr>
          <p:nvPr/>
        </p:nvSpPr>
        <p:spPr>
          <a:xfrm xmlns:a="http://schemas.openxmlformats.org/drawingml/2006/main">
            <a:off x="9553575" y="3586163"/>
            <a:ext cx="95250" cy="95250"/>
          </a:xfrm>
          <a:prstGeom xmlns:a="http://schemas.openxmlformats.org/drawingml/2006/main" prst="triangle">
            <a:avLst/>
          </a:prstGeom>
          <a:solidFill xmlns:a="http://schemas.openxmlformats.org/drawingml/2006/main">
            <a:srgbClr val="119C8B"/>
          </a:solidFill>
          <a:ln xmlns:a="http://schemas.openxmlformats.org/drawingml/2006/main" w="9525">
            <a:solidFill>
              <a:srgbClr val="119C8B"/>
            </a:solidFill>
          </a:ln>
        </p:spPr>
      </p:sp>
      <p:sp>
        <p:nvSpPr>
          <p:cNvPr id="66" name="">
            <a:extLst xmlns:a="http://schemas.openxmlformats.org/drawingml/2006/main">
              <a:ext uri="{FF2B5EF4-FFF2-40B4-BE49-F238E27FC236}">
                <a16:creationId xmlns:a16="http://schemas.microsoft.com/office/drawing/2014/main" id="{0909E4F3-6036-4EBE-876A-3D6157A7E3DE}"/>
              </a:ext>
            </a:extLst>
          </p:cNvPr>
          <p:cNvSpPr>
            <a:spLocks xmlns:a="http://schemas.openxmlformats.org/drawingml/2006/main" noGrp="1"/>
          </p:cNvSpPr>
          <p:nvPr/>
        </p:nvSpPr>
        <p:spPr>
          <a:xfrm xmlns:a="http://schemas.openxmlformats.org/drawingml/2006/main">
            <a:off x="514350" y="4991100"/>
            <a:ext cx="723900" cy="257175"/>
          </a:xfrm>
          <a:prstGeom xmlns:a="http://schemas.openxmlformats.org/drawingml/2006/main" prst="roundRect">
            <a:avLst>
              <a:gd name="adj" fmla="val 29630"/>
            </a:avLst>
          </a:prstGeom>
          <a:solidFill xmlns:a="http://schemas.openxmlformats.org/drawingml/2006/main">
            <a:srgbClr val="F29B38"/>
          </a:solidFill>
          <a:ln xmlns:a="http://schemas.openxmlformats.org/drawingml/2006/main" w="9525">
            <a:solidFill>
              <a:srgbClr val="F29B38"/>
            </a:solidFill>
          </a:ln>
        </p:spPr>
      </p:sp>
      <p:sp>
        <p:nvSpPr>
          <p:cNvPr id="67" name="">
            <a:extLst xmlns:a="http://schemas.openxmlformats.org/drawingml/2006/main">
              <a:ext uri="{FF2B5EF4-FFF2-40B4-BE49-F238E27FC236}">
                <a16:creationId xmlns:a16="http://schemas.microsoft.com/office/drawing/2014/main" id="{F3AA149E-2C38-4E39-85CB-3991B33E36C1}"/>
              </a:ext>
            </a:extLst>
          </p:cNvPr>
          <p:cNvSpPr>
            <a:spLocks xmlns:a="http://schemas.openxmlformats.org/drawingml/2006/main" noGrp="1"/>
          </p:cNvSpPr>
          <p:nvPr/>
        </p:nvSpPr>
        <p:spPr>
          <a:xfrm xmlns:a="http://schemas.openxmlformats.org/drawingml/2006/main">
            <a:off x="514350" y="5029200"/>
            <a:ext cx="723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FFFFFF"/>
                </a:solidFill>
                <a:latin typeface="Noto Sans CJK KR"/>
                <a:ea typeface="Noto Sans CJK KR"/>
                <a:cs typeface="Noto Sans CJK KR"/>
              </a:defRPr>
            </a:pPr>
            <a:r>
              <a:rPr sz="900" b="1">
                <a:solidFill>
                  <a:srgbClr val="FFFFFF"/>
                </a:solidFill>
                <a:latin typeface="Noto Sans CJK KR"/>
                <a:ea typeface="Noto Sans CJK KR"/>
                <a:cs typeface="Noto Sans CJK KR"/>
              </a:rPr>
              <a:t>OUTPUT</a:t>
            </a:r>
          </a:p>
        </p:txBody>
      </p:sp>
      <p:sp>
        <p:nvSpPr>
          <p:cNvPr id="68" name="">
            <a:extLst xmlns:a="http://schemas.openxmlformats.org/drawingml/2006/main">
              <a:ext uri="{FF2B5EF4-FFF2-40B4-BE49-F238E27FC236}">
                <a16:creationId xmlns:a16="http://schemas.microsoft.com/office/drawing/2014/main" id="{7DDA2779-261B-4E4A-9FD2-0DD956320252}"/>
              </a:ext>
            </a:extLst>
          </p:cNvPr>
          <p:cNvSpPr>
            <a:spLocks xmlns:a="http://schemas.openxmlformats.org/drawingml/2006/main" noGrp="1"/>
          </p:cNvSpPr>
          <p:nvPr/>
        </p:nvSpPr>
        <p:spPr>
          <a:xfrm xmlns:a="http://schemas.openxmlformats.org/drawingml/2006/main">
            <a:off x="1457325" y="4695825"/>
            <a:ext cx="1762125" cy="981075"/>
          </a:xfrm>
          <a:prstGeom xmlns:a="http://schemas.openxmlformats.org/drawingml/2006/main" prst="roundRect">
            <a:avLst>
              <a:gd name="adj" fmla="val 7767"/>
            </a:avLst>
          </a:prstGeom>
          <a:solidFill xmlns:a="http://schemas.openxmlformats.org/drawingml/2006/main">
            <a:srgbClr val="FFFFFF"/>
          </a:solidFill>
          <a:ln xmlns:a="http://schemas.openxmlformats.org/drawingml/2006/main" w="9525">
            <a:solidFill>
              <a:srgbClr val="CFD9E6"/>
            </a:solidFill>
          </a:ln>
        </p:spPr>
      </p:sp>
      <p:sp>
        <p:nvSpPr>
          <p:cNvPr id="69" name="">
            <a:extLst xmlns:a="http://schemas.openxmlformats.org/drawingml/2006/main">
              <a:ext uri="{FF2B5EF4-FFF2-40B4-BE49-F238E27FC236}">
                <a16:creationId xmlns:a16="http://schemas.microsoft.com/office/drawing/2014/main" id="{90FF9B13-4B78-441B-B4E8-55A87EAF8996}"/>
              </a:ext>
            </a:extLst>
          </p:cNvPr>
          <p:cNvSpPr>
            <a:spLocks xmlns:a="http://schemas.openxmlformats.org/drawingml/2006/main" noGrp="1"/>
          </p:cNvSpPr>
          <p:nvPr/>
        </p:nvSpPr>
        <p:spPr>
          <a:xfrm xmlns:a="http://schemas.openxmlformats.org/drawingml/2006/main">
            <a:off x="1457325" y="4695825"/>
            <a:ext cx="57150" cy="981075"/>
          </a:xfrm>
          <a:prstGeom xmlns:a="http://schemas.openxmlformats.org/drawingml/2006/main" prst="rect">
            <a:avLst/>
          </a:prstGeom>
          <a:solidFill xmlns:a="http://schemas.openxmlformats.org/drawingml/2006/main">
            <a:srgbClr val="F29B38"/>
          </a:solidFill>
          <a:ln xmlns:a="http://schemas.openxmlformats.org/drawingml/2006/main" w="9525">
            <a:solidFill>
              <a:srgbClr val="F29B38"/>
            </a:solidFill>
          </a:ln>
        </p:spPr>
      </p:sp>
      <p:sp>
        <p:nvSpPr>
          <p:cNvPr id="70" name="">
            <a:extLst xmlns:a="http://schemas.openxmlformats.org/drawingml/2006/main">
              <a:ext uri="{FF2B5EF4-FFF2-40B4-BE49-F238E27FC236}">
                <a16:creationId xmlns:a16="http://schemas.microsoft.com/office/drawing/2014/main" id="{99B178F3-6DA0-4694-B7FF-84D7B29F0967}"/>
              </a:ext>
            </a:extLst>
          </p:cNvPr>
          <p:cNvSpPr>
            <a:spLocks xmlns:a="http://schemas.openxmlformats.org/drawingml/2006/main" noGrp="1"/>
          </p:cNvSpPr>
          <p:nvPr/>
        </p:nvSpPr>
        <p:spPr>
          <a:xfrm xmlns:a="http://schemas.openxmlformats.org/drawingml/2006/main">
            <a:off x="1619250" y="4819650"/>
            <a:ext cx="1476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32238"/>
                </a:solidFill>
                <a:latin typeface="Noto Sans CJK KR"/>
                <a:ea typeface="Noto Sans CJK KR"/>
                <a:cs typeface="Noto Sans CJK KR"/>
              </a:defRPr>
            </a:pPr>
            <a:r>
              <a:rPr sz="1350" b="1">
                <a:solidFill>
                  <a:srgbClr val="132238"/>
                </a:solidFill>
                <a:latin typeface="Noto Sans CJK KR"/>
                <a:ea typeface="Noto Sans CJK KR"/>
                <a:cs typeface="Noto Sans CJK KR"/>
              </a:rPr>
              <a:t>답변</a:t>
            </a:r>
          </a:p>
        </p:txBody>
      </p:sp>
      <p:sp>
        <p:nvSpPr>
          <p:cNvPr id="71" name="">
            <a:extLst xmlns:a="http://schemas.openxmlformats.org/drawingml/2006/main">
              <a:ext uri="{FF2B5EF4-FFF2-40B4-BE49-F238E27FC236}">
                <a16:creationId xmlns:a16="http://schemas.microsoft.com/office/drawing/2014/main" id="{5328D804-7F0F-4AD4-A0AA-900CB7505AE3}"/>
              </a:ext>
            </a:extLst>
          </p:cNvPr>
          <p:cNvSpPr>
            <a:spLocks xmlns:a="http://schemas.openxmlformats.org/drawingml/2006/main" noGrp="1"/>
          </p:cNvSpPr>
          <p:nvPr/>
        </p:nvSpPr>
        <p:spPr>
          <a:xfrm xmlns:a="http://schemas.openxmlformats.org/drawingml/2006/main">
            <a:off x="1619250" y="5153025"/>
            <a:ext cx="1457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판단·설명</a:t>
            </a:r>
          </a:p>
        </p:txBody>
      </p:sp>
      <p:sp>
        <p:nvSpPr>
          <p:cNvPr id="72" name="">
            <a:extLst xmlns:a="http://schemas.openxmlformats.org/drawingml/2006/main">
              <a:ext uri="{FF2B5EF4-FFF2-40B4-BE49-F238E27FC236}">
                <a16:creationId xmlns:a16="http://schemas.microsoft.com/office/drawing/2014/main" id="{BD88CB94-990C-44D6-A8EB-8B86A61CF460}"/>
              </a:ext>
            </a:extLst>
          </p:cNvPr>
          <p:cNvSpPr>
            <a:spLocks xmlns:a="http://schemas.openxmlformats.org/drawingml/2006/main" noGrp="1"/>
          </p:cNvSpPr>
          <p:nvPr/>
        </p:nvSpPr>
        <p:spPr>
          <a:xfrm xmlns:a="http://schemas.openxmlformats.org/drawingml/2006/main">
            <a:off x="3505200" y="4695825"/>
            <a:ext cx="1762125" cy="981075"/>
          </a:xfrm>
          <a:prstGeom xmlns:a="http://schemas.openxmlformats.org/drawingml/2006/main" prst="roundRect">
            <a:avLst>
              <a:gd name="adj" fmla="val 7767"/>
            </a:avLst>
          </a:prstGeom>
          <a:solidFill xmlns:a="http://schemas.openxmlformats.org/drawingml/2006/main">
            <a:srgbClr val="FFFFFF"/>
          </a:solidFill>
          <a:ln xmlns:a="http://schemas.openxmlformats.org/drawingml/2006/main" w="9525">
            <a:solidFill>
              <a:srgbClr val="CFD9E6"/>
            </a:solidFill>
          </a:ln>
        </p:spPr>
      </p:sp>
      <p:sp>
        <p:nvSpPr>
          <p:cNvPr id="73" name="">
            <a:extLst xmlns:a="http://schemas.openxmlformats.org/drawingml/2006/main">
              <a:ext uri="{FF2B5EF4-FFF2-40B4-BE49-F238E27FC236}">
                <a16:creationId xmlns:a16="http://schemas.microsoft.com/office/drawing/2014/main" id="{10D5B9DE-4D5F-4C0C-80D2-5273D997B4A6}"/>
              </a:ext>
            </a:extLst>
          </p:cNvPr>
          <p:cNvSpPr>
            <a:spLocks xmlns:a="http://schemas.openxmlformats.org/drawingml/2006/main" noGrp="1"/>
          </p:cNvSpPr>
          <p:nvPr/>
        </p:nvSpPr>
        <p:spPr>
          <a:xfrm xmlns:a="http://schemas.openxmlformats.org/drawingml/2006/main">
            <a:off x="3505200" y="4695825"/>
            <a:ext cx="57150" cy="981075"/>
          </a:xfrm>
          <a:prstGeom xmlns:a="http://schemas.openxmlformats.org/drawingml/2006/main" prst="rect">
            <a:avLst/>
          </a:prstGeom>
          <a:solidFill xmlns:a="http://schemas.openxmlformats.org/drawingml/2006/main">
            <a:srgbClr val="F29B38"/>
          </a:solidFill>
          <a:ln xmlns:a="http://schemas.openxmlformats.org/drawingml/2006/main" w="9525">
            <a:solidFill>
              <a:srgbClr val="F29B38"/>
            </a:solidFill>
          </a:ln>
        </p:spPr>
      </p:sp>
      <p:sp>
        <p:nvSpPr>
          <p:cNvPr id="74" name="">
            <a:extLst xmlns:a="http://schemas.openxmlformats.org/drawingml/2006/main">
              <a:ext uri="{FF2B5EF4-FFF2-40B4-BE49-F238E27FC236}">
                <a16:creationId xmlns:a16="http://schemas.microsoft.com/office/drawing/2014/main" id="{4700BA38-D417-4DAA-B681-293EF1F04893}"/>
              </a:ext>
            </a:extLst>
          </p:cNvPr>
          <p:cNvSpPr>
            <a:spLocks xmlns:a="http://schemas.openxmlformats.org/drawingml/2006/main" noGrp="1"/>
          </p:cNvSpPr>
          <p:nvPr/>
        </p:nvSpPr>
        <p:spPr>
          <a:xfrm xmlns:a="http://schemas.openxmlformats.org/drawingml/2006/main">
            <a:off x="3667125" y="4819650"/>
            <a:ext cx="1476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32238"/>
                </a:solidFill>
                <a:latin typeface="Noto Sans CJK KR"/>
                <a:ea typeface="Noto Sans CJK KR"/>
                <a:cs typeface="Noto Sans CJK KR"/>
              </a:defRPr>
            </a:pPr>
            <a:r>
              <a:rPr sz="1350" b="1">
                <a:solidFill>
                  <a:srgbClr val="132238"/>
                </a:solidFill>
                <a:latin typeface="Noto Sans CJK KR"/>
                <a:ea typeface="Noto Sans CJK KR"/>
                <a:cs typeface="Noto Sans CJK KR"/>
              </a:rPr>
              <a:t>인용</a:t>
            </a:r>
          </a:p>
        </p:txBody>
      </p:sp>
      <p:sp>
        <p:nvSpPr>
          <p:cNvPr id="75" name="">
            <a:extLst xmlns:a="http://schemas.openxmlformats.org/drawingml/2006/main">
              <a:ext uri="{FF2B5EF4-FFF2-40B4-BE49-F238E27FC236}">
                <a16:creationId xmlns:a16="http://schemas.microsoft.com/office/drawing/2014/main" id="{11590903-0D92-4007-A193-7D4ACE47DE2F}"/>
              </a:ext>
            </a:extLst>
          </p:cNvPr>
          <p:cNvSpPr>
            <a:spLocks xmlns:a="http://schemas.openxmlformats.org/drawingml/2006/main" noGrp="1"/>
          </p:cNvSpPr>
          <p:nvPr/>
        </p:nvSpPr>
        <p:spPr>
          <a:xfrm xmlns:a="http://schemas.openxmlformats.org/drawingml/2006/main">
            <a:off x="3667125" y="5153025"/>
            <a:ext cx="1457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[1] [2] 위치</a:t>
            </a:r>
          </a:p>
        </p:txBody>
      </p:sp>
      <p:sp>
        <p:nvSpPr>
          <p:cNvPr id="76" name="">
            <a:extLst xmlns:a="http://schemas.openxmlformats.org/drawingml/2006/main">
              <a:ext uri="{FF2B5EF4-FFF2-40B4-BE49-F238E27FC236}">
                <a16:creationId xmlns:a16="http://schemas.microsoft.com/office/drawing/2014/main" id="{2C12E605-AAB0-4AEF-B865-33AFB4CF65BB}"/>
              </a:ext>
            </a:extLst>
          </p:cNvPr>
          <p:cNvSpPr>
            <a:spLocks xmlns:a="http://schemas.openxmlformats.org/drawingml/2006/main" noGrp="1"/>
          </p:cNvSpPr>
          <p:nvPr/>
        </p:nvSpPr>
        <p:spPr>
          <a:xfrm xmlns:a="http://schemas.openxmlformats.org/drawingml/2006/main">
            <a:off x="5553075" y="4695825"/>
            <a:ext cx="1762125" cy="981075"/>
          </a:xfrm>
          <a:prstGeom xmlns:a="http://schemas.openxmlformats.org/drawingml/2006/main" prst="roundRect">
            <a:avLst>
              <a:gd name="adj" fmla="val 7767"/>
            </a:avLst>
          </a:prstGeom>
          <a:solidFill xmlns:a="http://schemas.openxmlformats.org/drawingml/2006/main">
            <a:srgbClr val="FFFFFF"/>
          </a:solidFill>
          <a:ln xmlns:a="http://schemas.openxmlformats.org/drawingml/2006/main" w="9525">
            <a:solidFill>
              <a:srgbClr val="CFD9E6"/>
            </a:solidFill>
          </a:ln>
        </p:spPr>
      </p:sp>
      <p:sp>
        <p:nvSpPr>
          <p:cNvPr id="77" name="">
            <a:extLst xmlns:a="http://schemas.openxmlformats.org/drawingml/2006/main">
              <a:ext uri="{FF2B5EF4-FFF2-40B4-BE49-F238E27FC236}">
                <a16:creationId xmlns:a16="http://schemas.microsoft.com/office/drawing/2014/main" id="{4FDD0B2C-73AA-40AA-9BCA-D4F967E8E4FE}"/>
              </a:ext>
            </a:extLst>
          </p:cNvPr>
          <p:cNvSpPr>
            <a:spLocks xmlns:a="http://schemas.openxmlformats.org/drawingml/2006/main" noGrp="1"/>
          </p:cNvSpPr>
          <p:nvPr/>
        </p:nvSpPr>
        <p:spPr>
          <a:xfrm xmlns:a="http://schemas.openxmlformats.org/drawingml/2006/main">
            <a:off x="5553075" y="4695825"/>
            <a:ext cx="57150" cy="981075"/>
          </a:xfrm>
          <a:prstGeom xmlns:a="http://schemas.openxmlformats.org/drawingml/2006/main" prst="rect">
            <a:avLst/>
          </a:prstGeom>
          <a:solidFill xmlns:a="http://schemas.openxmlformats.org/drawingml/2006/main">
            <a:srgbClr val="F29B38"/>
          </a:solidFill>
          <a:ln xmlns:a="http://schemas.openxmlformats.org/drawingml/2006/main" w="9525">
            <a:solidFill>
              <a:srgbClr val="F29B38"/>
            </a:solidFill>
          </a:ln>
        </p:spPr>
      </p:sp>
      <p:sp>
        <p:nvSpPr>
          <p:cNvPr id="78" name="">
            <a:extLst xmlns:a="http://schemas.openxmlformats.org/drawingml/2006/main">
              <a:ext uri="{FF2B5EF4-FFF2-40B4-BE49-F238E27FC236}">
                <a16:creationId xmlns:a16="http://schemas.microsoft.com/office/drawing/2014/main" id="{25F137E9-444C-483B-86D4-359D01CE2EE4}"/>
              </a:ext>
            </a:extLst>
          </p:cNvPr>
          <p:cNvSpPr>
            <a:spLocks xmlns:a="http://schemas.openxmlformats.org/drawingml/2006/main" noGrp="1"/>
          </p:cNvSpPr>
          <p:nvPr/>
        </p:nvSpPr>
        <p:spPr>
          <a:xfrm xmlns:a="http://schemas.openxmlformats.org/drawingml/2006/main">
            <a:off x="5715000" y="4819650"/>
            <a:ext cx="1476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32238"/>
                </a:solidFill>
                <a:latin typeface="Noto Sans CJK KR"/>
                <a:ea typeface="Noto Sans CJK KR"/>
                <a:cs typeface="Noto Sans CJK KR"/>
              </a:defRPr>
            </a:pPr>
            <a:r>
              <a:rPr sz="1350" b="1">
                <a:solidFill>
                  <a:srgbClr val="132238"/>
                </a:solidFill>
                <a:latin typeface="Noto Sans CJK KR"/>
                <a:ea typeface="Noto Sans CJK KR"/>
                <a:cs typeface="Noto Sans CJK KR"/>
              </a:rPr>
              <a:t>근거</a:t>
            </a:r>
          </a:p>
        </p:txBody>
      </p:sp>
      <p:sp>
        <p:nvSpPr>
          <p:cNvPr id="79" name="">
            <a:extLst xmlns:a="http://schemas.openxmlformats.org/drawingml/2006/main">
              <a:ext uri="{FF2B5EF4-FFF2-40B4-BE49-F238E27FC236}">
                <a16:creationId xmlns:a16="http://schemas.microsoft.com/office/drawing/2014/main" id="{B24F362C-2131-4A28-BC10-6263B80CE2D4}"/>
              </a:ext>
            </a:extLst>
          </p:cNvPr>
          <p:cNvSpPr>
            <a:spLocks xmlns:a="http://schemas.openxmlformats.org/drawingml/2006/main" noGrp="1"/>
          </p:cNvSpPr>
          <p:nvPr/>
        </p:nvSpPr>
        <p:spPr>
          <a:xfrm xmlns:a="http://schemas.openxmlformats.org/drawingml/2006/main">
            <a:off x="5715000" y="5153025"/>
            <a:ext cx="1457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원문 구절</a:t>
            </a:r>
          </a:p>
        </p:txBody>
      </p:sp>
      <p:sp>
        <p:nvSpPr>
          <p:cNvPr id="80" name="">
            <a:extLst xmlns:a="http://schemas.openxmlformats.org/drawingml/2006/main">
              <a:ext uri="{FF2B5EF4-FFF2-40B4-BE49-F238E27FC236}">
                <a16:creationId xmlns:a16="http://schemas.microsoft.com/office/drawing/2014/main" id="{47C43196-5A4A-446D-90D3-1B2CF68F43FE}"/>
              </a:ext>
            </a:extLst>
          </p:cNvPr>
          <p:cNvSpPr>
            <a:spLocks xmlns:a="http://schemas.openxmlformats.org/drawingml/2006/main" noGrp="1"/>
          </p:cNvSpPr>
          <p:nvPr/>
        </p:nvSpPr>
        <p:spPr>
          <a:xfrm xmlns:a="http://schemas.openxmlformats.org/drawingml/2006/main">
            <a:off x="7600950" y="4695825"/>
            <a:ext cx="1762125" cy="981075"/>
          </a:xfrm>
          <a:prstGeom xmlns:a="http://schemas.openxmlformats.org/drawingml/2006/main" prst="roundRect">
            <a:avLst>
              <a:gd name="adj" fmla="val 7767"/>
            </a:avLst>
          </a:prstGeom>
          <a:solidFill xmlns:a="http://schemas.openxmlformats.org/drawingml/2006/main">
            <a:srgbClr val="FFFFFF"/>
          </a:solidFill>
          <a:ln xmlns:a="http://schemas.openxmlformats.org/drawingml/2006/main" w="9525">
            <a:solidFill>
              <a:srgbClr val="CFD9E6"/>
            </a:solidFill>
          </a:ln>
        </p:spPr>
      </p:sp>
      <p:sp>
        <p:nvSpPr>
          <p:cNvPr id="81" name="">
            <a:extLst xmlns:a="http://schemas.openxmlformats.org/drawingml/2006/main">
              <a:ext uri="{FF2B5EF4-FFF2-40B4-BE49-F238E27FC236}">
                <a16:creationId xmlns:a16="http://schemas.microsoft.com/office/drawing/2014/main" id="{6AE2C83F-888B-49CC-8149-34CE760AC689}"/>
              </a:ext>
            </a:extLst>
          </p:cNvPr>
          <p:cNvSpPr>
            <a:spLocks xmlns:a="http://schemas.openxmlformats.org/drawingml/2006/main" noGrp="1"/>
          </p:cNvSpPr>
          <p:nvPr/>
        </p:nvSpPr>
        <p:spPr>
          <a:xfrm xmlns:a="http://schemas.openxmlformats.org/drawingml/2006/main">
            <a:off x="7600950" y="4695825"/>
            <a:ext cx="57150" cy="981075"/>
          </a:xfrm>
          <a:prstGeom xmlns:a="http://schemas.openxmlformats.org/drawingml/2006/main" prst="rect">
            <a:avLst/>
          </a:prstGeom>
          <a:solidFill xmlns:a="http://schemas.openxmlformats.org/drawingml/2006/main">
            <a:srgbClr val="F29B38"/>
          </a:solidFill>
          <a:ln xmlns:a="http://schemas.openxmlformats.org/drawingml/2006/main" w="9525">
            <a:solidFill>
              <a:srgbClr val="F29B38"/>
            </a:solidFill>
          </a:ln>
        </p:spPr>
      </p:sp>
      <p:sp>
        <p:nvSpPr>
          <p:cNvPr id="82" name="">
            <a:extLst xmlns:a="http://schemas.openxmlformats.org/drawingml/2006/main">
              <a:ext uri="{FF2B5EF4-FFF2-40B4-BE49-F238E27FC236}">
                <a16:creationId xmlns:a16="http://schemas.microsoft.com/office/drawing/2014/main" id="{2999D1C2-7747-4881-A3E4-FCE73E58C653}"/>
              </a:ext>
            </a:extLst>
          </p:cNvPr>
          <p:cNvSpPr>
            <a:spLocks xmlns:a="http://schemas.openxmlformats.org/drawingml/2006/main" noGrp="1"/>
          </p:cNvSpPr>
          <p:nvPr/>
        </p:nvSpPr>
        <p:spPr>
          <a:xfrm xmlns:a="http://schemas.openxmlformats.org/drawingml/2006/main">
            <a:off x="7762875" y="4819650"/>
            <a:ext cx="1476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32238"/>
                </a:solidFill>
                <a:latin typeface="Noto Sans CJK KR"/>
                <a:ea typeface="Noto Sans CJK KR"/>
                <a:cs typeface="Noto Sans CJK KR"/>
              </a:defRPr>
            </a:pPr>
            <a:r>
              <a:rPr sz="1350" b="1">
                <a:solidFill>
                  <a:srgbClr val="132238"/>
                </a:solidFill>
                <a:latin typeface="Noto Sans CJK KR"/>
                <a:ea typeface="Noto Sans CJK KR"/>
                <a:cs typeface="Noto Sans CJK KR"/>
              </a:rPr>
              <a:t>상태</a:t>
            </a:r>
          </a:p>
        </p:txBody>
      </p:sp>
      <p:sp>
        <p:nvSpPr>
          <p:cNvPr id="83" name="">
            <a:extLst xmlns:a="http://schemas.openxmlformats.org/drawingml/2006/main">
              <a:ext uri="{FF2B5EF4-FFF2-40B4-BE49-F238E27FC236}">
                <a16:creationId xmlns:a16="http://schemas.microsoft.com/office/drawing/2014/main" id="{16B54DCF-2BA7-4141-B7C4-5F84935C4D64}"/>
              </a:ext>
            </a:extLst>
          </p:cNvPr>
          <p:cNvSpPr>
            <a:spLocks xmlns:a="http://schemas.openxmlformats.org/drawingml/2006/main" noGrp="1"/>
          </p:cNvSpPr>
          <p:nvPr/>
        </p:nvSpPr>
        <p:spPr>
          <a:xfrm xmlns:a="http://schemas.openxmlformats.org/drawingml/2006/main">
            <a:off x="7762875" y="5153025"/>
            <a:ext cx="1457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충족·미충족·보류</a:t>
            </a:r>
          </a:p>
        </p:txBody>
      </p:sp>
      <p:sp>
        <p:nvSpPr>
          <p:cNvPr id="84" name="">
            <a:extLst xmlns:a="http://schemas.openxmlformats.org/drawingml/2006/main">
              <a:ext uri="{FF2B5EF4-FFF2-40B4-BE49-F238E27FC236}">
                <a16:creationId xmlns:a16="http://schemas.microsoft.com/office/drawing/2014/main" id="{CB7EEF6B-4E77-47B6-AEB7-EA2876FB52C1}"/>
              </a:ext>
            </a:extLst>
          </p:cNvPr>
          <p:cNvSpPr>
            <a:spLocks xmlns:a="http://schemas.openxmlformats.org/drawingml/2006/main" noGrp="1"/>
          </p:cNvSpPr>
          <p:nvPr/>
        </p:nvSpPr>
        <p:spPr>
          <a:xfrm xmlns:a="http://schemas.openxmlformats.org/drawingml/2006/main">
            <a:off x="9648825" y="4695825"/>
            <a:ext cx="1762125" cy="981075"/>
          </a:xfrm>
          <a:prstGeom xmlns:a="http://schemas.openxmlformats.org/drawingml/2006/main" prst="roundRect">
            <a:avLst>
              <a:gd name="adj" fmla="val 7767"/>
            </a:avLst>
          </a:prstGeom>
          <a:solidFill xmlns:a="http://schemas.openxmlformats.org/drawingml/2006/main">
            <a:srgbClr val="FFFFFF"/>
          </a:solidFill>
          <a:ln xmlns:a="http://schemas.openxmlformats.org/drawingml/2006/main" w="9525">
            <a:solidFill>
              <a:srgbClr val="CFD9E6"/>
            </a:solidFill>
          </a:ln>
        </p:spPr>
      </p:sp>
      <p:sp>
        <p:nvSpPr>
          <p:cNvPr id="85" name="">
            <a:extLst xmlns:a="http://schemas.openxmlformats.org/drawingml/2006/main">
              <a:ext uri="{FF2B5EF4-FFF2-40B4-BE49-F238E27FC236}">
                <a16:creationId xmlns:a16="http://schemas.microsoft.com/office/drawing/2014/main" id="{59C488E6-C829-4638-A12A-AB7C9C029309}"/>
              </a:ext>
            </a:extLst>
          </p:cNvPr>
          <p:cNvSpPr>
            <a:spLocks xmlns:a="http://schemas.openxmlformats.org/drawingml/2006/main" noGrp="1"/>
          </p:cNvSpPr>
          <p:nvPr/>
        </p:nvSpPr>
        <p:spPr>
          <a:xfrm xmlns:a="http://schemas.openxmlformats.org/drawingml/2006/main">
            <a:off x="9648825" y="4695825"/>
            <a:ext cx="57150" cy="981075"/>
          </a:xfrm>
          <a:prstGeom xmlns:a="http://schemas.openxmlformats.org/drawingml/2006/main" prst="rect">
            <a:avLst/>
          </a:prstGeom>
          <a:solidFill xmlns:a="http://schemas.openxmlformats.org/drawingml/2006/main">
            <a:srgbClr val="F29B38"/>
          </a:solidFill>
          <a:ln xmlns:a="http://schemas.openxmlformats.org/drawingml/2006/main" w="9525">
            <a:solidFill>
              <a:srgbClr val="F29B38"/>
            </a:solidFill>
          </a:ln>
        </p:spPr>
      </p:sp>
      <p:sp>
        <p:nvSpPr>
          <p:cNvPr id="86" name="">
            <a:extLst xmlns:a="http://schemas.openxmlformats.org/drawingml/2006/main">
              <a:ext uri="{FF2B5EF4-FFF2-40B4-BE49-F238E27FC236}">
                <a16:creationId xmlns:a16="http://schemas.microsoft.com/office/drawing/2014/main" id="{E0409F0E-8CA1-4CD7-ABE2-DB14AE8F2146}"/>
              </a:ext>
            </a:extLst>
          </p:cNvPr>
          <p:cNvSpPr>
            <a:spLocks xmlns:a="http://schemas.openxmlformats.org/drawingml/2006/main" noGrp="1"/>
          </p:cNvSpPr>
          <p:nvPr/>
        </p:nvSpPr>
        <p:spPr>
          <a:xfrm xmlns:a="http://schemas.openxmlformats.org/drawingml/2006/main">
            <a:off x="9810750" y="4819650"/>
            <a:ext cx="1476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32238"/>
                </a:solidFill>
                <a:latin typeface="Noto Sans CJK KR"/>
                <a:ea typeface="Noto Sans CJK KR"/>
                <a:cs typeface="Noto Sans CJK KR"/>
              </a:defRPr>
            </a:pPr>
            <a:r>
              <a:rPr sz="1350" b="1">
                <a:solidFill>
                  <a:srgbClr val="132238"/>
                </a:solidFill>
                <a:latin typeface="Noto Sans CJK KR"/>
                <a:ea typeface="Noto Sans CJK KR"/>
                <a:cs typeface="Noto Sans CJK KR"/>
              </a:rPr>
              <a:t>경고</a:t>
            </a:r>
          </a:p>
        </p:txBody>
      </p:sp>
      <p:sp>
        <p:nvSpPr>
          <p:cNvPr id="87" name="">
            <a:extLst xmlns:a="http://schemas.openxmlformats.org/drawingml/2006/main">
              <a:ext uri="{FF2B5EF4-FFF2-40B4-BE49-F238E27FC236}">
                <a16:creationId xmlns:a16="http://schemas.microsoft.com/office/drawing/2014/main" id="{ED656946-A8F8-4CB6-88E2-61A60B95F360}"/>
              </a:ext>
            </a:extLst>
          </p:cNvPr>
          <p:cNvSpPr>
            <a:spLocks xmlns:a="http://schemas.openxmlformats.org/drawingml/2006/main" noGrp="1"/>
          </p:cNvSpPr>
          <p:nvPr/>
        </p:nvSpPr>
        <p:spPr>
          <a:xfrm xmlns:a="http://schemas.openxmlformats.org/drawingml/2006/main">
            <a:off x="9810750" y="5153025"/>
            <a:ext cx="1457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의심 구절·미검사</a:t>
            </a:r>
          </a:p>
        </p:txBody>
      </p:sp>
      <p:sp>
        <p:nvSpPr>
          <p:cNvPr id="88" name="">
            <a:extLst xmlns:a="http://schemas.openxmlformats.org/drawingml/2006/main">
              <a:ext uri="{FF2B5EF4-FFF2-40B4-BE49-F238E27FC236}">
                <a16:creationId xmlns:a16="http://schemas.microsoft.com/office/drawing/2014/main" id="{C8A49622-C72D-4CA5-BE5E-28D48E0A72AB}"/>
              </a:ext>
            </a:extLst>
          </p:cNvPr>
          <p:cNvSpPr>
            <a:spLocks xmlns:a="http://schemas.openxmlformats.org/drawingml/2006/main" noGrp="1"/>
          </p:cNvSpPr>
          <p:nvPr/>
        </p:nvSpPr>
        <p:spPr>
          <a:xfrm xmlns:a="http://schemas.openxmlformats.org/drawingml/2006/main">
            <a:off x="3219450" y="5186363"/>
            <a:ext cx="285750" cy="0"/>
          </a:xfrm>
          <a:prstGeom xmlns:a="http://schemas.openxmlformats.org/drawingml/2006/main" prst="line">
            <a:avLst/>
          </a:prstGeom>
          <a:noFill xmlns:a="http://schemas.openxmlformats.org/drawingml/2006/main"/>
          <a:ln xmlns:a="http://schemas.openxmlformats.org/drawingml/2006/main" w="19050">
            <a:solidFill>
              <a:srgbClr val="F29B38"/>
            </a:solidFill>
          </a:ln>
        </p:spPr>
      </p:sp>
      <p:sp>
        <p:nvSpPr>
          <p:cNvPr id="89" name="">
            <a:extLst xmlns:a="http://schemas.openxmlformats.org/drawingml/2006/main">
              <a:ext uri="{FF2B5EF4-FFF2-40B4-BE49-F238E27FC236}">
                <a16:creationId xmlns:a16="http://schemas.microsoft.com/office/drawing/2014/main" id="{46987463-E48E-4F5A-949D-0C42A75B9E76}"/>
              </a:ext>
            </a:extLst>
          </p:cNvPr>
          <p:cNvSpPr>
            <a:spLocks xmlns:a="http://schemas.openxmlformats.org/drawingml/2006/main" noGrp="1"/>
          </p:cNvSpPr>
          <p:nvPr/>
        </p:nvSpPr>
        <p:spPr>
          <a:xfrm xmlns:a="http://schemas.openxmlformats.org/drawingml/2006/main">
            <a:off x="3409950" y="5138738"/>
            <a:ext cx="95250" cy="95250"/>
          </a:xfrm>
          <a:prstGeom xmlns:a="http://schemas.openxmlformats.org/drawingml/2006/main" prst="triangle">
            <a:avLst/>
          </a:prstGeom>
          <a:solidFill xmlns:a="http://schemas.openxmlformats.org/drawingml/2006/main">
            <a:srgbClr val="F29B38"/>
          </a:solidFill>
          <a:ln xmlns:a="http://schemas.openxmlformats.org/drawingml/2006/main" w="9525">
            <a:solidFill>
              <a:srgbClr val="F29B38"/>
            </a:solidFill>
          </a:ln>
        </p:spPr>
      </p:sp>
      <p:sp>
        <p:nvSpPr>
          <p:cNvPr id="90" name="">
            <a:extLst xmlns:a="http://schemas.openxmlformats.org/drawingml/2006/main">
              <a:ext uri="{FF2B5EF4-FFF2-40B4-BE49-F238E27FC236}">
                <a16:creationId xmlns:a16="http://schemas.microsoft.com/office/drawing/2014/main" id="{D9AA2514-5BEC-4701-9536-CF3FD289F140}"/>
              </a:ext>
            </a:extLst>
          </p:cNvPr>
          <p:cNvSpPr>
            <a:spLocks xmlns:a="http://schemas.openxmlformats.org/drawingml/2006/main" noGrp="1"/>
          </p:cNvSpPr>
          <p:nvPr/>
        </p:nvSpPr>
        <p:spPr>
          <a:xfrm xmlns:a="http://schemas.openxmlformats.org/drawingml/2006/main">
            <a:off x="5267325" y="5186363"/>
            <a:ext cx="285750" cy="0"/>
          </a:xfrm>
          <a:prstGeom xmlns:a="http://schemas.openxmlformats.org/drawingml/2006/main" prst="line">
            <a:avLst/>
          </a:prstGeom>
          <a:noFill xmlns:a="http://schemas.openxmlformats.org/drawingml/2006/main"/>
          <a:ln xmlns:a="http://schemas.openxmlformats.org/drawingml/2006/main" w="19050">
            <a:solidFill>
              <a:srgbClr val="F29B38"/>
            </a:solidFill>
          </a:ln>
        </p:spPr>
      </p:sp>
      <p:sp>
        <p:nvSpPr>
          <p:cNvPr id="91" name="">
            <a:extLst xmlns:a="http://schemas.openxmlformats.org/drawingml/2006/main">
              <a:ext uri="{FF2B5EF4-FFF2-40B4-BE49-F238E27FC236}">
                <a16:creationId xmlns:a16="http://schemas.microsoft.com/office/drawing/2014/main" id="{52D2AF1B-4B61-4A78-8E06-0DDD5DE78892}"/>
              </a:ext>
            </a:extLst>
          </p:cNvPr>
          <p:cNvSpPr>
            <a:spLocks xmlns:a="http://schemas.openxmlformats.org/drawingml/2006/main" noGrp="1"/>
          </p:cNvSpPr>
          <p:nvPr/>
        </p:nvSpPr>
        <p:spPr>
          <a:xfrm xmlns:a="http://schemas.openxmlformats.org/drawingml/2006/main">
            <a:off x="5457825" y="5138738"/>
            <a:ext cx="95250" cy="95250"/>
          </a:xfrm>
          <a:prstGeom xmlns:a="http://schemas.openxmlformats.org/drawingml/2006/main" prst="triangle">
            <a:avLst/>
          </a:prstGeom>
          <a:solidFill xmlns:a="http://schemas.openxmlformats.org/drawingml/2006/main">
            <a:srgbClr val="F29B38"/>
          </a:solidFill>
          <a:ln xmlns:a="http://schemas.openxmlformats.org/drawingml/2006/main" w="9525">
            <a:solidFill>
              <a:srgbClr val="F29B38"/>
            </a:solidFill>
          </a:ln>
        </p:spPr>
      </p:sp>
      <p:sp>
        <p:nvSpPr>
          <p:cNvPr id="92" name="">
            <a:extLst xmlns:a="http://schemas.openxmlformats.org/drawingml/2006/main">
              <a:ext uri="{FF2B5EF4-FFF2-40B4-BE49-F238E27FC236}">
                <a16:creationId xmlns:a16="http://schemas.microsoft.com/office/drawing/2014/main" id="{ECF644A2-A600-4552-BAF3-765D8705448E}"/>
              </a:ext>
            </a:extLst>
          </p:cNvPr>
          <p:cNvSpPr>
            <a:spLocks xmlns:a="http://schemas.openxmlformats.org/drawingml/2006/main" noGrp="1"/>
          </p:cNvSpPr>
          <p:nvPr/>
        </p:nvSpPr>
        <p:spPr>
          <a:xfrm xmlns:a="http://schemas.openxmlformats.org/drawingml/2006/main">
            <a:off x="7315200" y="5186363"/>
            <a:ext cx="285750" cy="0"/>
          </a:xfrm>
          <a:prstGeom xmlns:a="http://schemas.openxmlformats.org/drawingml/2006/main" prst="line">
            <a:avLst/>
          </a:prstGeom>
          <a:noFill xmlns:a="http://schemas.openxmlformats.org/drawingml/2006/main"/>
          <a:ln xmlns:a="http://schemas.openxmlformats.org/drawingml/2006/main" w="19050">
            <a:solidFill>
              <a:srgbClr val="F29B38"/>
            </a:solidFill>
          </a:ln>
        </p:spPr>
      </p:sp>
      <p:sp>
        <p:nvSpPr>
          <p:cNvPr id="93" name="">
            <a:extLst xmlns:a="http://schemas.openxmlformats.org/drawingml/2006/main">
              <a:ext uri="{FF2B5EF4-FFF2-40B4-BE49-F238E27FC236}">
                <a16:creationId xmlns:a16="http://schemas.microsoft.com/office/drawing/2014/main" id="{89AF41F4-1022-4556-BBA2-2FFE92859010}"/>
              </a:ext>
            </a:extLst>
          </p:cNvPr>
          <p:cNvSpPr>
            <a:spLocks xmlns:a="http://schemas.openxmlformats.org/drawingml/2006/main" noGrp="1"/>
          </p:cNvSpPr>
          <p:nvPr/>
        </p:nvSpPr>
        <p:spPr>
          <a:xfrm xmlns:a="http://schemas.openxmlformats.org/drawingml/2006/main">
            <a:off x="7505700" y="5138738"/>
            <a:ext cx="95250" cy="95250"/>
          </a:xfrm>
          <a:prstGeom xmlns:a="http://schemas.openxmlformats.org/drawingml/2006/main" prst="triangle">
            <a:avLst/>
          </a:prstGeom>
          <a:solidFill xmlns:a="http://schemas.openxmlformats.org/drawingml/2006/main">
            <a:srgbClr val="F29B38"/>
          </a:solidFill>
          <a:ln xmlns:a="http://schemas.openxmlformats.org/drawingml/2006/main" w="9525">
            <a:solidFill>
              <a:srgbClr val="F29B38"/>
            </a:solidFill>
          </a:ln>
        </p:spPr>
      </p:sp>
      <p:sp>
        <p:nvSpPr>
          <p:cNvPr id="94" name="">
            <a:extLst xmlns:a="http://schemas.openxmlformats.org/drawingml/2006/main">
              <a:ext uri="{FF2B5EF4-FFF2-40B4-BE49-F238E27FC236}">
                <a16:creationId xmlns:a16="http://schemas.microsoft.com/office/drawing/2014/main" id="{97202748-6BC7-4BC0-B7E9-041530E3CCCD}"/>
              </a:ext>
            </a:extLst>
          </p:cNvPr>
          <p:cNvSpPr>
            <a:spLocks xmlns:a="http://schemas.openxmlformats.org/drawingml/2006/main" noGrp="1"/>
          </p:cNvSpPr>
          <p:nvPr/>
        </p:nvSpPr>
        <p:spPr>
          <a:xfrm xmlns:a="http://schemas.openxmlformats.org/drawingml/2006/main">
            <a:off x="9363075" y="5186363"/>
            <a:ext cx="285750" cy="0"/>
          </a:xfrm>
          <a:prstGeom xmlns:a="http://schemas.openxmlformats.org/drawingml/2006/main" prst="line">
            <a:avLst/>
          </a:prstGeom>
          <a:noFill xmlns:a="http://schemas.openxmlformats.org/drawingml/2006/main"/>
          <a:ln xmlns:a="http://schemas.openxmlformats.org/drawingml/2006/main" w="19050">
            <a:solidFill>
              <a:srgbClr val="F29B38"/>
            </a:solidFill>
          </a:ln>
        </p:spPr>
      </p:sp>
      <p:sp>
        <p:nvSpPr>
          <p:cNvPr id="95" name="">
            <a:extLst xmlns:a="http://schemas.openxmlformats.org/drawingml/2006/main">
              <a:ext uri="{FF2B5EF4-FFF2-40B4-BE49-F238E27FC236}">
                <a16:creationId xmlns:a16="http://schemas.microsoft.com/office/drawing/2014/main" id="{BC727F6F-8A4C-46E8-9C82-74A7D6056D94}"/>
              </a:ext>
            </a:extLst>
          </p:cNvPr>
          <p:cNvSpPr>
            <a:spLocks xmlns:a="http://schemas.openxmlformats.org/drawingml/2006/main" noGrp="1"/>
          </p:cNvSpPr>
          <p:nvPr/>
        </p:nvSpPr>
        <p:spPr>
          <a:xfrm xmlns:a="http://schemas.openxmlformats.org/drawingml/2006/main">
            <a:off x="9553575" y="5138738"/>
            <a:ext cx="95250" cy="95250"/>
          </a:xfrm>
          <a:prstGeom xmlns:a="http://schemas.openxmlformats.org/drawingml/2006/main" prst="triangle">
            <a:avLst/>
          </a:prstGeom>
          <a:solidFill xmlns:a="http://schemas.openxmlformats.org/drawingml/2006/main">
            <a:srgbClr val="F29B38"/>
          </a:solidFill>
          <a:ln xmlns:a="http://schemas.openxmlformats.org/drawingml/2006/main" w="9525">
            <a:solidFill>
              <a:srgbClr val="F29B38"/>
            </a:solidFill>
          </a:ln>
        </p:spPr>
      </p:sp>
      <p:sp>
        <p:nvSpPr>
          <p:cNvPr id="96" name="">
            <a:extLst xmlns:a="http://schemas.openxmlformats.org/drawingml/2006/main">
              <a:ext uri="{FF2B5EF4-FFF2-40B4-BE49-F238E27FC236}">
                <a16:creationId xmlns:a16="http://schemas.microsoft.com/office/drawing/2014/main" id="{F5A31C33-510E-4381-B88C-7C320B926F94}"/>
              </a:ext>
            </a:extLst>
          </p:cNvPr>
          <p:cNvSpPr>
            <a:spLocks xmlns:a="http://schemas.openxmlformats.org/drawingml/2006/main" noGrp="1"/>
          </p:cNvSpPr>
          <p:nvPr/>
        </p:nvSpPr>
        <p:spPr>
          <a:xfrm xmlns:a="http://schemas.openxmlformats.org/drawingml/2006/main">
            <a:off x="514350" y="6353175"/>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97" name="">
            <a:extLst xmlns:a="http://schemas.openxmlformats.org/drawingml/2006/main">
              <a:ext uri="{FF2B5EF4-FFF2-40B4-BE49-F238E27FC236}">
                <a16:creationId xmlns:a16="http://schemas.microsoft.com/office/drawing/2014/main" id="{9CE95B5F-F217-4316-B61C-DF78D94E1EF9}"/>
              </a:ext>
            </a:extLst>
          </p:cNvPr>
          <p:cNvSpPr>
            <a:spLocks xmlns:a="http://schemas.openxmlformats.org/drawingml/2006/main" noGrp="1"/>
          </p:cNvSpPr>
          <p:nvPr/>
        </p:nvSpPr>
        <p:spPr>
          <a:xfrm xmlns:a="http://schemas.openxmlformats.org/drawingml/2006/main">
            <a:off x="533400" y="6457950"/>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0">
                <a:solidFill>
                  <a:srgbClr val="52657A"/>
                </a:solidFill>
                <a:latin typeface="Noto Sans CJK KR"/>
                <a:ea typeface="Noto Sans CJK KR"/>
                <a:cs typeface="Noto Sans CJK KR"/>
              </a:defRPr>
            </a:pPr>
            <a:r>
              <a:rPr sz="825" b="0">
                <a:solidFill>
                  <a:srgbClr val="52657A"/>
                </a:solidFill>
                <a:latin typeface="Noto Sans CJK KR"/>
                <a:ea typeface="Noto Sans CJK KR"/>
                <a:cs typeface="Noto Sans CJK KR"/>
              </a:rPr>
              <a:t>구축 시점과 질의 시점을 분리해 같은 정본·버전·권한 정책을 재사용</a:t>
            </a:r>
          </a:p>
        </p:txBody>
      </p:sp>
      <p:sp>
        <p:nvSpPr>
          <p:cNvPr id="98" name="">
            <a:extLst xmlns:a="http://schemas.openxmlformats.org/drawingml/2006/main">
              <a:ext uri="{FF2B5EF4-FFF2-40B4-BE49-F238E27FC236}">
                <a16:creationId xmlns:a16="http://schemas.microsoft.com/office/drawing/2014/main" id="{0B42550B-2E37-46B1-A6D4-85815D6A45A5}"/>
              </a:ext>
            </a:extLst>
          </p:cNvPr>
          <p:cNvSpPr>
            <a:spLocks xmlns:a="http://schemas.openxmlformats.org/drawingml/2006/main" noGrp="1"/>
          </p:cNvSpPr>
          <p:nvPr/>
        </p:nvSpPr>
        <p:spPr>
          <a:xfrm xmlns:a="http://schemas.openxmlformats.org/drawingml/2006/main">
            <a:off x="10001250" y="6457950"/>
            <a:ext cx="1676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1">
                <a:solidFill>
                  <a:srgbClr val="183B5B"/>
                </a:solidFill>
                <a:latin typeface="Noto Sans CJK KR"/>
                <a:ea typeface="Noto Sans CJK KR"/>
                <a:cs typeface="Noto Sans CJK KR"/>
              </a:defRPr>
            </a:pPr>
            <a:r>
              <a:rPr sz="825" b="1">
                <a:solidFill>
                  <a:srgbClr val="183B5B"/>
                </a:solidFill>
                <a:latin typeface="Noto Sans CJK KR"/>
                <a:ea typeface="Noto Sans CJK KR"/>
                <a:cs typeface="Noto Sans CJK KR"/>
              </a:rPr>
              <a:t>ASTRA · ko-LettuceDetect</a:t>
            </a:r>
          </a:p>
        </p:txBody>
      </p:sp>
    </p:spTree>
    <p:extLst>
      <p:ext uri="{BB962C8B-B14F-4D97-AF65-F5344CB8AC3E}">
        <p14:creationId xmlns:p14="http://schemas.microsoft.com/office/powerpoint/2010/main" val="359255543"/>
      </p:ext>
    </p:extLst>
  </p:cSld>
</p:sld>
</file>

<file path=ppt/slides/slide1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DAE94242-A0E8-47FF-AD1E-94C31B865A41}"/>
              </a:ext>
            </a:extLst>
          </p:cNvPr>
          <p:cNvSpPr>
            <a:spLocks xmlns:a="http://schemas.openxmlformats.org/drawingml/2006/main" noGrp="1"/>
          </p:cNvSpPr>
          <p:nvPr/>
        </p:nvSpPr>
        <p:spPr>
          <a:xfrm xmlns:a="http://schemas.openxmlformats.org/drawingml/2006/main">
            <a:off x="5143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119C8B"/>
                </a:solidFill>
                <a:latin typeface="Noto Sans CJK KR"/>
                <a:ea typeface="Noto Sans CJK KR"/>
                <a:cs typeface="Noto Sans CJK KR"/>
              </a:defRPr>
            </a:pPr>
            <a:r>
              <a:rPr sz="975" b="1">
                <a:solidFill>
                  <a:srgbClr val="119C8B"/>
                </a:solidFill>
                <a:latin typeface="Noto Sans CJK KR"/>
                <a:ea typeface="Noto Sans CJK KR"/>
                <a:cs typeface="Noto Sans CJK KR"/>
              </a:rPr>
              <a:t>권한형 RAG</a:t>
            </a:r>
          </a:p>
        </p:txBody>
      </p:sp>
      <p:sp>
        <p:nvSpPr>
          <p:cNvPr id="2" name="">
            <a:extLst xmlns:a="http://schemas.openxmlformats.org/drawingml/2006/main">
              <a:ext uri="{FF2B5EF4-FFF2-40B4-BE49-F238E27FC236}">
                <a16:creationId xmlns:a16="http://schemas.microsoft.com/office/drawing/2014/main" id="{0E318E3D-2432-4E75-A884-3BCEDB368125}"/>
              </a:ext>
            </a:extLst>
          </p:cNvPr>
          <p:cNvSpPr>
            <a:spLocks xmlns:a="http://schemas.openxmlformats.org/drawingml/2006/main" noGrp="1"/>
          </p:cNvSpPr>
          <p:nvPr/>
        </p:nvSpPr>
        <p:spPr>
          <a:xfrm xmlns:a="http://schemas.openxmlformats.org/drawingml/2006/main">
            <a:off x="514350" y="457200"/>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132238"/>
                </a:solidFill>
                <a:latin typeface="Noto Sans CJK KR"/>
                <a:ea typeface="Noto Sans CJK KR"/>
                <a:cs typeface="Noto Sans CJK KR"/>
              </a:defRPr>
            </a:pPr>
            <a:r>
              <a:rPr sz="2325" b="1">
                <a:solidFill>
                  <a:srgbClr val="132238"/>
                </a:solidFill>
                <a:latin typeface="Noto Sans CJK KR"/>
                <a:ea typeface="Noto Sans CJK KR"/>
                <a:cs typeface="Noto Sans CJK KR"/>
              </a:rPr>
              <a:t>사용자 질문은 여섯 단계를 거친다</a:t>
            </a:r>
          </a:p>
        </p:txBody>
      </p:sp>
      <p:sp>
        <p:nvSpPr>
          <p:cNvPr id="3" name="">
            <a:extLst xmlns:a="http://schemas.openxmlformats.org/drawingml/2006/main">
              <a:ext uri="{FF2B5EF4-FFF2-40B4-BE49-F238E27FC236}">
                <a16:creationId xmlns:a16="http://schemas.microsoft.com/office/drawing/2014/main" id="{0B80B180-C072-4EA2-8B6C-50B5E42C8E26}"/>
              </a:ext>
            </a:extLst>
          </p:cNvPr>
          <p:cNvSpPr>
            <a:spLocks xmlns:a="http://schemas.openxmlformats.org/drawingml/2006/main" noGrp="1"/>
          </p:cNvSpPr>
          <p:nvPr/>
        </p:nvSpPr>
        <p:spPr>
          <a:xfrm xmlns:a="http://schemas.openxmlformats.org/drawingml/2006/main">
            <a:off x="533400" y="923925"/>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2657A"/>
                </a:solidFill>
                <a:latin typeface="Noto Sans CJK KR"/>
                <a:ea typeface="Noto Sans CJK KR"/>
                <a:cs typeface="Noto Sans CJK KR"/>
              </a:defRPr>
            </a:pPr>
            <a:r>
              <a:rPr sz="1200" b="0">
                <a:solidFill>
                  <a:srgbClr val="52657A"/>
                </a:solidFill>
                <a:latin typeface="Noto Sans CJK KR"/>
                <a:ea typeface="Noto Sans CJK KR"/>
                <a:cs typeface="Noto Sans CJK KR"/>
              </a:rPr>
              <a:t>권한 밖 문서는 검색 결과를 만든 뒤 숨기는 것이 아니라 검색 전에 제외</a:t>
            </a:r>
          </a:p>
        </p:txBody>
      </p:sp>
      <p:sp>
        <p:nvSpPr>
          <p:cNvPr id="4" name="">
            <a:extLst xmlns:a="http://schemas.openxmlformats.org/drawingml/2006/main">
              <a:ext uri="{FF2B5EF4-FFF2-40B4-BE49-F238E27FC236}">
                <a16:creationId xmlns:a16="http://schemas.microsoft.com/office/drawing/2014/main" id="{A5AE43B7-2DB6-4FDE-9B62-379CF5F8D1A1}"/>
              </a:ext>
            </a:extLst>
          </p:cNvPr>
          <p:cNvSpPr>
            <a:spLocks xmlns:a="http://schemas.openxmlformats.org/drawingml/2006/main" noGrp="1"/>
          </p:cNvSpPr>
          <p:nvPr/>
        </p:nvSpPr>
        <p:spPr>
          <a:xfrm xmlns:a="http://schemas.openxmlformats.org/drawingml/2006/main">
            <a:off x="514350" y="1257300"/>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5" name="">
            <a:extLst xmlns:a="http://schemas.openxmlformats.org/drawingml/2006/main">
              <a:ext uri="{FF2B5EF4-FFF2-40B4-BE49-F238E27FC236}">
                <a16:creationId xmlns:a16="http://schemas.microsoft.com/office/drawing/2014/main" id="{9DBE470C-11B2-4785-BCB3-878966BC991B}"/>
              </a:ext>
            </a:extLst>
          </p:cNvPr>
          <p:cNvSpPr>
            <a:spLocks xmlns:a="http://schemas.openxmlformats.org/drawingml/2006/main" noGrp="1"/>
          </p:cNvSpPr>
          <p:nvPr/>
        </p:nvSpPr>
        <p:spPr>
          <a:xfrm xmlns:a="http://schemas.openxmlformats.org/drawingml/2006/main">
            <a:off x="11201400" y="209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52657A"/>
                </a:solidFill>
                <a:latin typeface="Noto Sans CJK KR"/>
                <a:ea typeface="Noto Sans CJK KR"/>
                <a:cs typeface="Noto Sans CJK KR"/>
              </a:defRPr>
            </a:pPr>
            <a:r>
              <a:rPr sz="975" b="1">
                <a:solidFill>
                  <a:srgbClr val="52657A"/>
                </a:solidFill>
                <a:latin typeface="Noto Sans CJK KR"/>
                <a:ea typeface="Noto Sans CJK KR"/>
                <a:cs typeface="Noto Sans CJK KR"/>
              </a:rPr>
              <a:t>16</a:t>
            </a:r>
          </a:p>
        </p:txBody>
      </p:sp>
      <p:sp>
        <p:nvSpPr>
          <p:cNvPr id="6" name="">
            <a:extLst xmlns:a="http://schemas.openxmlformats.org/drawingml/2006/main">
              <a:ext uri="{FF2B5EF4-FFF2-40B4-BE49-F238E27FC236}">
                <a16:creationId xmlns:a16="http://schemas.microsoft.com/office/drawing/2014/main" id="{AEB6C013-576C-49FF-BFE6-C20291A46D5C}"/>
              </a:ext>
            </a:extLst>
          </p:cNvPr>
          <p:cNvSpPr>
            <a:spLocks xmlns:a="http://schemas.openxmlformats.org/drawingml/2006/main" noGrp="1"/>
          </p:cNvSpPr>
          <p:nvPr/>
        </p:nvSpPr>
        <p:spPr>
          <a:xfrm xmlns:a="http://schemas.openxmlformats.org/drawingml/2006/main">
            <a:off x="514350" y="1638300"/>
            <a:ext cx="344805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FD9E6"/>
            </a:solidFill>
          </a:ln>
        </p:spPr>
      </p:sp>
      <p:sp>
        <p:nvSpPr>
          <p:cNvPr id="7" name="">
            <a:extLst xmlns:a="http://schemas.openxmlformats.org/drawingml/2006/main">
              <a:ext uri="{FF2B5EF4-FFF2-40B4-BE49-F238E27FC236}">
                <a16:creationId xmlns:a16="http://schemas.microsoft.com/office/drawing/2014/main" id="{660C781C-541E-4817-AF7A-129276501CD7}"/>
              </a:ext>
            </a:extLst>
          </p:cNvPr>
          <p:cNvSpPr>
            <a:spLocks xmlns:a="http://schemas.openxmlformats.org/drawingml/2006/main" noGrp="1"/>
          </p:cNvSpPr>
          <p:nvPr/>
        </p:nvSpPr>
        <p:spPr>
          <a:xfrm xmlns:a="http://schemas.openxmlformats.org/drawingml/2006/main">
            <a:off x="685800" y="1809750"/>
            <a:ext cx="419100" cy="419100"/>
          </a:xfrm>
          <a:prstGeom xmlns:a="http://schemas.openxmlformats.org/drawingml/2006/main" prst="ellipse">
            <a:avLst/>
          </a:prstGeom>
          <a:solidFill xmlns:a="http://schemas.openxmlformats.org/drawingml/2006/main">
            <a:srgbClr val="2F6BFF"/>
          </a:solidFill>
          <a:ln xmlns:a="http://schemas.openxmlformats.org/drawingml/2006/main" w="9525">
            <a:solidFill>
              <a:srgbClr val="2F6BFF"/>
            </a:solidFill>
          </a:ln>
        </p:spPr>
      </p:sp>
      <p:sp>
        <p:nvSpPr>
          <p:cNvPr id="8" name="">
            <a:extLst xmlns:a="http://schemas.openxmlformats.org/drawingml/2006/main">
              <a:ext uri="{FF2B5EF4-FFF2-40B4-BE49-F238E27FC236}">
                <a16:creationId xmlns:a16="http://schemas.microsoft.com/office/drawing/2014/main" id="{84B41FC4-A1AF-4100-B7B8-4263F663038C}"/>
              </a:ext>
            </a:extLst>
          </p:cNvPr>
          <p:cNvSpPr>
            <a:spLocks xmlns:a="http://schemas.openxmlformats.org/drawingml/2006/main" noGrp="1"/>
          </p:cNvSpPr>
          <p:nvPr/>
        </p:nvSpPr>
        <p:spPr>
          <a:xfrm xmlns:a="http://schemas.openxmlformats.org/drawingml/2006/main">
            <a:off x="685800" y="188595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FFFFFF"/>
                </a:solidFill>
                <a:latin typeface="Noto Sans CJK KR"/>
                <a:ea typeface="Noto Sans CJK KR"/>
                <a:cs typeface="Noto Sans CJK KR"/>
              </a:defRPr>
            </a:pPr>
            <a:r>
              <a:rPr sz="1200" b="1">
                <a:solidFill>
                  <a:srgbClr val="FFFFFF"/>
                </a:solidFill>
                <a:latin typeface="Noto Sans CJK KR"/>
                <a:ea typeface="Noto Sans CJK KR"/>
                <a:cs typeface="Noto Sans CJK KR"/>
              </a:rPr>
              <a:t>1</a:t>
            </a:r>
          </a:p>
        </p:txBody>
      </p:sp>
      <p:sp>
        <p:nvSpPr>
          <p:cNvPr id="9" name="">
            <a:extLst xmlns:a="http://schemas.openxmlformats.org/drawingml/2006/main">
              <a:ext uri="{FF2B5EF4-FFF2-40B4-BE49-F238E27FC236}">
                <a16:creationId xmlns:a16="http://schemas.microsoft.com/office/drawing/2014/main" id="{5869B271-32D8-40FF-8EF9-93617937444C}"/>
              </a:ext>
            </a:extLst>
          </p:cNvPr>
          <p:cNvSpPr>
            <a:spLocks xmlns:a="http://schemas.openxmlformats.org/drawingml/2006/main" noGrp="1"/>
          </p:cNvSpPr>
          <p:nvPr/>
        </p:nvSpPr>
        <p:spPr>
          <a:xfrm xmlns:a="http://schemas.openxmlformats.org/drawingml/2006/main">
            <a:off x="1257300" y="1828800"/>
            <a:ext cx="2381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132238"/>
                </a:solidFill>
                <a:latin typeface="Noto Sans CJK KR"/>
                <a:ea typeface="Noto Sans CJK KR"/>
                <a:cs typeface="Noto Sans CJK KR"/>
              </a:defRPr>
            </a:pPr>
            <a:r>
              <a:rPr sz="1500" b="1">
                <a:solidFill>
                  <a:srgbClr val="132238"/>
                </a:solidFill>
                <a:latin typeface="Noto Sans CJK KR"/>
                <a:ea typeface="Noto Sans CJK KR"/>
                <a:cs typeface="Noto Sans CJK KR"/>
              </a:rPr>
              <a:t>공고·회사 선택</a:t>
            </a:r>
          </a:p>
        </p:txBody>
      </p:sp>
      <p:sp>
        <p:nvSpPr>
          <p:cNvPr id="10" name="">
            <a:extLst xmlns:a="http://schemas.openxmlformats.org/drawingml/2006/main">
              <a:ext uri="{FF2B5EF4-FFF2-40B4-BE49-F238E27FC236}">
                <a16:creationId xmlns:a16="http://schemas.microsoft.com/office/drawing/2014/main" id="{0A0072A0-155B-4B4F-A8D2-C0CE3AC7A98F}"/>
              </a:ext>
            </a:extLst>
          </p:cNvPr>
          <p:cNvSpPr>
            <a:spLocks xmlns:a="http://schemas.openxmlformats.org/drawingml/2006/main" noGrp="1"/>
          </p:cNvSpPr>
          <p:nvPr/>
        </p:nvSpPr>
        <p:spPr>
          <a:xfrm xmlns:a="http://schemas.openxmlformats.org/drawingml/2006/main">
            <a:off x="1257300" y="2228850"/>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57A"/>
                </a:solidFill>
                <a:latin typeface="Noto Sans CJK KR"/>
                <a:ea typeface="Noto Sans CJK KR"/>
                <a:cs typeface="Noto Sans CJK KR"/>
              </a:defRPr>
            </a:pPr>
            <a:r>
              <a:rPr sz="1125" b="0">
                <a:solidFill>
                  <a:srgbClr val="52657A"/>
                </a:solidFill>
                <a:latin typeface="Noto Sans CJK KR"/>
                <a:ea typeface="Noto Sans CJK KR"/>
                <a:cs typeface="Noto Sans CJK KR"/>
              </a:rPr>
              <a:t>질문과 기준일 입력</a:t>
            </a:r>
          </a:p>
        </p:txBody>
      </p:sp>
      <p:sp>
        <p:nvSpPr>
          <p:cNvPr id="11" name="">
            <a:extLst xmlns:a="http://schemas.openxmlformats.org/drawingml/2006/main">
              <a:ext uri="{FF2B5EF4-FFF2-40B4-BE49-F238E27FC236}">
                <a16:creationId xmlns:a16="http://schemas.microsoft.com/office/drawing/2014/main" id="{A91D3EE0-362F-4323-8F55-3582C978F906}"/>
              </a:ext>
            </a:extLst>
          </p:cNvPr>
          <p:cNvSpPr>
            <a:spLocks xmlns:a="http://schemas.openxmlformats.org/drawingml/2006/main" noGrp="1"/>
          </p:cNvSpPr>
          <p:nvPr/>
        </p:nvSpPr>
        <p:spPr>
          <a:xfrm xmlns:a="http://schemas.openxmlformats.org/drawingml/2006/main">
            <a:off x="4229100" y="1638300"/>
            <a:ext cx="344805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FD9E6"/>
            </a:solidFill>
          </a:ln>
        </p:spPr>
      </p:sp>
      <p:sp>
        <p:nvSpPr>
          <p:cNvPr id="12" name="">
            <a:extLst xmlns:a="http://schemas.openxmlformats.org/drawingml/2006/main">
              <a:ext uri="{FF2B5EF4-FFF2-40B4-BE49-F238E27FC236}">
                <a16:creationId xmlns:a16="http://schemas.microsoft.com/office/drawing/2014/main" id="{6640B410-1DC2-4C1E-8E57-DC249E3AE91E}"/>
              </a:ext>
            </a:extLst>
          </p:cNvPr>
          <p:cNvSpPr>
            <a:spLocks xmlns:a="http://schemas.openxmlformats.org/drawingml/2006/main" noGrp="1"/>
          </p:cNvSpPr>
          <p:nvPr/>
        </p:nvSpPr>
        <p:spPr>
          <a:xfrm xmlns:a="http://schemas.openxmlformats.org/drawingml/2006/main">
            <a:off x="4400550" y="1809750"/>
            <a:ext cx="419100" cy="419100"/>
          </a:xfrm>
          <a:prstGeom xmlns:a="http://schemas.openxmlformats.org/drawingml/2006/main" prst="ellipse">
            <a:avLst/>
          </a:prstGeom>
          <a:solidFill xmlns:a="http://schemas.openxmlformats.org/drawingml/2006/main">
            <a:srgbClr val="119C8B"/>
          </a:solidFill>
          <a:ln xmlns:a="http://schemas.openxmlformats.org/drawingml/2006/main" w="9525">
            <a:solidFill>
              <a:srgbClr val="119C8B"/>
            </a:solidFill>
          </a:ln>
        </p:spPr>
      </p:sp>
      <p:sp>
        <p:nvSpPr>
          <p:cNvPr id="13" name="">
            <a:extLst xmlns:a="http://schemas.openxmlformats.org/drawingml/2006/main">
              <a:ext uri="{FF2B5EF4-FFF2-40B4-BE49-F238E27FC236}">
                <a16:creationId xmlns:a16="http://schemas.microsoft.com/office/drawing/2014/main" id="{4DEBE05A-1AF5-4957-9278-54EC56650AD8}"/>
              </a:ext>
            </a:extLst>
          </p:cNvPr>
          <p:cNvSpPr>
            <a:spLocks xmlns:a="http://schemas.openxmlformats.org/drawingml/2006/main" noGrp="1"/>
          </p:cNvSpPr>
          <p:nvPr/>
        </p:nvSpPr>
        <p:spPr>
          <a:xfrm xmlns:a="http://schemas.openxmlformats.org/drawingml/2006/main">
            <a:off x="4400550" y="188595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FFFFFF"/>
                </a:solidFill>
                <a:latin typeface="Noto Sans CJK KR"/>
                <a:ea typeface="Noto Sans CJK KR"/>
                <a:cs typeface="Noto Sans CJK KR"/>
              </a:defRPr>
            </a:pPr>
            <a:r>
              <a:rPr sz="1200" b="1">
                <a:solidFill>
                  <a:srgbClr val="FFFFFF"/>
                </a:solidFill>
                <a:latin typeface="Noto Sans CJK KR"/>
                <a:ea typeface="Noto Sans CJK KR"/>
                <a:cs typeface="Noto Sans CJK KR"/>
              </a:rPr>
              <a:t>2</a:t>
            </a:r>
          </a:p>
        </p:txBody>
      </p:sp>
      <p:sp>
        <p:nvSpPr>
          <p:cNvPr id="14" name="">
            <a:extLst xmlns:a="http://schemas.openxmlformats.org/drawingml/2006/main">
              <a:ext uri="{FF2B5EF4-FFF2-40B4-BE49-F238E27FC236}">
                <a16:creationId xmlns:a16="http://schemas.microsoft.com/office/drawing/2014/main" id="{CD03298F-8285-47A6-A070-23A4AF0D5B36}"/>
              </a:ext>
            </a:extLst>
          </p:cNvPr>
          <p:cNvSpPr>
            <a:spLocks xmlns:a="http://schemas.openxmlformats.org/drawingml/2006/main" noGrp="1"/>
          </p:cNvSpPr>
          <p:nvPr/>
        </p:nvSpPr>
        <p:spPr>
          <a:xfrm xmlns:a="http://schemas.openxmlformats.org/drawingml/2006/main">
            <a:off x="4972050" y="1828800"/>
            <a:ext cx="2381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132238"/>
                </a:solidFill>
                <a:latin typeface="Noto Sans CJK KR"/>
                <a:ea typeface="Noto Sans CJK KR"/>
                <a:cs typeface="Noto Sans CJK KR"/>
              </a:defRPr>
            </a:pPr>
            <a:r>
              <a:rPr sz="1500" b="1">
                <a:solidFill>
                  <a:srgbClr val="132238"/>
                </a:solidFill>
                <a:latin typeface="Noto Sans CJK KR"/>
                <a:ea typeface="Noto Sans CJK KR"/>
                <a:cs typeface="Noto Sans CJK KR"/>
              </a:rPr>
              <a:t>세션 검증</a:t>
            </a:r>
          </a:p>
        </p:txBody>
      </p:sp>
      <p:sp>
        <p:nvSpPr>
          <p:cNvPr id="15" name="">
            <a:extLst xmlns:a="http://schemas.openxmlformats.org/drawingml/2006/main">
              <a:ext uri="{FF2B5EF4-FFF2-40B4-BE49-F238E27FC236}">
                <a16:creationId xmlns:a16="http://schemas.microsoft.com/office/drawing/2014/main" id="{7CFE779E-EAF1-4A28-B48D-6F8176F6D16C}"/>
              </a:ext>
            </a:extLst>
          </p:cNvPr>
          <p:cNvSpPr>
            <a:spLocks xmlns:a="http://schemas.openxmlformats.org/drawingml/2006/main" noGrp="1"/>
          </p:cNvSpPr>
          <p:nvPr/>
        </p:nvSpPr>
        <p:spPr>
          <a:xfrm xmlns:a="http://schemas.openxmlformats.org/drawingml/2006/main">
            <a:off x="4972050" y="2228850"/>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57A"/>
                </a:solidFill>
                <a:latin typeface="Noto Sans CJK KR"/>
                <a:ea typeface="Noto Sans CJK KR"/>
                <a:cs typeface="Noto Sans CJK KR"/>
              </a:defRPr>
            </a:pPr>
            <a:r>
              <a:rPr sz="1125" b="0">
                <a:solidFill>
                  <a:srgbClr val="52657A"/>
                </a:solidFill>
                <a:latin typeface="Noto Sans CJK KR"/>
                <a:ea typeface="Noto Sans CJK KR"/>
                <a:cs typeface="Noto Sans CJK KR"/>
              </a:rPr>
              <a:t>tenant·회사·역할·시나리오</a:t>
            </a:r>
          </a:p>
        </p:txBody>
      </p:sp>
      <p:sp>
        <p:nvSpPr>
          <p:cNvPr id="16" name="">
            <a:extLst xmlns:a="http://schemas.openxmlformats.org/drawingml/2006/main">
              <a:ext uri="{FF2B5EF4-FFF2-40B4-BE49-F238E27FC236}">
                <a16:creationId xmlns:a16="http://schemas.microsoft.com/office/drawing/2014/main" id="{16E60C6C-9EA6-42E9-901D-F4D46A284D0D}"/>
              </a:ext>
            </a:extLst>
          </p:cNvPr>
          <p:cNvSpPr>
            <a:spLocks xmlns:a="http://schemas.openxmlformats.org/drawingml/2006/main" noGrp="1"/>
          </p:cNvSpPr>
          <p:nvPr/>
        </p:nvSpPr>
        <p:spPr>
          <a:xfrm xmlns:a="http://schemas.openxmlformats.org/drawingml/2006/main">
            <a:off x="7943850" y="1638300"/>
            <a:ext cx="344805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FD9E6"/>
            </a:solidFill>
          </a:ln>
        </p:spPr>
      </p:sp>
      <p:sp>
        <p:nvSpPr>
          <p:cNvPr id="17" name="">
            <a:extLst xmlns:a="http://schemas.openxmlformats.org/drawingml/2006/main">
              <a:ext uri="{FF2B5EF4-FFF2-40B4-BE49-F238E27FC236}">
                <a16:creationId xmlns:a16="http://schemas.microsoft.com/office/drawing/2014/main" id="{6CB7D7DA-3C4C-41B0-B43F-85E1FF31B577}"/>
              </a:ext>
            </a:extLst>
          </p:cNvPr>
          <p:cNvSpPr>
            <a:spLocks xmlns:a="http://schemas.openxmlformats.org/drawingml/2006/main" noGrp="1"/>
          </p:cNvSpPr>
          <p:nvPr/>
        </p:nvSpPr>
        <p:spPr>
          <a:xfrm xmlns:a="http://schemas.openxmlformats.org/drawingml/2006/main">
            <a:off x="8115300" y="1809750"/>
            <a:ext cx="419100" cy="419100"/>
          </a:xfrm>
          <a:prstGeom xmlns:a="http://schemas.openxmlformats.org/drawingml/2006/main" prst="ellipse">
            <a:avLst/>
          </a:prstGeom>
          <a:solidFill xmlns:a="http://schemas.openxmlformats.org/drawingml/2006/main">
            <a:srgbClr val="D9564A"/>
          </a:solidFill>
          <a:ln xmlns:a="http://schemas.openxmlformats.org/drawingml/2006/main" w="9525">
            <a:solidFill>
              <a:srgbClr val="D9564A"/>
            </a:solidFill>
          </a:ln>
        </p:spPr>
      </p:sp>
      <p:sp>
        <p:nvSpPr>
          <p:cNvPr id="18" name="">
            <a:extLst xmlns:a="http://schemas.openxmlformats.org/drawingml/2006/main">
              <a:ext uri="{FF2B5EF4-FFF2-40B4-BE49-F238E27FC236}">
                <a16:creationId xmlns:a16="http://schemas.microsoft.com/office/drawing/2014/main" id="{6762C337-9A38-4B29-91A8-A628BBA81C0C}"/>
              </a:ext>
            </a:extLst>
          </p:cNvPr>
          <p:cNvSpPr>
            <a:spLocks xmlns:a="http://schemas.openxmlformats.org/drawingml/2006/main" noGrp="1"/>
          </p:cNvSpPr>
          <p:nvPr/>
        </p:nvSpPr>
        <p:spPr>
          <a:xfrm xmlns:a="http://schemas.openxmlformats.org/drawingml/2006/main">
            <a:off x="8115300" y="188595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FFFFFF"/>
                </a:solidFill>
                <a:latin typeface="Noto Sans CJK KR"/>
                <a:ea typeface="Noto Sans CJK KR"/>
                <a:cs typeface="Noto Sans CJK KR"/>
              </a:defRPr>
            </a:pPr>
            <a:r>
              <a:rPr sz="1200" b="1">
                <a:solidFill>
                  <a:srgbClr val="FFFFFF"/>
                </a:solidFill>
                <a:latin typeface="Noto Sans CJK KR"/>
                <a:ea typeface="Noto Sans CJK KR"/>
                <a:cs typeface="Noto Sans CJK KR"/>
              </a:rPr>
              <a:t>3</a:t>
            </a:r>
          </a:p>
        </p:txBody>
      </p:sp>
      <p:sp>
        <p:nvSpPr>
          <p:cNvPr id="19" name="">
            <a:extLst xmlns:a="http://schemas.openxmlformats.org/drawingml/2006/main">
              <a:ext uri="{FF2B5EF4-FFF2-40B4-BE49-F238E27FC236}">
                <a16:creationId xmlns:a16="http://schemas.microsoft.com/office/drawing/2014/main" id="{BBBBC7CE-1C22-4A74-9447-DD5A132C33C0}"/>
              </a:ext>
            </a:extLst>
          </p:cNvPr>
          <p:cNvSpPr>
            <a:spLocks xmlns:a="http://schemas.openxmlformats.org/drawingml/2006/main" noGrp="1"/>
          </p:cNvSpPr>
          <p:nvPr/>
        </p:nvSpPr>
        <p:spPr>
          <a:xfrm xmlns:a="http://schemas.openxmlformats.org/drawingml/2006/main">
            <a:off x="8686800" y="1828800"/>
            <a:ext cx="2381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132238"/>
                </a:solidFill>
                <a:latin typeface="Noto Sans CJK KR"/>
                <a:ea typeface="Noto Sans CJK KR"/>
                <a:cs typeface="Noto Sans CJK KR"/>
              </a:defRPr>
            </a:pPr>
            <a:r>
              <a:rPr sz="1500" b="1">
                <a:solidFill>
                  <a:srgbClr val="132238"/>
                </a:solidFill>
                <a:latin typeface="Noto Sans CJK KR"/>
                <a:ea typeface="Noto Sans CJK KR"/>
                <a:cs typeface="Noto Sans CJK KR"/>
              </a:rPr>
              <a:t>ACL 필터</a:t>
            </a:r>
          </a:p>
        </p:txBody>
      </p:sp>
      <p:sp>
        <p:nvSpPr>
          <p:cNvPr id="20" name="">
            <a:extLst xmlns:a="http://schemas.openxmlformats.org/drawingml/2006/main">
              <a:ext uri="{FF2B5EF4-FFF2-40B4-BE49-F238E27FC236}">
                <a16:creationId xmlns:a16="http://schemas.microsoft.com/office/drawing/2014/main" id="{26FD80C1-DBAB-48CA-9845-200CB681A0B0}"/>
              </a:ext>
            </a:extLst>
          </p:cNvPr>
          <p:cNvSpPr>
            <a:spLocks xmlns:a="http://schemas.openxmlformats.org/drawingml/2006/main" noGrp="1"/>
          </p:cNvSpPr>
          <p:nvPr/>
        </p:nvSpPr>
        <p:spPr>
          <a:xfrm xmlns:a="http://schemas.openxmlformats.org/drawingml/2006/main">
            <a:off x="8686800" y="2228850"/>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57A"/>
                </a:solidFill>
                <a:latin typeface="Noto Sans CJK KR"/>
                <a:ea typeface="Noto Sans CJK KR"/>
                <a:cs typeface="Noto Sans CJK KR"/>
              </a:defRPr>
            </a:pPr>
            <a:r>
              <a:rPr sz="1125" b="0">
                <a:solidFill>
                  <a:srgbClr val="52657A"/>
                </a:solidFill>
                <a:latin typeface="Noto Sans CJK KR"/>
                <a:ea typeface="Noto Sans CJK KR"/>
                <a:cs typeface="Noto Sans CJK KR"/>
              </a:rPr>
              <a:t>허용 문서 ID만 남김</a:t>
            </a:r>
          </a:p>
        </p:txBody>
      </p:sp>
      <p:sp>
        <p:nvSpPr>
          <p:cNvPr id="21" name="">
            <a:extLst xmlns:a="http://schemas.openxmlformats.org/drawingml/2006/main">
              <a:ext uri="{FF2B5EF4-FFF2-40B4-BE49-F238E27FC236}">
                <a16:creationId xmlns:a16="http://schemas.microsoft.com/office/drawing/2014/main" id="{A8BFEF22-D107-45D5-95DC-D67854A019F3}"/>
              </a:ext>
            </a:extLst>
          </p:cNvPr>
          <p:cNvSpPr>
            <a:spLocks xmlns:a="http://schemas.openxmlformats.org/drawingml/2006/main" noGrp="1"/>
          </p:cNvSpPr>
          <p:nvPr/>
        </p:nvSpPr>
        <p:spPr>
          <a:xfrm xmlns:a="http://schemas.openxmlformats.org/drawingml/2006/main">
            <a:off x="514350" y="3476625"/>
            <a:ext cx="344805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FD9E6"/>
            </a:solidFill>
          </a:ln>
        </p:spPr>
      </p:sp>
      <p:sp>
        <p:nvSpPr>
          <p:cNvPr id="22" name="">
            <a:extLst xmlns:a="http://schemas.openxmlformats.org/drawingml/2006/main">
              <a:ext uri="{FF2B5EF4-FFF2-40B4-BE49-F238E27FC236}">
                <a16:creationId xmlns:a16="http://schemas.microsoft.com/office/drawing/2014/main" id="{4BDB9B02-5F3B-47F2-8BC6-1043F2BA623A}"/>
              </a:ext>
            </a:extLst>
          </p:cNvPr>
          <p:cNvSpPr>
            <a:spLocks xmlns:a="http://schemas.openxmlformats.org/drawingml/2006/main" noGrp="1"/>
          </p:cNvSpPr>
          <p:nvPr/>
        </p:nvSpPr>
        <p:spPr>
          <a:xfrm xmlns:a="http://schemas.openxmlformats.org/drawingml/2006/main">
            <a:off x="685800" y="3648075"/>
            <a:ext cx="419100" cy="419100"/>
          </a:xfrm>
          <a:prstGeom xmlns:a="http://schemas.openxmlformats.org/drawingml/2006/main" prst="ellipse">
            <a:avLst/>
          </a:prstGeom>
          <a:solidFill xmlns:a="http://schemas.openxmlformats.org/drawingml/2006/main">
            <a:srgbClr val="7657C8"/>
          </a:solidFill>
          <a:ln xmlns:a="http://schemas.openxmlformats.org/drawingml/2006/main" w="9525">
            <a:solidFill>
              <a:srgbClr val="7657C8"/>
            </a:solidFill>
          </a:ln>
        </p:spPr>
      </p:sp>
      <p:sp>
        <p:nvSpPr>
          <p:cNvPr id="23" name="">
            <a:extLst xmlns:a="http://schemas.openxmlformats.org/drawingml/2006/main">
              <a:ext uri="{FF2B5EF4-FFF2-40B4-BE49-F238E27FC236}">
                <a16:creationId xmlns:a16="http://schemas.microsoft.com/office/drawing/2014/main" id="{0F12F7C6-4CBA-43FA-B052-A26EDD1C47E8}"/>
              </a:ext>
            </a:extLst>
          </p:cNvPr>
          <p:cNvSpPr>
            <a:spLocks xmlns:a="http://schemas.openxmlformats.org/drawingml/2006/main" noGrp="1"/>
          </p:cNvSpPr>
          <p:nvPr/>
        </p:nvSpPr>
        <p:spPr>
          <a:xfrm xmlns:a="http://schemas.openxmlformats.org/drawingml/2006/main">
            <a:off x="685800" y="37242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FFFFFF"/>
                </a:solidFill>
                <a:latin typeface="Noto Sans CJK KR"/>
                <a:ea typeface="Noto Sans CJK KR"/>
                <a:cs typeface="Noto Sans CJK KR"/>
              </a:defRPr>
            </a:pPr>
            <a:r>
              <a:rPr sz="1200" b="1">
                <a:solidFill>
                  <a:srgbClr val="FFFFFF"/>
                </a:solidFill>
                <a:latin typeface="Noto Sans CJK KR"/>
                <a:ea typeface="Noto Sans CJK KR"/>
                <a:cs typeface="Noto Sans CJK KR"/>
              </a:rPr>
              <a:t>4</a:t>
            </a:r>
          </a:p>
        </p:txBody>
      </p:sp>
      <p:sp>
        <p:nvSpPr>
          <p:cNvPr id="24" name="">
            <a:extLst xmlns:a="http://schemas.openxmlformats.org/drawingml/2006/main">
              <a:ext uri="{FF2B5EF4-FFF2-40B4-BE49-F238E27FC236}">
                <a16:creationId xmlns:a16="http://schemas.microsoft.com/office/drawing/2014/main" id="{CB95262C-2232-471E-9F94-711670FC3B20}"/>
              </a:ext>
            </a:extLst>
          </p:cNvPr>
          <p:cNvSpPr>
            <a:spLocks xmlns:a="http://schemas.openxmlformats.org/drawingml/2006/main" noGrp="1"/>
          </p:cNvSpPr>
          <p:nvPr/>
        </p:nvSpPr>
        <p:spPr>
          <a:xfrm xmlns:a="http://schemas.openxmlformats.org/drawingml/2006/main">
            <a:off x="1257300" y="3667125"/>
            <a:ext cx="2381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132238"/>
                </a:solidFill>
                <a:latin typeface="Noto Sans CJK KR"/>
                <a:ea typeface="Noto Sans CJK KR"/>
                <a:cs typeface="Noto Sans CJK KR"/>
              </a:defRPr>
            </a:pPr>
            <a:r>
              <a:rPr sz="1500" b="1">
                <a:solidFill>
                  <a:srgbClr val="132238"/>
                </a:solidFill>
                <a:latin typeface="Noto Sans CJK KR"/>
                <a:ea typeface="Noto Sans CJK KR"/>
                <a:cs typeface="Noto Sans CJK KR"/>
              </a:rPr>
              <a:t>하이브리드 검색</a:t>
            </a:r>
          </a:p>
        </p:txBody>
      </p:sp>
      <p:sp>
        <p:nvSpPr>
          <p:cNvPr id="25" name="">
            <a:extLst xmlns:a="http://schemas.openxmlformats.org/drawingml/2006/main">
              <a:ext uri="{FF2B5EF4-FFF2-40B4-BE49-F238E27FC236}">
                <a16:creationId xmlns:a16="http://schemas.microsoft.com/office/drawing/2014/main" id="{974B5285-D5A8-482C-8912-D3F8A9CFF650}"/>
              </a:ext>
            </a:extLst>
          </p:cNvPr>
          <p:cNvSpPr>
            <a:spLocks xmlns:a="http://schemas.openxmlformats.org/drawingml/2006/main" noGrp="1"/>
          </p:cNvSpPr>
          <p:nvPr/>
        </p:nvSpPr>
        <p:spPr>
          <a:xfrm xmlns:a="http://schemas.openxmlformats.org/drawingml/2006/main">
            <a:off x="1257300" y="4067175"/>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57A"/>
                </a:solidFill>
                <a:latin typeface="Noto Sans CJK KR"/>
                <a:ea typeface="Noto Sans CJK KR"/>
                <a:cs typeface="Noto Sans CJK KR"/>
              </a:defRPr>
            </a:pPr>
            <a:r>
              <a:rPr sz="1125" b="0">
                <a:solidFill>
                  <a:srgbClr val="52657A"/>
                </a:solidFill>
                <a:latin typeface="Noto Sans CJK KR"/>
                <a:ea typeface="Noto Sans CJK KR"/>
                <a:cs typeface="Noto Sans CJK KR"/>
              </a:rPr>
              <a:t>키워드+벡터 순위 결합</a:t>
            </a:r>
          </a:p>
        </p:txBody>
      </p:sp>
      <p:sp>
        <p:nvSpPr>
          <p:cNvPr id="26" name="">
            <a:extLst xmlns:a="http://schemas.openxmlformats.org/drawingml/2006/main">
              <a:ext uri="{FF2B5EF4-FFF2-40B4-BE49-F238E27FC236}">
                <a16:creationId xmlns:a16="http://schemas.microsoft.com/office/drawing/2014/main" id="{35FEB7DF-3FFB-448D-8258-95D73A262AEC}"/>
              </a:ext>
            </a:extLst>
          </p:cNvPr>
          <p:cNvSpPr>
            <a:spLocks xmlns:a="http://schemas.openxmlformats.org/drawingml/2006/main" noGrp="1"/>
          </p:cNvSpPr>
          <p:nvPr/>
        </p:nvSpPr>
        <p:spPr>
          <a:xfrm xmlns:a="http://schemas.openxmlformats.org/drawingml/2006/main">
            <a:off x="4229100" y="3476625"/>
            <a:ext cx="344805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FD9E6"/>
            </a:solidFill>
          </a:ln>
        </p:spPr>
      </p:sp>
      <p:sp>
        <p:nvSpPr>
          <p:cNvPr id="27" name="">
            <a:extLst xmlns:a="http://schemas.openxmlformats.org/drawingml/2006/main">
              <a:ext uri="{FF2B5EF4-FFF2-40B4-BE49-F238E27FC236}">
                <a16:creationId xmlns:a16="http://schemas.microsoft.com/office/drawing/2014/main" id="{1AD0A2F8-E3E7-420B-8688-368A8DE6895E}"/>
              </a:ext>
            </a:extLst>
          </p:cNvPr>
          <p:cNvSpPr>
            <a:spLocks xmlns:a="http://schemas.openxmlformats.org/drawingml/2006/main" noGrp="1"/>
          </p:cNvSpPr>
          <p:nvPr/>
        </p:nvSpPr>
        <p:spPr>
          <a:xfrm xmlns:a="http://schemas.openxmlformats.org/drawingml/2006/main">
            <a:off x="4400550" y="3648075"/>
            <a:ext cx="419100" cy="419100"/>
          </a:xfrm>
          <a:prstGeom xmlns:a="http://schemas.openxmlformats.org/drawingml/2006/main" prst="ellipse">
            <a:avLst/>
          </a:prstGeom>
          <a:solidFill xmlns:a="http://schemas.openxmlformats.org/drawingml/2006/main">
            <a:srgbClr val="F29B38"/>
          </a:solidFill>
          <a:ln xmlns:a="http://schemas.openxmlformats.org/drawingml/2006/main" w="9525">
            <a:solidFill>
              <a:srgbClr val="F29B38"/>
            </a:solidFill>
          </a:ln>
        </p:spPr>
      </p:sp>
      <p:sp>
        <p:nvSpPr>
          <p:cNvPr id="28" name="">
            <a:extLst xmlns:a="http://schemas.openxmlformats.org/drawingml/2006/main">
              <a:ext uri="{FF2B5EF4-FFF2-40B4-BE49-F238E27FC236}">
                <a16:creationId xmlns:a16="http://schemas.microsoft.com/office/drawing/2014/main" id="{79BE8DA8-128E-407A-9E97-4183F9F89A9C}"/>
              </a:ext>
            </a:extLst>
          </p:cNvPr>
          <p:cNvSpPr>
            <a:spLocks xmlns:a="http://schemas.openxmlformats.org/drawingml/2006/main" noGrp="1"/>
          </p:cNvSpPr>
          <p:nvPr/>
        </p:nvSpPr>
        <p:spPr>
          <a:xfrm xmlns:a="http://schemas.openxmlformats.org/drawingml/2006/main">
            <a:off x="4400550" y="37242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FFFFFF"/>
                </a:solidFill>
                <a:latin typeface="Noto Sans CJK KR"/>
                <a:ea typeface="Noto Sans CJK KR"/>
                <a:cs typeface="Noto Sans CJK KR"/>
              </a:defRPr>
            </a:pPr>
            <a:r>
              <a:rPr sz="1200" b="1">
                <a:solidFill>
                  <a:srgbClr val="FFFFFF"/>
                </a:solidFill>
                <a:latin typeface="Noto Sans CJK KR"/>
                <a:ea typeface="Noto Sans CJK KR"/>
                <a:cs typeface="Noto Sans CJK KR"/>
              </a:rPr>
              <a:t>5</a:t>
            </a:r>
          </a:p>
        </p:txBody>
      </p:sp>
      <p:sp>
        <p:nvSpPr>
          <p:cNvPr id="29" name="">
            <a:extLst xmlns:a="http://schemas.openxmlformats.org/drawingml/2006/main">
              <a:ext uri="{FF2B5EF4-FFF2-40B4-BE49-F238E27FC236}">
                <a16:creationId xmlns:a16="http://schemas.microsoft.com/office/drawing/2014/main" id="{0D6669EC-D8C1-412A-8A23-8217C6911AB7}"/>
              </a:ext>
            </a:extLst>
          </p:cNvPr>
          <p:cNvSpPr>
            <a:spLocks xmlns:a="http://schemas.openxmlformats.org/drawingml/2006/main" noGrp="1"/>
          </p:cNvSpPr>
          <p:nvPr/>
        </p:nvSpPr>
        <p:spPr>
          <a:xfrm xmlns:a="http://schemas.openxmlformats.org/drawingml/2006/main">
            <a:off x="4972050" y="3667125"/>
            <a:ext cx="2381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132238"/>
                </a:solidFill>
                <a:latin typeface="Noto Sans CJK KR"/>
                <a:ea typeface="Noto Sans CJK KR"/>
                <a:cs typeface="Noto Sans CJK KR"/>
              </a:defRPr>
            </a:pPr>
            <a:r>
              <a:rPr sz="1500" b="1">
                <a:solidFill>
                  <a:srgbClr val="132238"/>
                </a:solidFill>
                <a:latin typeface="Noto Sans CJK KR"/>
                <a:ea typeface="Noto Sans CJK KR"/>
                <a:cs typeface="Noto Sans CJK KR"/>
              </a:rPr>
              <a:t>로컬 답변 생성</a:t>
            </a:r>
          </a:p>
        </p:txBody>
      </p:sp>
      <p:sp>
        <p:nvSpPr>
          <p:cNvPr id="30" name="">
            <a:extLst xmlns:a="http://schemas.openxmlformats.org/drawingml/2006/main">
              <a:ext uri="{FF2B5EF4-FFF2-40B4-BE49-F238E27FC236}">
                <a16:creationId xmlns:a16="http://schemas.microsoft.com/office/drawing/2014/main" id="{5212C1F0-CAA0-4E7B-BB5E-F79E068F556F}"/>
              </a:ext>
            </a:extLst>
          </p:cNvPr>
          <p:cNvSpPr>
            <a:spLocks xmlns:a="http://schemas.openxmlformats.org/drawingml/2006/main" noGrp="1"/>
          </p:cNvSpPr>
          <p:nvPr/>
        </p:nvSpPr>
        <p:spPr>
          <a:xfrm xmlns:a="http://schemas.openxmlformats.org/drawingml/2006/main">
            <a:off x="4972050" y="4067175"/>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57A"/>
                </a:solidFill>
                <a:latin typeface="Noto Sans CJK KR"/>
                <a:ea typeface="Noto Sans CJK KR"/>
                <a:cs typeface="Noto Sans CJK KR"/>
              </a:defRPr>
            </a:pPr>
            <a:r>
              <a:rPr sz="1125" b="0">
                <a:solidFill>
                  <a:srgbClr val="52657A"/>
                </a:solidFill>
                <a:latin typeface="Noto Sans CJK KR"/>
                <a:ea typeface="Noto Sans CJK KR"/>
                <a:cs typeface="Noto Sans CJK KR"/>
              </a:rPr>
              <a:t>선택 근거 최대 4개 사용</a:t>
            </a:r>
          </a:p>
        </p:txBody>
      </p:sp>
      <p:sp>
        <p:nvSpPr>
          <p:cNvPr id="31" name="">
            <a:extLst xmlns:a="http://schemas.openxmlformats.org/drawingml/2006/main">
              <a:ext uri="{FF2B5EF4-FFF2-40B4-BE49-F238E27FC236}">
                <a16:creationId xmlns:a16="http://schemas.microsoft.com/office/drawing/2014/main" id="{B285B6CD-D749-43D8-81F5-CA4CBE7C6F6F}"/>
              </a:ext>
            </a:extLst>
          </p:cNvPr>
          <p:cNvSpPr>
            <a:spLocks xmlns:a="http://schemas.openxmlformats.org/drawingml/2006/main" noGrp="1"/>
          </p:cNvSpPr>
          <p:nvPr/>
        </p:nvSpPr>
        <p:spPr>
          <a:xfrm xmlns:a="http://schemas.openxmlformats.org/drawingml/2006/main">
            <a:off x="7943850" y="3476625"/>
            <a:ext cx="344805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FD9E6"/>
            </a:solidFill>
          </a:ln>
        </p:spPr>
      </p:sp>
      <p:sp>
        <p:nvSpPr>
          <p:cNvPr id="32" name="">
            <a:extLst xmlns:a="http://schemas.openxmlformats.org/drawingml/2006/main">
              <a:ext uri="{FF2B5EF4-FFF2-40B4-BE49-F238E27FC236}">
                <a16:creationId xmlns:a16="http://schemas.microsoft.com/office/drawing/2014/main" id="{C6B4DBA9-4B8E-4084-A320-D4310FCF072B}"/>
              </a:ext>
            </a:extLst>
          </p:cNvPr>
          <p:cNvSpPr>
            <a:spLocks xmlns:a="http://schemas.openxmlformats.org/drawingml/2006/main" noGrp="1"/>
          </p:cNvSpPr>
          <p:nvPr/>
        </p:nvSpPr>
        <p:spPr>
          <a:xfrm xmlns:a="http://schemas.openxmlformats.org/drawingml/2006/main">
            <a:off x="8115300" y="3648075"/>
            <a:ext cx="419100" cy="419100"/>
          </a:xfrm>
          <a:prstGeom xmlns:a="http://schemas.openxmlformats.org/drawingml/2006/main" prst="ellipse">
            <a:avLst/>
          </a:prstGeom>
          <a:solidFill xmlns:a="http://schemas.openxmlformats.org/drawingml/2006/main">
            <a:srgbClr val="2E7D62"/>
          </a:solidFill>
          <a:ln xmlns:a="http://schemas.openxmlformats.org/drawingml/2006/main" w="9525">
            <a:solidFill>
              <a:srgbClr val="2E7D62"/>
            </a:solidFill>
          </a:ln>
        </p:spPr>
      </p:sp>
      <p:sp>
        <p:nvSpPr>
          <p:cNvPr id="33" name="">
            <a:extLst xmlns:a="http://schemas.openxmlformats.org/drawingml/2006/main">
              <a:ext uri="{FF2B5EF4-FFF2-40B4-BE49-F238E27FC236}">
                <a16:creationId xmlns:a16="http://schemas.microsoft.com/office/drawing/2014/main" id="{84F36DCA-6B83-4845-B999-DEDB749E2856}"/>
              </a:ext>
            </a:extLst>
          </p:cNvPr>
          <p:cNvSpPr>
            <a:spLocks xmlns:a="http://schemas.openxmlformats.org/drawingml/2006/main" noGrp="1"/>
          </p:cNvSpPr>
          <p:nvPr/>
        </p:nvSpPr>
        <p:spPr>
          <a:xfrm xmlns:a="http://schemas.openxmlformats.org/drawingml/2006/main">
            <a:off x="8115300" y="37242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FFFFFF"/>
                </a:solidFill>
                <a:latin typeface="Noto Sans CJK KR"/>
                <a:ea typeface="Noto Sans CJK KR"/>
                <a:cs typeface="Noto Sans CJK KR"/>
              </a:defRPr>
            </a:pPr>
            <a:r>
              <a:rPr sz="1200" b="1">
                <a:solidFill>
                  <a:srgbClr val="FFFFFF"/>
                </a:solidFill>
                <a:latin typeface="Noto Sans CJK KR"/>
                <a:ea typeface="Noto Sans CJK KR"/>
                <a:cs typeface="Noto Sans CJK KR"/>
              </a:rPr>
              <a:t>6</a:t>
            </a:r>
          </a:p>
        </p:txBody>
      </p:sp>
      <p:sp>
        <p:nvSpPr>
          <p:cNvPr id="34" name="">
            <a:extLst xmlns:a="http://schemas.openxmlformats.org/drawingml/2006/main">
              <a:ext uri="{FF2B5EF4-FFF2-40B4-BE49-F238E27FC236}">
                <a16:creationId xmlns:a16="http://schemas.microsoft.com/office/drawing/2014/main" id="{92F4DABF-BBD4-444F-A25C-706BDEFAFE51}"/>
              </a:ext>
            </a:extLst>
          </p:cNvPr>
          <p:cNvSpPr>
            <a:spLocks xmlns:a="http://schemas.openxmlformats.org/drawingml/2006/main" noGrp="1"/>
          </p:cNvSpPr>
          <p:nvPr/>
        </p:nvSpPr>
        <p:spPr>
          <a:xfrm xmlns:a="http://schemas.openxmlformats.org/drawingml/2006/main">
            <a:off x="8686800" y="3667125"/>
            <a:ext cx="2381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132238"/>
                </a:solidFill>
                <a:latin typeface="Noto Sans CJK KR"/>
                <a:ea typeface="Noto Sans CJK KR"/>
                <a:cs typeface="Noto Sans CJK KR"/>
              </a:defRPr>
            </a:pPr>
            <a:r>
              <a:rPr sz="1500" b="1">
                <a:solidFill>
                  <a:srgbClr val="132238"/>
                </a:solidFill>
                <a:latin typeface="Noto Sans CJK KR"/>
                <a:ea typeface="Noto Sans CJK KR"/>
                <a:cs typeface="Noto Sans CJK KR"/>
              </a:rPr>
              <a:t>검증·표시</a:t>
            </a:r>
          </a:p>
        </p:txBody>
      </p:sp>
      <p:sp>
        <p:nvSpPr>
          <p:cNvPr id="35" name="">
            <a:extLst xmlns:a="http://schemas.openxmlformats.org/drawingml/2006/main">
              <a:ext uri="{FF2B5EF4-FFF2-40B4-BE49-F238E27FC236}">
                <a16:creationId xmlns:a16="http://schemas.microsoft.com/office/drawing/2014/main" id="{B53FFA4E-162B-4CBC-8B6E-C633AE2D79B8}"/>
              </a:ext>
            </a:extLst>
          </p:cNvPr>
          <p:cNvSpPr>
            <a:spLocks xmlns:a="http://schemas.openxmlformats.org/drawingml/2006/main" noGrp="1"/>
          </p:cNvSpPr>
          <p:nvPr/>
        </p:nvSpPr>
        <p:spPr>
          <a:xfrm xmlns:a="http://schemas.openxmlformats.org/drawingml/2006/main">
            <a:off x="8686800" y="4067175"/>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57A"/>
                </a:solidFill>
                <a:latin typeface="Noto Sans CJK KR"/>
                <a:ea typeface="Noto Sans CJK KR"/>
                <a:cs typeface="Noto Sans CJK KR"/>
              </a:defRPr>
            </a:pPr>
            <a:r>
              <a:rPr sz="1125" b="0">
                <a:solidFill>
                  <a:srgbClr val="52657A"/>
                </a:solidFill>
                <a:latin typeface="Noto Sans CJK KR"/>
                <a:ea typeface="Noto Sans CJK KR"/>
                <a:cs typeface="Noto Sans CJK KR"/>
              </a:rPr>
              <a:t>규칙·탐지·근거 UI</a:t>
            </a:r>
          </a:p>
        </p:txBody>
      </p:sp>
      <p:sp>
        <p:nvSpPr>
          <p:cNvPr id="36" name="">
            <a:extLst xmlns:a="http://schemas.openxmlformats.org/drawingml/2006/main">
              <a:ext uri="{FF2B5EF4-FFF2-40B4-BE49-F238E27FC236}">
                <a16:creationId xmlns:a16="http://schemas.microsoft.com/office/drawing/2014/main" id="{43F55DEA-220E-4BE2-B8B7-B4A3F14C5DC6}"/>
              </a:ext>
            </a:extLst>
          </p:cNvPr>
          <p:cNvSpPr>
            <a:spLocks xmlns:a="http://schemas.openxmlformats.org/drawingml/2006/main" noGrp="1"/>
          </p:cNvSpPr>
          <p:nvPr/>
        </p:nvSpPr>
        <p:spPr>
          <a:xfrm xmlns:a="http://schemas.openxmlformats.org/drawingml/2006/main">
            <a:off x="3962400" y="2352675"/>
            <a:ext cx="266700" cy="0"/>
          </a:xfrm>
          <a:prstGeom xmlns:a="http://schemas.openxmlformats.org/drawingml/2006/main" prst="line">
            <a:avLst/>
          </a:prstGeom>
          <a:noFill xmlns:a="http://schemas.openxmlformats.org/drawingml/2006/main"/>
          <a:ln xmlns:a="http://schemas.openxmlformats.org/drawingml/2006/main" w="19050">
            <a:solidFill>
              <a:srgbClr val="52657A"/>
            </a:solidFill>
          </a:ln>
        </p:spPr>
      </p:sp>
      <p:sp>
        <p:nvSpPr>
          <p:cNvPr id="37" name="">
            <a:extLst xmlns:a="http://schemas.openxmlformats.org/drawingml/2006/main">
              <a:ext uri="{FF2B5EF4-FFF2-40B4-BE49-F238E27FC236}">
                <a16:creationId xmlns:a16="http://schemas.microsoft.com/office/drawing/2014/main" id="{6BFA75FB-F68F-4A38-B77D-A4D6D4923730}"/>
              </a:ext>
            </a:extLst>
          </p:cNvPr>
          <p:cNvSpPr>
            <a:spLocks xmlns:a="http://schemas.openxmlformats.org/drawingml/2006/main" noGrp="1"/>
          </p:cNvSpPr>
          <p:nvPr/>
        </p:nvSpPr>
        <p:spPr>
          <a:xfrm xmlns:a="http://schemas.openxmlformats.org/drawingml/2006/main">
            <a:off x="7677150" y="2352675"/>
            <a:ext cx="266700" cy="0"/>
          </a:xfrm>
          <a:prstGeom xmlns:a="http://schemas.openxmlformats.org/drawingml/2006/main" prst="line">
            <a:avLst/>
          </a:prstGeom>
          <a:noFill xmlns:a="http://schemas.openxmlformats.org/drawingml/2006/main"/>
          <a:ln xmlns:a="http://schemas.openxmlformats.org/drawingml/2006/main" w="19050">
            <a:solidFill>
              <a:srgbClr val="52657A"/>
            </a:solidFill>
          </a:ln>
        </p:spPr>
      </p:sp>
      <p:sp>
        <p:nvSpPr>
          <p:cNvPr id="38" name="">
            <a:extLst xmlns:a="http://schemas.openxmlformats.org/drawingml/2006/main">
              <a:ext uri="{FF2B5EF4-FFF2-40B4-BE49-F238E27FC236}">
                <a16:creationId xmlns:a16="http://schemas.microsoft.com/office/drawing/2014/main" id="{7A1902CE-BAF2-4593-BD81-F2790B7E0F1D}"/>
              </a:ext>
            </a:extLst>
          </p:cNvPr>
          <p:cNvSpPr>
            <a:spLocks xmlns:a="http://schemas.openxmlformats.org/drawingml/2006/main" noGrp="1"/>
          </p:cNvSpPr>
          <p:nvPr/>
        </p:nvSpPr>
        <p:spPr>
          <a:xfrm xmlns:a="http://schemas.openxmlformats.org/drawingml/2006/main">
            <a:off x="3962400" y="4191000"/>
            <a:ext cx="266700" cy="0"/>
          </a:xfrm>
          <a:prstGeom xmlns:a="http://schemas.openxmlformats.org/drawingml/2006/main" prst="line">
            <a:avLst/>
          </a:prstGeom>
          <a:noFill xmlns:a="http://schemas.openxmlformats.org/drawingml/2006/main"/>
          <a:ln xmlns:a="http://schemas.openxmlformats.org/drawingml/2006/main" w="19050">
            <a:solidFill>
              <a:srgbClr val="52657A"/>
            </a:solidFill>
          </a:ln>
        </p:spPr>
      </p:sp>
      <p:sp>
        <p:nvSpPr>
          <p:cNvPr id="39" name="">
            <a:extLst xmlns:a="http://schemas.openxmlformats.org/drawingml/2006/main">
              <a:ext uri="{FF2B5EF4-FFF2-40B4-BE49-F238E27FC236}">
                <a16:creationId xmlns:a16="http://schemas.microsoft.com/office/drawing/2014/main" id="{12CF6045-A42C-4FA7-8387-F9E18EE55FC5}"/>
              </a:ext>
            </a:extLst>
          </p:cNvPr>
          <p:cNvSpPr>
            <a:spLocks xmlns:a="http://schemas.openxmlformats.org/drawingml/2006/main" noGrp="1"/>
          </p:cNvSpPr>
          <p:nvPr/>
        </p:nvSpPr>
        <p:spPr>
          <a:xfrm xmlns:a="http://schemas.openxmlformats.org/drawingml/2006/main">
            <a:off x="7677150" y="4191000"/>
            <a:ext cx="266700" cy="0"/>
          </a:xfrm>
          <a:prstGeom xmlns:a="http://schemas.openxmlformats.org/drawingml/2006/main" prst="line">
            <a:avLst/>
          </a:prstGeom>
          <a:noFill xmlns:a="http://schemas.openxmlformats.org/drawingml/2006/main"/>
          <a:ln xmlns:a="http://schemas.openxmlformats.org/drawingml/2006/main" w="19050">
            <a:solidFill>
              <a:srgbClr val="52657A"/>
            </a:solidFill>
          </a:ln>
        </p:spPr>
      </p:sp>
      <p:sp>
        <p:nvSpPr>
          <p:cNvPr id="40" name="">
            <a:extLst xmlns:a="http://schemas.openxmlformats.org/drawingml/2006/main">
              <a:ext uri="{FF2B5EF4-FFF2-40B4-BE49-F238E27FC236}">
                <a16:creationId xmlns:a16="http://schemas.microsoft.com/office/drawing/2014/main" id="{AB1D2C15-B900-4060-82D4-3EFA54CCCE4A}"/>
              </a:ext>
            </a:extLst>
          </p:cNvPr>
          <p:cNvSpPr>
            <a:spLocks xmlns:a="http://schemas.openxmlformats.org/drawingml/2006/main" noGrp="1"/>
          </p:cNvSpPr>
          <p:nvPr/>
        </p:nvSpPr>
        <p:spPr>
          <a:xfrm xmlns:a="http://schemas.openxmlformats.org/drawingml/2006/main">
            <a:off x="514350" y="5753100"/>
            <a:ext cx="11163300" cy="447675"/>
          </a:xfrm>
          <a:prstGeom xmlns:a="http://schemas.openxmlformats.org/drawingml/2006/main" prst="roundRect">
            <a:avLst>
              <a:gd name="adj" fmla="val 17021"/>
            </a:avLst>
          </a:prstGeom>
          <a:solidFill xmlns:a="http://schemas.openxmlformats.org/drawingml/2006/main">
            <a:srgbClr val="183B5B"/>
          </a:solidFill>
          <a:ln xmlns:a="http://schemas.openxmlformats.org/drawingml/2006/main" w="9525">
            <a:solidFill>
              <a:srgbClr val="183B5B"/>
            </a:solidFill>
          </a:ln>
        </p:spPr>
      </p:sp>
      <p:sp>
        <p:nvSpPr>
          <p:cNvPr id="41" name="">
            <a:extLst xmlns:a="http://schemas.openxmlformats.org/drawingml/2006/main">
              <a:ext uri="{FF2B5EF4-FFF2-40B4-BE49-F238E27FC236}">
                <a16:creationId xmlns:a16="http://schemas.microsoft.com/office/drawing/2014/main" id="{F490C14B-055D-4723-998F-D03FE9CE2092}"/>
              </a:ext>
            </a:extLst>
          </p:cNvPr>
          <p:cNvSpPr>
            <a:spLocks xmlns:a="http://schemas.openxmlformats.org/drawingml/2006/main" noGrp="1"/>
          </p:cNvSpPr>
          <p:nvPr/>
        </p:nvSpPr>
        <p:spPr>
          <a:xfrm xmlns:a="http://schemas.openxmlformats.org/drawingml/2006/main">
            <a:off x="685800" y="58674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FFFFFF"/>
                </a:solidFill>
                <a:latin typeface="Noto Sans CJK KR"/>
                <a:ea typeface="Noto Sans CJK KR"/>
                <a:cs typeface="Noto Sans CJK KR"/>
              </a:defRPr>
            </a:pPr>
            <a:r>
              <a:rPr sz="1350" b="1">
                <a:solidFill>
                  <a:srgbClr val="FFFFFF"/>
                </a:solidFill>
                <a:latin typeface="Noto Sans CJK KR"/>
                <a:ea typeface="Noto Sans CJK KR"/>
                <a:cs typeface="Noto Sans CJK KR"/>
              </a:rPr>
              <a:t>클라이언트가 보낸 역할 문자열이 아니라 서버가 확인한 세션과 멤버십이 검색 범위를 결정</a:t>
            </a:r>
          </a:p>
        </p:txBody>
      </p:sp>
      <p:sp>
        <p:nvSpPr>
          <p:cNvPr id="42" name="">
            <a:extLst xmlns:a="http://schemas.openxmlformats.org/drawingml/2006/main">
              <a:ext uri="{FF2B5EF4-FFF2-40B4-BE49-F238E27FC236}">
                <a16:creationId xmlns:a16="http://schemas.microsoft.com/office/drawing/2014/main" id="{E8D75EFE-1412-438B-84A6-1C8DAE247150}"/>
              </a:ext>
            </a:extLst>
          </p:cNvPr>
          <p:cNvSpPr>
            <a:spLocks xmlns:a="http://schemas.openxmlformats.org/drawingml/2006/main" noGrp="1"/>
          </p:cNvSpPr>
          <p:nvPr/>
        </p:nvSpPr>
        <p:spPr>
          <a:xfrm xmlns:a="http://schemas.openxmlformats.org/drawingml/2006/main">
            <a:off x="514350" y="6353175"/>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43" name="">
            <a:extLst xmlns:a="http://schemas.openxmlformats.org/drawingml/2006/main">
              <a:ext uri="{FF2B5EF4-FFF2-40B4-BE49-F238E27FC236}">
                <a16:creationId xmlns:a16="http://schemas.microsoft.com/office/drawing/2014/main" id="{40D85340-90D0-41AA-88C7-AD0E4A560296}"/>
              </a:ext>
            </a:extLst>
          </p:cNvPr>
          <p:cNvSpPr>
            <a:spLocks xmlns:a="http://schemas.openxmlformats.org/drawingml/2006/main" noGrp="1"/>
          </p:cNvSpPr>
          <p:nvPr/>
        </p:nvSpPr>
        <p:spPr>
          <a:xfrm xmlns:a="http://schemas.openxmlformats.org/drawingml/2006/main">
            <a:off x="533400" y="6457950"/>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0">
                <a:solidFill>
                  <a:srgbClr val="52657A"/>
                </a:solidFill>
                <a:latin typeface="Noto Sans CJK KR"/>
                <a:ea typeface="Noto Sans CJK KR"/>
                <a:cs typeface="Noto Sans CJK KR"/>
              </a:defRPr>
            </a:pPr>
            <a:r>
              <a:rPr sz="825" b="0">
                <a:solidFill>
                  <a:srgbClr val="52657A"/>
                </a:solidFill>
                <a:latin typeface="Noto Sans CJK KR"/>
                <a:ea typeface="Noto Sans CJK KR"/>
                <a:cs typeface="Noto Sans CJK KR"/>
              </a:rPr>
              <a:t>실제 생성에 사용한 근거와 탐지 입력 근거를 동일하게 유지</a:t>
            </a:r>
          </a:p>
        </p:txBody>
      </p:sp>
      <p:sp>
        <p:nvSpPr>
          <p:cNvPr id="44" name="">
            <a:extLst xmlns:a="http://schemas.openxmlformats.org/drawingml/2006/main">
              <a:ext uri="{FF2B5EF4-FFF2-40B4-BE49-F238E27FC236}">
                <a16:creationId xmlns:a16="http://schemas.microsoft.com/office/drawing/2014/main" id="{F492728A-DFE0-4C8F-820F-B77B57AB46E9}"/>
              </a:ext>
            </a:extLst>
          </p:cNvPr>
          <p:cNvSpPr>
            <a:spLocks xmlns:a="http://schemas.openxmlformats.org/drawingml/2006/main" noGrp="1"/>
          </p:cNvSpPr>
          <p:nvPr/>
        </p:nvSpPr>
        <p:spPr>
          <a:xfrm xmlns:a="http://schemas.openxmlformats.org/drawingml/2006/main">
            <a:off x="10001250" y="6457950"/>
            <a:ext cx="1676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1">
                <a:solidFill>
                  <a:srgbClr val="183B5B"/>
                </a:solidFill>
                <a:latin typeface="Noto Sans CJK KR"/>
                <a:ea typeface="Noto Sans CJK KR"/>
                <a:cs typeface="Noto Sans CJK KR"/>
              </a:defRPr>
            </a:pPr>
            <a:r>
              <a:rPr sz="825" b="1">
                <a:solidFill>
                  <a:srgbClr val="183B5B"/>
                </a:solidFill>
                <a:latin typeface="Noto Sans CJK KR"/>
                <a:ea typeface="Noto Sans CJK KR"/>
                <a:cs typeface="Noto Sans CJK KR"/>
              </a:rPr>
              <a:t>ASTRA · ko-LettuceDetect</a:t>
            </a:r>
          </a:p>
        </p:txBody>
      </p:sp>
    </p:spTree>
    <p:extLst>
      <p:ext uri="{BB962C8B-B14F-4D97-AF65-F5344CB8AC3E}">
        <p14:creationId xmlns:p14="http://schemas.microsoft.com/office/powerpoint/2010/main" val="1304782944"/>
      </p:ext>
    </p:extLst>
  </p:cSld>
</p:sld>
</file>

<file path=ppt/slides/slide1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84C9A59-84B9-417C-91A0-3BCD2709D9BB}"/>
              </a:ext>
            </a:extLst>
          </p:cNvPr>
          <p:cNvSpPr>
            <a:spLocks xmlns:a="http://schemas.openxmlformats.org/drawingml/2006/main" noGrp="1"/>
          </p:cNvSpPr>
          <p:nvPr/>
        </p:nvSpPr>
        <p:spPr>
          <a:xfrm xmlns:a="http://schemas.openxmlformats.org/drawingml/2006/main">
            <a:off x="5143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119C8B"/>
                </a:solidFill>
                <a:latin typeface="Noto Sans CJK KR"/>
                <a:ea typeface="Noto Sans CJK KR"/>
                <a:cs typeface="Noto Sans CJK KR"/>
              </a:defRPr>
            </a:pPr>
            <a:r>
              <a:rPr sz="975" b="1">
                <a:solidFill>
                  <a:srgbClr val="119C8B"/>
                </a:solidFill>
                <a:latin typeface="Noto Sans CJK KR"/>
                <a:ea typeface="Noto Sans CJK KR"/>
                <a:cs typeface="Noto Sans CJK KR"/>
              </a:rPr>
              <a:t>권한형 RAG</a:t>
            </a:r>
          </a:p>
        </p:txBody>
      </p:sp>
      <p:sp>
        <p:nvSpPr>
          <p:cNvPr id="2" name="">
            <a:extLst xmlns:a="http://schemas.openxmlformats.org/drawingml/2006/main">
              <a:ext uri="{FF2B5EF4-FFF2-40B4-BE49-F238E27FC236}">
                <a16:creationId xmlns:a16="http://schemas.microsoft.com/office/drawing/2014/main" id="{42C6E82D-FDBE-463D-B21E-58B61B60401B}"/>
              </a:ext>
            </a:extLst>
          </p:cNvPr>
          <p:cNvSpPr>
            <a:spLocks xmlns:a="http://schemas.openxmlformats.org/drawingml/2006/main" noGrp="1"/>
          </p:cNvSpPr>
          <p:nvPr/>
        </p:nvSpPr>
        <p:spPr>
          <a:xfrm xmlns:a="http://schemas.openxmlformats.org/drawingml/2006/main">
            <a:off x="514350" y="457200"/>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132238"/>
                </a:solidFill>
                <a:latin typeface="Noto Sans CJK KR"/>
                <a:ea typeface="Noto Sans CJK KR"/>
                <a:cs typeface="Noto Sans CJK KR"/>
              </a:defRPr>
            </a:pPr>
            <a:r>
              <a:rPr sz="2325" b="1">
                <a:solidFill>
                  <a:srgbClr val="132238"/>
                </a:solidFill>
                <a:latin typeface="Noto Sans CJK KR"/>
                <a:ea typeface="Noto Sans CJK KR"/>
                <a:cs typeface="Noto Sans CJK KR"/>
              </a:rPr>
              <a:t>역할·회사·tenant·시나리오를 함께 검사한다</a:t>
            </a:r>
          </a:p>
        </p:txBody>
      </p:sp>
      <p:sp>
        <p:nvSpPr>
          <p:cNvPr id="3" name="">
            <a:extLst xmlns:a="http://schemas.openxmlformats.org/drawingml/2006/main">
              <a:ext uri="{FF2B5EF4-FFF2-40B4-BE49-F238E27FC236}">
                <a16:creationId xmlns:a16="http://schemas.microsoft.com/office/drawing/2014/main" id="{FA662A4D-436D-4188-9600-CD3646953DFA}"/>
              </a:ext>
            </a:extLst>
          </p:cNvPr>
          <p:cNvSpPr>
            <a:spLocks xmlns:a="http://schemas.openxmlformats.org/drawingml/2006/main" noGrp="1"/>
          </p:cNvSpPr>
          <p:nvPr/>
        </p:nvSpPr>
        <p:spPr>
          <a:xfrm xmlns:a="http://schemas.openxmlformats.org/drawingml/2006/main">
            <a:off x="533400" y="923925"/>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2657A"/>
                </a:solidFill>
                <a:latin typeface="Noto Sans CJK KR"/>
                <a:ea typeface="Noto Sans CJK KR"/>
                <a:cs typeface="Noto Sans CJK KR"/>
              </a:defRPr>
            </a:pPr>
            <a:r>
              <a:rPr sz="1200" b="0">
                <a:solidFill>
                  <a:srgbClr val="52657A"/>
                </a:solidFill>
                <a:latin typeface="Noto Sans CJK KR"/>
                <a:ea typeface="Noto Sans CJK KR"/>
                <a:cs typeface="Noto Sans CJK KR"/>
              </a:rPr>
              <a:t>같은 역할이어도 다른 회사 문서나 승인되지 않은 시나리오는 검색하지 못함</a:t>
            </a:r>
          </a:p>
        </p:txBody>
      </p:sp>
      <p:sp>
        <p:nvSpPr>
          <p:cNvPr id="4" name="">
            <a:extLst xmlns:a="http://schemas.openxmlformats.org/drawingml/2006/main">
              <a:ext uri="{FF2B5EF4-FFF2-40B4-BE49-F238E27FC236}">
                <a16:creationId xmlns:a16="http://schemas.microsoft.com/office/drawing/2014/main" id="{26425C8A-86D6-4E0A-A73B-F82F631C822B}"/>
              </a:ext>
            </a:extLst>
          </p:cNvPr>
          <p:cNvSpPr>
            <a:spLocks xmlns:a="http://schemas.openxmlformats.org/drawingml/2006/main" noGrp="1"/>
          </p:cNvSpPr>
          <p:nvPr/>
        </p:nvSpPr>
        <p:spPr>
          <a:xfrm xmlns:a="http://schemas.openxmlformats.org/drawingml/2006/main">
            <a:off x="514350" y="1257300"/>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5" name="">
            <a:extLst xmlns:a="http://schemas.openxmlformats.org/drawingml/2006/main">
              <a:ext uri="{FF2B5EF4-FFF2-40B4-BE49-F238E27FC236}">
                <a16:creationId xmlns:a16="http://schemas.microsoft.com/office/drawing/2014/main" id="{7AA4A225-49C4-4F4A-B431-173898253831}"/>
              </a:ext>
            </a:extLst>
          </p:cNvPr>
          <p:cNvSpPr>
            <a:spLocks xmlns:a="http://schemas.openxmlformats.org/drawingml/2006/main" noGrp="1"/>
          </p:cNvSpPr>
          <p:nvPr/>
        </p:nvSpPr>
        <p:spPr>
          <a:xfrm xmlns:a="http://schemas.openxmlformats.org/drawingml/2006/main">
            <a:off x="11201400" y="209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52657A"/>
                </a:solidFill>
                <a:latin typeface="Noto Sans CJK KR"/>
                <a:ea typeface="Noto Sans CJK KR"/>
                <a:cs typeface="Noto Sans CJK KR"/>
              </a:defRPr>
            </a:pPr>
            <a:r>
              <a:rPr sz="975" b="1">
                <a:solidFill>
                  <a:srgbClr val="52657A"/>
                </a:solidFill>
                <a:latin typeface="Noto Sans CJK KR"/>
                <a:ea typeface="Noto Sans CJK KR"/>
                <a:cs typeface="Noto Sans CJK KR"/>
              </a:rPr>
              <a:t>17</a:t>
            </a:r>
          </a:p>
        </p:txBody>
      </p:sp>
      <p:graphicFrame>
        <p:nvGraphicFramePr>
          <p:cNvPr id="22" name=""/>
          <p:cNvGraphicFramePr/>
          <p:nvPr/>
        </p:nvGraphicFramePr>
        <p:xfrm>
          <a:off xmlns:a="http://schemas.openxmlformats.org/drawingml/2006/main" x="514350" y="1581150"/>
          <a:ext xmlns:a="http://schemas.openxmlformats.org/drawingml/2006/main" cx="7048500" cy="2914650"/>
        </p:xfrm>
        <a:graphic xmlns:a="http://schemas.openxmlformats.org/drawingml/2006/main">
          <a:graphicData uri="http://schemas.openxmlformats.org/drawingml/2006/table">
            <a:tbl>
              <a:tblPr/>
              <a:tblGrid>
                <a:gridCol w="1714500"/>
                <a:gridCol w="1143000"/>
                <a:gridCol w="1381125"/>
                <a:gridCol w="1381125"/>
                <a:gridCol w="1428750"/>
              </a:tblGrid>
              <a:tr h="582930">
                <a:tc>
                  <a:txBody>
                    <a:bodyPr/>
                    <a:lstStyle/>
                    <a:p>
                      <a:r>
                        <a:rPr sz="1125" b="1">
                          <a:solidFill>
                            <a:srgbClr val="FFFFFF"/>
                          </a:solidFill>
                          <a:latin typeface="Noto Sans CJK KR"/>
                          <a:ea typeface="Noto Sans CJK KR"/>
                          <a:cs typeface="Noto Sans CJK KR"/>
                        </a:rPr>
                        <a:t>역할</a:t>
                      </a:r>
                    </a:p>
                  </a:txBody>
                  <a:tcPr marL="76200" marR="76200" marT="57150" marB="57150" anchor="ctr">
                    <a:solidFill>
                      <a:srgbClr val="183B5B"/>
                    </a:solidFill>
                  </a:tcPr>
                </a:tc>
                <a:tc>
                  <a:txBody>
                    <a:bodyPr/>
                    <a:lstStyle/>
                    <a:p>
                      <a:r>
                        <a:rPr sz="1125" b="1">
                          <a:solidFill>
                            <a:srgbClr val="FFFFFF"/>
                          </a:solidFill>
                          <a:latin typeface="Noto Sans CJK KR"/>
                          <a:ea typeface="Noto Sans CJK KR"/>
                          <a:cs typeface="Noto Sans CJK KR"/>
                        </a:rPr>
                        <a:t>L1 공개</a:t>
                      </a:r>
                    </a:p>
                  </a:txBody>
                  <a:tcPr marL="76200" marR="76200" marT="57150" marB="57150" anchor="ctr">
                    <a:solidFill>
                      <a:srgbClr val="183B5B"/>
                    </a:solidFill>
                  </a:tcPr>
                </a:tc>
                <a:tc>
                  <a:txBody>
                    <a:bodyPr/>
                    <a:lstStyle/>
                    <a:p>
                      <a:r>
                        <a:rPr sz="1125" b="1">
                          <a:solidFill>
                            <a:srgbClr val="FFFFFF"/>
                          </a:solidFill>
                          <a:latin typeface="Noto Sans CJK KR"/>
                          <a:ea typeface="Noto Sans CJK KR"/>
                          <a:cs typeface="Noto Sans CJK KR"/>
                        </a:rPr>
                        <a:t>자기 회사 L2</a:t>
                      </a:r>
                    </a:p>
                  </a:txBody>
                  <a:tcPr marL="76200" marR="76200" marT="57150" marB="57150" anchor="ctr">
                    <a:solidFill>
                      <a:srgbClr val="183B5B"/>
                    </a:solidFill>
                  </a:tcPr>
                </a:tc>
                <a:tc>
                  <a:txBody>
                    <a:bodyPr/>
                    <a:lstStyle/>
                    <a:p>
                      <a:r>
                        <a:rPr sz="1125" b="1">
                          <a:solidFill>
                            <a:srgbClr val="FFFFFF"/>
                          </a:solidFill>
                          <a:latin typeface="Noto Sans CJK KR"/>
                          <a:ea typeface="Noto Sans CJK KR"/>
                          <a:cs typeface="Noto Sans CJK KR"/>
                        </a:rPr>
                        <a:t>자기 회사 L3</a:t>
                      </a:r>
                    </a:p>
                  </a:txBody>
                  <a:tcPr marL="76200" marR="76200" marT="57150" marB="57150" anchor="ctr">
                    <a:solidFill>
                      <a:srgbClr val="183B5B"/>
                    </a:solidFill>
                  </a:tcPr>
                </a:tc>
                <a:tc>
                  <a:txBody>
                    <a:bodyPr/>
                    <a:lstStyle/>
                    <a:p>
                      <a:r>
                        <a:rPr sz="1125" b="1">
                          <a:solidFill>
                            <a:srgbClr val="FFFFFF"/>
                          </a:solidFill>
                          <a:latin typeface="Noto Sans CJK KR"/>
                          <a:ea typeface="Noto Sans CJK KR"/>
                          <a:cs typeface="Noto Sans CJK KR"/>
                        </a:rPr>
                        <a:t>대표 업무</a:t>
                      </a:r>
                    </a:p>
                  </a:txBody>
                  <a:tcPr marL="76200" marR="76200" marT="57150" marB="57150" anchor="ctr">
                    <a:solidFill>
                      <a:srgbClr val="183B5B"/>
                    </a:solidFill>
                  </a:tcPr>
                </a:tc>
              </a:tr>
              <a:tr h="582930">
                <a:tc>
                  <a:txBody>
                    <a:bodyPr/>
                    <a:lstStyle/>
                    <a:p>
                      <a:r>
                        <a:rPr sz="1125">
                          <a:solidFill>
                            <a:srgbClr val="132238"/>
                          </a:solidFill>
                          <a:latin typeface="Noto Sans CJK KR"/>
                          <a:ea typeface="Noto Sans CJK KR"/>
                          <a:cs typeface="Noto Sans CJK KR"/>
                        </a:rPr>
                        <a:t>viewer</a:t>
                      </a:r>
                    </a:p>
                  </a:txBody>
                  <a:tcPr marL="76200" marR="76200" marT="57150" marB="57150" anchor="ctr">
                    <a:solidFill>
                      <a:srgbClr val="FFFFFF"/>
                    </a:solidFill>
                  </a:tcPr>
                </a:tc>
                <a:tc>
                  <a:txBody>
                    <a:bodyPr/>
                    <a:lstStyle/>
                    <a:p>
                      <a:r>
                        <a:rPr sz="1125">
                          <a:solidFill>
                            <a:srgbClr val="132238"/>
                          </a:solidFill>
                          <a:latin typeface="Noto Sans CJK KR"/>
                          <a:ea typeface="Noto Sans CJK KR"/>
                          <a:cs typeface="Noto Sans CJK KR"/>
                        </a:rPr>
                        <a:t>허용</a:t>
                      </a:r>
                    </a:p>
                  </a:txBody>
                  <a:tcPr marL="76200" marR="76200" marT="57150" marB="57150" anchor="ctr">
                    <a:solidFill>
                      <a:srgbClr val="FFFFFF"/>
                    </a:solidFill>
                  </a:tcPr>
                </a:tc>
                <a:tc>
                  <a:txBody>
                    <a:bodyPr/>
                    <a:lstStyle/>
                    <a:p>
                      <a:r>
                        <a:rPr sz="1125">
                          <a:solidFill>
                            <a:srgbClr val="132238"/>
                          </a:solidFill>
                          <a:latin typeface="Noto Sans CJK KR"/>
                          <a:ea typeface="Noto Sans CJK KR"/>
                          <a:cs typeface="Noto Sans CJK KR"/>
                        </a:rPr>
                        <a:t>차단</a:t>
                      </a:r>
                    </a:p>
                  </a:txBody>
                  <a:tcPr marL="76200" marR="76200" marT="57150" marB="57150" anchor="ctr">
                    <a:solidFill>
                      <a:srgbClr val="FFFFFF"/>
                    </a:solidFill>
                  </a:tcPr>
                </a:tc>
                <a:tc>
                  <a:txBody>
                    <a:bodyPr/>
                    <a:lstStyle/>
                    <a:p>
                      <a:r>
                        <a:rPr sz="1125">
                          <a:solidFill>
                            <a:srgbClr val="132238"/>
                          </a:solidFill>
                          <a:latin typeface="Noto Sans CJK KR"/>
                          <a:ea typeface="Noto Sans CJK KR"/>
                          <a:cs typeface="Noto Sans CJK KR"/>
                        </a:rPr>
                        <a:t>차단</a:t>
                      </a:r>
                    </a:p>
                  </a:txBody>
                  <a:tcPr marL="76200" marR="76200" marT="57150" marB="57150" anchor="ctr">
                    <a:solidFill>
                      <a:srgbClr val="FFFFFF"/>
                    </a:solidFill>
                  </a:tcPr>
                </a:tc>
                <a:tc>
                  <a:txBody>
                    <a:bodyPr/>
                    <a:lstStyle/>
                    <a:p>
                      <a:r>
                        <a:rPr sz="1125">
                          <a:solidFill>
                            <a:srgbClr val="132238"/>
                          </a:solidFill>
                          <a:latin typeface="Noto Sans CJK KR"/>
                          <a:ea typeface="Noto Sans CJK KR"/>
                          <a:cs typeface="Noto Sans CJK KR"/>
                        </a:rPr>
                        <a:t>공개 공고 확인</a:t>
                      </a:r>
                    </a:p>
                  </a:txBody>
                  <a:tcPr marL="76200" marR="76200" marT="57150" marB="57150" anchor="ctr">
                    <a:solidFill>
                      <a:srgbClr val="FFFFFF"/>
                    </a:solidFill>
                  </a:tcPr>
                </a:tc>
              </a:tr>
              <a:tr h="582930">
                <a:tc>
                  <a:txBody>
                    <a:bodyPr/>
                    <a:lstStyle/>
                    <a:p>
                      <a:r>
                        <a:rPr sz="1125">
                          <a:solidFill>
                            <a:srgbClr val="132238"/>
                          </a:solidFill>
                          <a:latin typeface="Noto Sans CJK KR"/>
                          <a:ea typeface="Noto Sans CJK KR"/>
                          <a:cs typeface="Noto Sans CJK KR"/>
                        </a:rPr>
                        <a:t>bid_analyst</a:t>
                      </a:r>
                    </a:p>
                  </a:txBody>
                  <a:tcPr marL="76200" marR="76200" marT="57150" marB="57150" anchor="ctr">
                    <a:solidFill>
                      <a:srgbClr val="FFFFFF"/>
                    </a:solidFill>
                  </a:tcPr>
                </a:tc>
                <a:tc>
                  <a:txBody>
                    <a:bodyPr/>
                    <a:lstStyle/>
                    <a:p>
                      <a:r>
                        <a:rPr sz="1125">
                          <a:solidFill>
                            <a:srgbClr val="132238"/>
                          </a:solidFill>
                          <a:latin typeface="Noto Sans CJK KR"/>
                          <a:ea typeface="Noto Sans CJK KR"/>
                          <a:cs typeface="Noto Sans CJK KR"/>
                        </a:rPr>
                        <a:t>허용</a:t>
                      </a:r>
                    </a:p>
                  </a:txBody>
                  <a:tcPr marL="76200" marR="76200" marT="57150" marB="57150" anchor="ctr">
                    <a:solidFill>
                      <a:srgbClr val="FFFFFF"/>
                    </a:solidFill>
                  </a:tcPr>
                </a:tc>
                <a:tc>
                  <a:txBody>
                    <a:bodyPr/>
                    <a:lstStyle/>
                    <a:p>
                      <a:r>
                        <a:rPr sz="1125">
                          <a:solidFill>
                            <a:srgbClr val="132238"/>
                          </a:solidFill>
                          <a:latin typeface="Noto Sans CJK KR"/>
                          <a:ea typeface="Noto Sans CJK KR"/>
                          <a:cs typeface="Noto Sans CJK KR"/>
                        </a:rPr>
                        <a:t>허용</a:t>
                      </a:r>
                    </a:p>
                  </a:txBody>
                  <a:tcPr marL="76200" marR="76200" marT="57150" marB="57150" anchor="ctr">
                    <a:solidFill>
                      <a:srgbClr val="FFFFFF"/>
                    </a:solidFill>
                  </a:tcPr>
                </a:tc>
                <a:tc>
                  <a:txBody>
                    <a:bodyPr/>
                    <a:lstStyle/>
                    <a:p>
                      <a:r>
                        <a:rPr sz="1125">
                          <a:solidFill>
                            <a:srgbClr val="132238"/>
                          </a:solidFill>
                          <a:latin typeface="Noto Sans CJK KR"/>
                          <a:ea typeface="Noto Sans CJK KR"/>
                          <a:cs typeface="Noto Sans CJK KR"/>
                        </a:rPr>
                        <a:t>차단</a:t>
                      </a:r>
                    </a:p>
                  </a:txBody>
                  <a:tcPr marL="76200" marR="76200" marT="57150" marB="57150" anchor="ctr">
                    <a:solidFill>
                      <a:srgbClr val="FFFFFF"/>
                    </a:solidFill>
                  </a:tcPr>
                </a:tc>
                <a:tc>
                  <a:txBody>
                    <a:bodyPr/>
                    <a:lstStyle/>
                    <a:p>
                      <a:r>
                        <a:rPr sz="1125">
                          <a:solidFill>
                            <a:srgbClr val="132238"/>
                          </a:solidFill>
                          <a:latin typeface="Noto Sans CJK KR"/>
                          <a:ea typeface="Noto Sans CJK KR"/>
                          <a:cs typeface="Noto Sans CJK KR"/>
                        </a:rPr>
                        <a:t>실적·인력·인증 검토</a:t>
                      </a:r>
                    </a:p>
                  </a:txBody>
                  <a:tcPr marL="76200" marR="76200" marT="57150" marB="57150" anchor="ctr">
                    <a:solidFill>
                      <a:srgbClr val="FFFFFF"/>
                    </a:solidFill>
                  </a:tcPr>
                </a:tc>
              </a:tr>
              <a:tr h="582930">
                <a:tc>
                  <a:txBody>
                    <a:bodyPr/>
                    <a:lstStyle/>
                    <a:p>
                      <a:r>
                        <a:rPr sz="1125">
                          <a:solidFill>
                            <a:srgbClr val="132238"/>
                          </a:solidFill>
                          <a:latin typeface="Noto Sans CJK KR"/>
                          <a:ea typeface="Noto Sans CJK KR"/>
                          <a:cs typeface="Noto Sans CJK KR"/>
                        </a:rPr>
                        <a:t>cost_analyst</a:t>
                      </a:r>
                    </a:p>
                  </a:txBody>
                  <a:tcPr marL="76200" marR="76200" marT="57150" marB="57150" anchor="ctr">
                    <a:solidFill>
                      <a:srgbClr val="FFFFFF"/>
                    </a:solidFill>
                  </a:tcPr>
                </a:tc>
                <a:tc>
                  <a:txBody>
                    <a:bodyPr/>
                    <a:lstStyle/>
                    <a:p>
                      <a:r>
                        <a:rPr sz="1125">
                          <a:solidFill>
                            <a:srgbClr val="132238"/>
                          </a:solidFill>
                          <a:latin typeface="Noto Sans CJK KR"/>
                          <a:ea typeface="Noto Sans CJK KR"/>
                          <a:cs typeface="Noto Sans CJK KR"/>
                        </a:rPr>
                        <a:t>허용</a:t>
                      </a:r>
                    </a:p>
                  </a:txBody>
                  <a:tcPr marL="76200" marR="76200" marT="57150" marB="57150" anchor="ctr">
                    <a:solidFill>
                      <a:srgbClr val="FFFFFF"/>
                    </a:solidFill>
                  </a:tcPr>
                </a:tc>
                <a:tc>
                  <a:txBody>
                    <a:bodyPr/>
                    <a:lstStyle/>
                    <a:p>
                      <a:r>
                        <a:rPr sz="1125">
                          <a:solidFill>
                            <a:srgbClr val="132238"/>
                          </a:solidFill>
                          <a:latin typeface="Noto Sans CJK KR"/>
                          <a:ea typeface="Noto Sans CJK KR"/>
                          <a:cs typeface="Noto Sans CJK KR"/>
                        </a:rPr>
                        <a:t>허용</a:t>
                      </a:r>
                    </a:p>
                  </a:txBody>
                  <a:tcPr marL="76200" marR="76200" marT="57150" marB="57150" anchor="ctr">
                    <a:solidFill>
                      <a:srgbClr val="FFFFFF"/>
                    </a:solidFill>
                  </a:tcPr>
                </a:tc>
                <a:tc>
                  <a:txBody>
                    <a:bodyPr/>
                    <a:lstStyle/>
                    <a:p>
                      <a:r>
                        <a:rPr sz="1125">
                          <a:solidFill>
                            <a:srgbClr val="132238"/>
                          </a:solidFill>
                          <a:latin typeface="Noto Sans CJK KR"/>
                          <a:ea typeface="Noto Sans CJK KR"/>
                          <a:cs typeface="Noto Sans CJK KR"/>
                        </a:rPr>
                        <a:t>허용</a:t>
                      </a:r>
                    </a:p>
                  </a:txBody>
                  <a:tcPr marL="76200" marR="76200" marT="57150" marB="57150" anchor="ctr">
                    <a:solidFill>
                      <a:srgbClr val="FFFFFF"/>
                    </a:solidFill>
                  </a:tcPr>
                </a:tc>
                <a:tc>
                  <a:txBody>
                    <a:bodyPr/>
                    <a:lstStyle/>
                    <a:p>
                      <a:r>
                        <a:rPr sz="1125">
                          <a:solidFill>
                            <a:srgbClr val="132238"/>
                          </a:solidFill>
                          <a:latin typeface="Noto Sans CJK KR"/>
                          <a:ea typeface="Noto Sans CJK KR"/>
                          <a:cs typeface="Noto Sans CJK KR"/>
                        </a:rPr>
                        <a:t>원가·견적 검토</a:t>
                      </a:r>
                    </a:p>
                  </a:txBody>
                  <a:tcPr marL="76200" marR="76200" marT="57150" marB="57150" anchor="ctr">
                    <a:solidFill>
                      <a:srgbClr val="FFFFFF"/>
                    </a:solidFill>
                  </a:tcPr>
                </a:tc>
              </a:tr>
              <a:tr h="582930">
                <a:tc>
                  <a:txBody>
                    <a:bodyPr/>
                    <a:lstStyle/>
                    <a:p>
                      <a:r>
                        <a:rPr sz="1125">
                          <a:solidFill>
                            <a:srgbClr val="132238"/>
                          </a:solidFill>
                          <a:latin typeface="Noto Sans CJK KR"/>
                          <a:ea typeface="Noto Sans CJK KR"/>
                          <a:cs typeface="Noto Sans CJK KR"/>
                        </a:rPr>
                        <a:t>bid_approver</a:t>
                      </a:r>
                    </a:p>
                  </a:txBody>
                  <a:tcPr marL="76200" marR="76200" marT="57150" marB="57150" anchor="ctr">
                    <a:solidFill>
                      <a:srgbClr val="FFFFFF"/>
                    </a:solidFill>
                  </a:tcPr>
                </a:tc>
                <a:tc>
                  <a:txBody>
                    <a:bodyPr/>
                    <a:lstStyle/>
                    <a:p>
                      <a:r>
                        <a:rPr sz="1125">
                          <a:solidFill>
                            <a:srgbClr val="132238"/>
                          </a:solidFill>
                          <a:latin typeface="Noto Sans CJK KR"/>
                          <a:ea typeface="Noto Sans CJK KR"/>
                          <a:cs typeface="Noto Sans CJK KR"/>
                        </a:rPr>
                        <a:t>허용</a:t>
                      </a:r>
                    </a:p>
                  </a:txBody>
                  <a:tcPr marL="76200" marR="76200" marT="57150" marB="57150" anchor="ctr">
                    <a:solidFill>
                      <a:srgbClr val="FFFFFF"/>
                    </a:solidFill>
                  </a:tcPr>
                </a:tc>
                <a:tc>
                  <a:txBody>
                    <a:bodyPr/>
                    <a:lstStyle/>
                    <a:p>
                      <a:r>
                        <a:rPr sz="1125">
                          <a:solidFill>
                            <a:srgbClr val="132238"/>
                          </a:solidFill>
                          <a:latin typeface="Noto Sans CJK KR"/>
                          <a:ea typeface="Noto Sans CJK KR"/>
                          <a:cs typeface="Noto Sans CJK KR"/>
                        </a:rPr>
                        <a:t>허용</a:t>
                      </a:r>
                    </a:p>
                  </a:txBody>
                  <a:tcPr marL="76200" marR="76200" marT="57150" marB="57150" anchor="ctr">
                    <a:solidFill>
                      <a:srgbClr val="FFFFFF"/>
                    </a:solidFill>
                  </a:tcPr>
                </a:tc>
                <a:tc>
                  <a:txBody>
                    <a:bodyPr/>
                    <a:lstStyle/>
                    <a:p>
                      <a:r>
                        <a:rPr sz="1125">
                          <a:solidFill>
                            <a:srgbClr val="132238"/>
                          </a:solidFill>
                          <a:latin typeface="Noto Sans CJK KR"/>
                          <a:ea typeface="Noto Sans CJK KR"/>
                          <a:cs typeface="Noto Sans CJK KR"/>
                        </a:rPr>
                        <a:t>허용</a:t>
                      </a:r>
                    </a:p>
                  </a:txBody>
                  <a:tcPr marL="76200" marR="76200" marT="57150" marB="57150" anchor="ctr">
                    <a:solidFill>
                      <a:srgbClr val="FFFFFF"/>
                    </a:solidFill>
                  </a:tcPr>
                </a:tc>
                <a:tc>
                  <a:txBody>
                    <a:bodyPr/>
                    <a:lstStyle/>
                    <a:p>
                      <a:r>
                        <a:rPr sz="1125">
                          <a:solidFill>
                            <a:srgbClr val="132238"/>
                          </a:solidFill>
                          <a:latin typeface="Noto Sans CJK KR"/>
                          <a:ea typeface="Noto Sans CJK KR"/>
                          <a:cs typeface="Noto Sans CJK KR"/>
                        </a:rPr>
                        <a:t>투찰 승인 검토</a:t>
                      </a:r>
                    </a:p>
                  </a:txBody>
                  <a:tcPr marL="76200" marR="76200" marT="57150" marB="5715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F8EB0603-65FA-4008-937D-5AAACAFE05B1}"/>
              </a:ext>
            </a:extLst>
          </p:cNvPr>
          <p:cNvSpPr>
            <a:spLocks xmlns:a="http://schemas.openxmlformats.org/drawingml/2006/main" noGrp="1"/>
          </p:cNvSpPr>
          <p:nvPr/>
        </p:nvSpPr>
        <p:spPr>
          <a:xfrm xmlns:a="http://schemas.openxmlformats.org/drawingml/2006/main">
            <a:off x="7905750" y="1581150"/>
            <a:ext cx="3771900" cy="2914650"/>
          </a:xfrm>
          <a:prstGeom xmlns:a="http://schemas.openxmlformats.org/drawingml/2006/main" prst="roundRect">
            <a:avLst>
              <a:gd name="adj" fmla="val 2614"/>
            </a:avLst>
          </a:prstGeom>
          <a:solidFill xmlns:a="http://schemas.openxmlformats.org/drawingml/2006/main">
            <a:srgbClr val="FFFFFF"/>
          </a:solidFill>
          <a:ln xmlns:a="http://schemas.openxmlformats.org/drawingml/2006/main" w="9525">
            <a:solidFill>
              <a:srgbClr val="CFD9E6"/>
            </a:solidFill>
          </a:ln>
        </p:spPr>
      </p:sp>
      <p:sp>
        <p:nvSpPr>
          <p:cNvPr id="8" name="">
            <a:extLst xmlns:a="http://schemas.openxmlformats.org/drawingml/2006/main">
              <a:ext uri="{FF2B5EF4-FFF2-40B4-BE49-F238E27FC236}">
                <a16:creationId xmlns:a16="http://schemas.microsoft.com/office/drawing/2014/main" id="{D601BD04-F780-4628-882F-D003A44CA958}"/>
              </a:ext>
            </a:extLst>
          </p:cNvPr>
          <p:cNvSpPr>
            <a:spLocks xmlns:a="http://schemas.openxmlformats.org/drawingml/2006/main" noGrp="1"/>
          </p:cNvSpPr>
          <p:nvPr/>
        </p:nvSpPr>
        <p:spPr>
          <a:xfrm xmlns:a="http://schemas.openxmlformats.org/drawingml/2006/main">
            <a:off x="8096250" y="1762125"/>
            <a:ext cx="190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1">
                <a:solidFill>
                  <a:srgbClr val="183B5B"/>
                </a:solidFill>
                <a:latin typeface="Noto Sans CJK KR"/>
                <a:ea typeface="Noto Sans CJK KR"/>
                <a:cs typeface="Noto Sans CJK KR"/>
              </a:defRPr>
            </a:pPr>
            <a:r>
              <a:rPr sz="1425" b="1">
                <a:solidFill>
                  <a:srgbClr val="183B5B"/>
                </a:solidFill>
                <a:latin typeface="Noto Sans CJK KR"/>
                <a:ea typeface="Noto Sans CJK KR"/>
                <a:cs typeface="Noto Sans CJK KR"/>
              </a:rPr>
              <a:t>서버 검사 항목</a:t>
            </a:r>
          </a:p>
        </p:txBody>
      </p:sp>
      <p:sp>
        <p:nvSpPr>
          <p:cNvPr id="9" name="">
            <a:extLst xmlns:a="http://schemas.openxmlformats.org/drawingml/2006/main">
              <a:ext uri="{FF2B5EF4-FFF2-40B4-BE49-F238E27FC236}">
                <a16:creationId xmlns:a16="http://schemas.microsoft.com/office/drawing/2014/main" id="{DE1C2565-A037-4FE2-B3CB-4E44FE58EA4D}"/>
              </a:ext>
            </a:extLst>
          </p:cNvPr>
          <p:cNvSpPr>
            <a:spLocks xmlns:a="http://schemas.openxmlformats.org/drawingml/2006/main" noGrp="1"/>
          </p:cNvSpPr>
          <p:nvPr/>
        </p:nvSpPr>
        <p:spPr>
          <a:xfrm xmlns:a="http://schemas.openxmlformats.org/drawingml/2006/main">
            <a:off x="8096250" y="2238375"/>
            <a:ext cx="3181350"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177800" indent="-88900">
              <a:spcAft>
                <a:spcPts val="600"/>
              </a:spcAft>
              <a:buChar char="•"/>
              <a:defRPr sz="1200" b="0">
                <a:solidFill>
                  <a:srgbClr val="132238"/>
                </a:solidFill>
                <a:latin typeface="Noto Sans CJK KR"/>
                <a:ea typeface="Noto Sans CJK KR"/>
                <a:cs typeface="Noto Sans CJK KR"/>
              </a:defRPr>
            </a:pPr>
            <a:r>
              <a:rPr sz="1200" b="0">
                <a:solidFill>
                  <a:srgbClr val="132238"/>
                </a:solidFill>
                <a:latin typeface="Noto Sans CJK KR"/>
                <a:ea typeface="Noto Sans CJK KR"/>
                <a:cs typeface="Noto Sans CJK KR"/>
              </a:rPr>
              <a:t>authenticated = true</a:t>
            </a:r>
          </a:p>
          <a:p xmlns:a="http://schemas.openxmlformats.org/drawingml/2006/main">
            <a:pPr marL="177800" indent="-88900">
              <a:spcAft>
                <a:spcPts val="600"/>
              </a:spcAft>
              <a:buChar char="•"/>
              <a:defRPr sz="1200" b="0">
                <a:solidFill>
                  <a:srgbClr val="132238"/>
                </a:solidFill>
                <a:latin typeface="Noto Sans CJK KR"/>
                <a:ea typeface="Noto Sans CJK KR"/>
                <a:cs typeface="Noto Sans CJK KR"/>
              </a:defRPr>
            </a:pPr>
            <a:r>
              <a:rPr sz="1200" b="0">
                <a:solidFill>
                  <a:srgbClr val="132238"/>
                </a:solidFill>
                <a:latin typeface="Noto Sans CJK KR"/>
                <a:ea typeface="Noto Sans CJK KR"/>
                <a:cs typeface="Noto Sans CJK KR"/>
              </a:rPr>
              <a:t>membership_active = true</a:t>
            </a:r>
          </a:p>
          <a:p xmlns:a="http://schemas.openxmlformats.org/drawingml/2006/main">
            <a:pPr marL="177800" indent="-88900">
              <a:spcAft>
                <a:spcPts val="600"/>
              </a:spcAft>
              <a:buChar char="•"/>
              <a:defRPr sz="1200" b="0">
                <a:solidFill>
                  <a:srgbClr val="132238"/>
                </a:solidFill>
                <a:latin typeface="Noto Sans CJK KR"/>
                <a:ea typeface="Noto Sans CJK KR"/>
                <a:cs typeface="Noto Sans CJK KR"/>
              </a:defRPr>
            </a:pPr>
            <a:r>
              <a:rPr sz="1200" b="0">
                <a:solidFill>
                  <a:srgbClr val="132238"/>
                </a:solidFill>
                <a:latin typeface="Noto Sans CJK KR"/>
                <a:ea typeface="Noto Sans CJK KR"/>
                <a:cs typeface="Noto Sans CJK KR"/>
              </a:rPr>
              <a:t>tenant_id 일치</a:t>
            </a:r>
          </a:p>
          <a:p xmlns:a="http://schemas.openxmlformats.org/drawingml/2006/main">
            <a:pPr marL="177800" indent="-88900">
              <a:spcAft>
                <a:spcPts val="600"/>
              </a:spcAft>
              <a:buChar char="•"/>
              <a:defRPr sz="1200" b="0">
                <a:solidFill>
                  <a:srgbClr val="132238"/>
                </a:solidFill>
                <a:latin typeface="Noto Sans CJK KR"/>
                <a:ea typeface="Noto Sans CJK KR"/>
                <a:cs typeface="Noto Sans CJK KR"/>
              </a:defRPr>
            </a:pPr>
            <a:r>
              <a:rPr sz="1200" b="0">
                <a:solidFill>
                  <a:srgbClr val="132238"/>
                </a:solidFill>
                <a:latin typeface="Noto Sans CJK KR"/>
                <a:ea typeface="Noto Sans CJK KR"/>
                <a:cs typeface="Noto Sans CJK KR"/>
              </a:rPr>
              <a:t>company_id 일치</a:t>
            </a:r>
          </a:p>
          <a:p xmlns:a="http://schemas.openxmlformats.org/drawingml/2006/main">
            <a:pPr marL="177800" indent="-88900">
              <a:spcAft>
                <a:spcPts val="600"/>
              </a:spcAft>
              <a:buChar char="•"/>
              <a:defRPr sz="1200" b="0">
                <a:solidFill>
                  <a:srgbClr val="132238"/>
                </a:solidFill>
                <a:latin typeface="Noto Sans CJK KR"/>
                <a:ea typeface="Noto Sans CJK KR"/>
                <a:cs typeface="Noto Sans CJK KR"/>
              </a:defRPr>
            </a:pPr>
            <a:r>
              <a:rPr sz="1200" b="0">
                <a:solidFill>
                  <a:srgbClr val="132238"/>
                </a:solidFill>
                <a:latin typeface="Noto Sans CJK KR"/>
                <a:ea typeface="Noto Sans CJK KR"/>
                <a:cs typeface="Noto Sans CJK KR"/>
              </a:rPr>
              <a:t>role이 문서 allowed_roles에 포함</a:t>
            </a:r>
          </a:p>
          <a:p xmlns:a="http://schemas.openxmlformats.org/drawingml/2006/main">
            <a:pPr marL="177800" indent="-88900">
              <a:spcAft>
                <a:spcPts val="600"/>
              </a:spcAft>
              <a:buChar char="•"/>
              <a:defRPr sz="1200" b="0">
                <a:solidFill>
                  <a:srgbClr val="132238"/>
                </a:solidFill>
                <a:latin typeface="Noto Sans CJK KR"/>
                <a:ea typeface="Noto Sans CJK KR"/>
                <a:cs typeface="Noto Sans CJK KR"/>
              </a:defRPr>
            </a:pPr>
            <a:r>
              <a:rPr sz="1200" b="0">
                <a:solidFill>
                  <a:srgbClr val="132238"/>
                </a:solidFill>
                <a:latin typeface="Noto Sans CJK KR"/>
                <a:ea typeface="Noto Sans CJK KR"/>
                <a:cs typeface="Noto Sans CJK KR"/>
              </a:rPr>
              <a:t>scenario_id와 기준일 유효</a:t>
            </a:r>
          </a:p>
        </p:txBody>
      </p:sp>
      <p:sp>
        <p:nvSpPr>
          <p:cNvPr id="10" name="">
            <a:extLst xmlns:a="http://schemas.openxmlformats.org/drawingml/2006/main">
              <a:ext uri="{FF2B5EF4-FFF2-40B4-BE49-F238E27FC236}">
                <a16:creationId xmlns:a16="http://schemas.microsoft.com/office/drawing/2014/main" id="{95B292AA-804A-46C5-8C99-4A09A3304255}"/>
              </a:ext>
            </a:extLst>
          </p:cNvPr>
          <p:cNvSpPr>
            <a:spLocks xmlns:a="http://schemas.openxmlformats.org/drawingml/2006/main" noGrp="1"/>
          </p:cNvSpPr>
          <p:nvPr/>
        </p:nvSpPr>
        <p:spPr>
          <a:xfrm xmlns:a="http://schemas.openxmlformats.org/drawingml/2006/main">
            <a:off x="514350" y="4752975"/>
            <a:ext cx="11163300" cy="781050"/>
          </a:xfrm>
          <a:prstGeom xmlns:a="http://schemas.openxmlformats.org/drawingml/2006/main" prst="roundRect">
            <a:avLst>
              <a:gd name="adj" fmla="val 9756"/>
            </a:avLst>
          </a:prstGeom>
          <a:solidFill xmlns:a="http://schemas.openxmlformats.org/drawingml/2006/main">
            <a:srgbClr val="FCEBE9"/>
          </a:solidFill>
          <a:ln xmlns:a="http://schemas.openxmlformats.org/drawingml/2006/main" w="9525">
            <a:solidFill>
              <a:srgbClr val="EFBBB5"/>
            </a:solidFill>
          </a:ln>
        </p:spPr>
      </p:sp>
      <p:sp>
        <p:nvSpPr>
          <p:cNvPr id="11" name="">
            <a:extLst xmlns:a="http://schemas.openxmlformats.org/drawingml/2006/main">
              <a:ext uri="{FF2B5EF4-FFF2-40B4-BE49-F238E27FC236}">
                <a16:creationId xmlns:a16="http://schemas.microsoft.com/office/drawing/2014/main" id="{EB15441A-08BA-4D4F-A3A3-DF65FB386292}"/>
              </a:ext>
            </a:extLst>
          </p:cNvPr>
          <p:cNvSpPr>
            <a:spLocks xmlns:a="http://schemas.openxmlformats.org/drawingml/2006/main" noGrp="1"/>
          </p:cNvSpPr>
          <p:nvPr/>
        </p:nvSpPr>
        <p:spPr>
          <a:xfrm xmlns:a="http://schemas.openxmlformats.org/drawingml/2006/main">
            <a:off x="704850" y="4895850"/>
            <a:ext cx="171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D9564A"/>
                </a:solidFill>
                <a:latin typeface="Noto Sans CJK KR"/>
                <a:ea typeface="Noto Sans CJK KR"/>
                <a:cs typeface="Noto Sans CJK KR"/>
              </a:defRPr>
            </a:pPr>
            <a:r>
              <a:rPr sz="1275" b="1">
                <a:solidFill>
                  <a:srgbClr val="D9564A"/>
                </a:solidFill>
                <a:latin typeface="Noto Sans CJK KR"/>
                <a:ea typeface="Noto Sans CJK KR"/>
                <a:cs typeface="Noto Sans CJK KR"/>
              </a:rPr>
              <a:t>차단은 정상 결과다</a:t>
            </a:r>
          </a:p>
        </p:txBody>
      </p:sp>
      <p:sp>
        <p:nvSpPr>
          <p:cNvPr id="12" name="">
            <a:extLst xmlns:a="http://schemas.openxmlformats.org/drawingml/2006/main">
              <a:ext uri="{FF2B5EF4-FFF2-40B4-BE49-F238E27FC236}">
                <a16:creationId xmlns:a16="http://schemas.microsoft.com/office/drawing/2014/main" id="{E3540431-DC88-4645-ADC7-88244B90F9D0}"/>
              </a:ext>
            </a:extLst>
          </p:cNvPr>
          <p:cNvSpPr>
            <a:spLocks xmlns:a="http://schemas.openxmlformats.org/drawingml/2006/main" noGrp="1"/>
          </p:cNvSpPr>
          <p:nvPr/>
        </p:nvSpPr>
        <p:spPr>
          <a:xfrm xmlns:a="http://schemas.openxmlformats.org/drawingml/2006/main">
            <a:off x="2438400" y="4876800"/>
            <a:ext cx="8934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132238"/>
                </a:solidFill>
                <a:latin typeface="Noto Sans CJK KR"/>
                <a:ea typeface="Noto Sans CJK KR"/>
                <a:cs typeface="Noto Sans CJK KR"/>
              </a:defRPr>
            </a:pPr>
            <a:r>
              <a:rPr sz="1275" b="1">
                <a:solidFill>
                  <a:srgbClr val="132238"/>
                </a:solidFill>
                <a:latin typeface="Noto Sans CJK KR"/>
                <a:ea typeface="Noto Sans CJK KR"/>
                <a:cs typeface="Noto Sans CJK KR"/>
              </a:rPr>
              <a:t>평가 300건 중 5건은 권한 정책에 따라 LLM을 호출하지 않고 access_denied로 기록했다.</a:t>
            </a:r>
          </a:p>
        </p:txBody>
      </p:sp>
      <p:sp>
        <p:nvSpPr>
          <p:cNvPr id="13" name="">
            <a:extLst xmlns:a="http://schemas.openxmlformats.org/drawingml/2006/main">
              <a:ext uri="{FF2B5EF4-FFF2-40B4-BE49-F238E27FC236}">
                <a16:creationId xmlns:a16="http://schemas.microsoft.com/office/drawing/2014/main" id="{0EB98EC5-9E9A-48DD-A374-31B0CFA65786}"/>
              </a:ext>
            </a:extLst>
          </p:cNvPr>
          <p:cNvSpPr>
            <a:spLocks xmlns:a="http://schemas.openxmlformats.org/drawingml/2006/main" noGrp="1"/>
          </p:cNvSpPr>
          <p:nvPr/>
        </p:nvSpPr>
        <p:spPr>
          <a:xfrm xmlns:a="http://schemas.openxmlformats.org/drawingml/2006/main">
            <a:off x="2438400" y="5191125"/>
            <a:ext cx="8934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차단 답변을 빈 답변이나 모델 실패로 집계하지 않는다.</a:t>
            </a:r>
          </a:p>
        </p:txBody>
      </p:sp>
      <p:sp>
        <p:nvSpPr>
          <p:cNvPr id="14" name="">
            <a:extLst xmlns:a="http://schemas.openxmlformats.org/drawingml/2006/main">
              <a:ext uri="{FF2B5EF4-FFF2-40B4-BE49-F238E27FC236}">
                <a16:creationId xmlns:a16="http://schemas.microsoft.com/office/drawing/2014/main" id="{EE4C099E-8840-4C1D-8072-10443911D33E}"/>
              </a:ext>
            </a:extLst>
          </p:cNvPr>
          <p:cNvSpPr>
            <a:spLocks xmlns:a="http://schemas.openxmlformats.org/drawingml/2006/main" noGrp="1"/>
          </p:cNvSpPr>
          <p:nvPr/>
        </p:nvSpPr>
        <p:spPr>
          <a:xfrm xmlns:a="http://schemas.openxmlformats.org/drawingml/2006/main">
            <a:off x="514350" y="6353175"/>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15" name="">
            <a:extLst xmlns:a="http://schemas.openxmlformats.org/drawingml/2006/main">
              <a:ext uri="{FF2B5EF4-FFF2-40B4-BE49-F238E27FC236}">
                <a16:creationId xmlns:a16="http://schemas.microsoft.com/office/drawing/2014/main" id="{E8BAF47C-8A62-4E64-BD2E-900FFF74FF7F}"/>
              </a:ext>
            </a:extLst>
          </p:cNvPr>
          <p:cNvSpPr>
            <a:spLocks xmlns:a="http://schemas.openxmlformats.org/drawingml/2006/main" noGrp="1"/>
          </p:cNvSpPr>
          <p:nvPr/>
        </p:nvSpPr>
        <p:spPr>
          <a:xfrm xmlns:a="http://schemas.openxmlformats.org/drawingml/2006/main">
            <a:off x="533400" y="6457950"/>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0">
                <a:solidFill>
                  <a:srgbClr val="52657A"/>
                </a:solidFill>
                <a:latin typeface="Noto Sans CJK KR"/>
                <a:ea typeface="Noto Sans CJK KR"/>
                <a:cs typeface="Noto Sans CJK KR"/>
              </a:defRPr>
            </a:pPr>
            <a:r>
              <a:rPr sz="825" b="0">
                <a:solidFill>
                  <a:srgbClr val="52657A"/>
                </a:solidFill>
                <a:latin typeface="Noto Sans CJK KR"/>
                <a:ea typeface="Noto Sans CJK KR"/>
                <a:cs typeface="Noto Sans CJK KR"/>
              </a:rPr>
              <a:t>파일럿 역할 정책 구현 · 운영용 인증·인가 및 감사로그는 후속 연결 범위</a:t>
            </a:r>
          </a:p>
        </p:txBody>
      </p:sp>
      <p:sp>
        <p:nvSpPr>
          <p:cNvPr id="16" name="">
            <a:extLst xmlns:a="http://schemas.openxmlformats.org/drawingml/2006/main">
              <a:ext uri="{FF2B5EF4-FFF2-40B4-BE49-F238E27FC236}">
                <a16:creationId xmlns:a16="http://schemas.microsoft.com/office/drawing/2014/main" id="{76E53AC1-C429-4363-9B11-957AB2CC237B}"/>
              </a:ext>
            </a:extLst>
          </p:cNvPr>
          <p:cNvSpPr>
            <a:spLocks xmlns:a="http://schemas.openxmlformats.org/drawingml/2006/main" noGrp="1"/>
          </p:cNvSpPr>
          <p:nvPr/>
        </p:nvSpPr>
        <p:spPr>
          <a:xfrm xmlns:a="http://schemas.openxmlformats.org/drawingml/2006/main">
            <a:off x="10001250" y="6457950"/>
            <a:ext cx="1676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1">
                <a:solidFill>
                  <a:srgbClr val="183B5B"/>
                </a:solidFill>
                <a:latin typeface="Noto Sans CJK KR"/>
                <a:ea typeface="Noto Sans CJK KR"/>
                <a:cs typeface="Noto Sans CJK KR"/>
              </a:defRPr>
            </a:pPr>
            <a:r>
              <a:rPr sz="825" b="1">
                <a:solidFill>
                  <a:srgbClr val="183B5B"/>
                </a:solidFill>
                <a:latin typeface="Noto Sans CJK KR"/>
                <a:ea typeface="Noto Sans CJK KR"/>
                <a:cs typeface="Noto Sans CJK KR"/>
              </a:rPr>
              <a:t>ASTRA · ko-LettuceDetect</a:t>
            </a:r>
          </a:p>
        </p:txBody>
      </p:sp>
    </p:spTree>
    <p:extLst>
      <p:ext uri="{BB962C8B-B14F-4D97-AF65-F5344CB8AC3E}">
        <p14:creationId xmlns:p14="http://schemas.microsoft.com/office/powerpoint/2010/main" val="109077356"/>
      </p:ext>
    </p:extLst>
  </p:cSld>
</p:sld>
</file>

<file path=ppt/slides/slide1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5CD214AC-6879-471F-A827-ACD0F21C5D7D}"/>
              </a:ext>
            </a:extLst>
          </p:cNvPr>
          <p:cNvSpPr>
            <a:spLocks xmlns:a="http://schemas.openxmlformats.org/drawingml/2006/main" noGrp="1"/>
          </p:cNvSpPr>
          <p:nvPr/>
        </p:nvSpPr>
        <p:spPr>
          <a:xfrm xmlns:a="http://schemas.openxmlformats.org/drawingml/2006/main">
            <a:off x="5143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119C8B"/>
                </a:solidFill>
                <a:latin typeface="Noto Sans CJK KR"/>
                <a:ea typeface="Noto Sans CJK KR"/>
                <a:cs typeface="Noto Sans CJK KR"/>
              </a:defRPr>
            </a:pPr>
            <a:r>
              <a:rPr sz="975" b="1">
                <a:solidFill>
                  <a:srgbClr val="119C8B"/>
                </a:solidFill>
                <a:latin typeface="Noto Sans CJK KR"/>
                <a:ea typeface="Noto Sans CJK KR"/>
                <a:cs typeface="Noto Sans CJK KR"/>
              </a:rPr>
              <a:t>권한형 RAG</a:t>
            </a:r>
          </a:p>
        </p:txBody>
      </p:sp>
      <p:sp>
        <p:nvSpPr>
          <p:cNvPr id="2" name="">
            <a:extLst xmlns:a="http://schemas.openxmlformats.org/drawingml/2006/main">
              <a:ext uri="{FF2B5EF4-FFF2-40B4-BE49-F238E27FC236}">
                <a16:creationId xmlns:a16="http://schemas.microsoft.com/office/drawing/2014/main" id="{83C2D329-EFFB-41D9-93BA-0D6DA48B1D7B}"/>
              </a:ext>
            </a:extLst>
          </p:cNvPr>
          <p:cNvSpPr>
            <a:spLocks xmlns:a="http://schemas.openxmlformats.org/drawingml/2006/main" noGrp="1"/>
          </p:cNvSpPr>
          <p:nvPr/>
        </p:nvSpPr>
        <p:spPr>
          <a:xfrm xmlns:a="http://schemas.openxmlformats.org/drawingml/2006/main">
            <a:off x="514350" y="457200"/>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132238"/>
                </a:solidFill>
                <a:latin typeface="Noto Sans CJK KR"/>
                <a:ea typeface="Noto Sans CJK KR"/>
                <a:cs typeface="Noto Sans CJK KR"/>
              </a:defRPr>
            </a:pPr>
            <a:r>
              <a:rPr sz="2325" b="1">
                <a:solidFill>
                  <a:srgbClr val="132238"/>
                </a:solidFill>
                <a:latin typeface="Noto Sans CJK KR"/>
                <a:ea typeface="Noto Sans CJK KR"/>
                <a:cs typeface="Noto Sans CJK KR"/>
              </a:rPr>
              <a:t>권한 필터는 검색 순위 계산보다 먼저 실행된다</a:t>
            </a:r>
          </a:p>
        </p:txBody>
      </p:sp>
      <p:sp>
        <p:nvSpPr>
          <p:cNvPr id="3" name="">
            <a:extLst xmlns:a="http://schemas.openxmlformats.org/drawingml/2006/main">
              <a:ext uri="{FF2B5EF4-FFF2-40B4-BE49-F238E27FC236}">
                <a16:creationId xmlns:a16="http://schemas.microsoft.com/office/drawing/2014/main" id="{57A5E28A-C323-4E4E-A53C-5BD715717D18}"/>
              </a:ext>
            </a:extLst>
          </p:cNvPr>
          <p:cNvSpPr>
            <a:spLocks xmlns:a="http://schemas.openxmlformats.org/drawingml/2006/main" noGrp="1"/>
          </p:cNvSpPr>
          <p:nvPr/>
        </p:nvSpPr>
        <p:spPr>
          <a:xfrm xmlns:a="http://schemas.openxmlformats.org/drawingml/2006/main">
            <a:off x="533400" y="923925"/>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2657A"/>
                </a:solidFill>
                <a:latin typeface="Noto Sans CJK KR"/>
                <a:ea typeface="Noto Sans CJK KR"/>
                <a:cs typeface="Noto Sans CJK KR"/>
              </a:defRPr>
            </a:pPr>
            <a:r>
              <a:rPr sz="1200" b="0">
                <a:solidFill>
                  <a:srgbClr val="52657A"/>
                </a:solidFill>
                <a:latin typeface="Noto Sans CJK KR"/>
                <a:ea typeface="Noto Sans CJK KR"/>
                <a:cs typeface="Noto Sans CJK KR"/>
              </a:rPr>
              <a:t>전역 검색 후 화면에서 숨기는 방식보다 데이터 경계를 앞단에서 강제</a:t>
            </a:r>
          </a:p>
        </p:txBody>
      </p:sp>
      <p:sp>
        <p:nvSpPr>
          <p:cNvPr id="4" name="">
            <a:extLst xmlns:a="http://schemas.openxmlformats.org/drawingml/2006/main">
              <a:ext uri="{FF2B5EF4-FFF2-40B4-BE49-F238E27FC236}">
                <a16:creationId xmlns:a16="http://schemas.microsoft.com/office/drawing/2014/main" id="{AA91027A-31D8-49B5-99BA-9C94A83520DD}"/>
              </a:ext>
            </a:extLst>
          </p:cNvPr>
          <p:cNvSpPr>
            <a:spLocks xmlns:a="http://schemas.openxmlformats.org/drawingml/2006/main" noGrp="1"/>
          </p:cNvSpPr>
          <p:nvPr/>
        </p:nvSpPr>
        <p:spPr>
          <a:xfrm xmlns:a="http://schemas.openxmlformats.org/drawingml/2006/main">
            <a:off x="514350" y="1257300"/>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5" name="">
            <a:extLst xmlns:a="http://schemas.openxmlformats.org/drawingml/2006/main">
              <a:ext uri="{FF2B5EF4-FFF2-40B4-BE49-F238E27FC236}">
                <a16:creationId xmlns:a16="http://schemas.microsoft.com/office/drawing/2014/main" id="{AF9C9810-2B31-4246-BFD9-035BA23131BE}"/>
              </a:ext>
            </a:extLst>
          </p:cNvPr>
          <p:cNvSpPr>
            <a:spLocks xmlns:a="http://schemas.openxmlformats.org/drawingml/2006/main" noGrp="1"/>
          </p:cNvSpPr>
          <p:nvPr/>
        </p:nvSpPr>
        <p:spPr>
          <a:xfrm xmlns:a="http://schemas.openxmlformats.org/drawingml/2006/main">
            <a:off x="11201400" y="209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52657A"/>
                </a:solidFill>
                <a:latin typeface="Noto Sans CJK KR"/>
                <a:ea typeface="Noto Sans CJK KR"/>
                <a:cs typeface="Noto Sans CJK KR"/>
              </a:defRPr>
            </a:pPr>
            <a:r>
              <a:rPr sz="975" b="1">
                <a:solidFill>
                  <a:srgbClr val="52657A"/>
                </a:solidFill>
                <a:latin typeface="Noto Sans CJK KR"/>
                <a:ea typeface="Noto Sans CJK KR"/>
                <a:cs typeface="Noto Sans CJK KR"/>
              </a:rPr>
              <a:t>18</a:t>
            </a:r>
          </a:p>
        </p:txBody>
      </p:sp>
      <p:sp>
        <p:nvSpPr>
          <p:cNvPr id="6" name="">
            <a:extLst xmlns:a="http://schemas.openxmlformats.org/drawingml/2006/main">
              <a:ext uri="{FF2B5EF4-FFF2-40B4-BE49-F238E27FC236}">
                <a16:creationId xmlns:a16="http://schemas.microsoft.com/office/drawing/2014/main" id="{740C6165-C82E-49F2-8CDE-F47CFD83C77C}"/>
              </a:ext>
            </a:extLst>
          </p:cNvPr>
          <p:cNvSpPr>
            <a:spLocks xmlns:a="http://schemas.openxmlformats.org/drawingml/2006/main" noGrp="1"/>
          </p:cNvSpPr>
          <p:nvPr/>
        </p:nvSpPr>
        <p:spPr>
          <a:xfrm xmlns:a="http://schemas.openxmlformats.org/drawingml/2006/main">
            <a:off x="514350" y="1800225"/>
            <a:ext cx="238125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FD9E6"/>
            </a:solidFill>
          </a:ln>
        </p:spPr>
      </p:sp>
      <p:sp>
        <p:nvSpPr>
          <p:cNvPr id="7" name="">
            <a:extLst xmlns:a="http://schemas.openxmlformats.org/drawingml/2006/main">
              <a:ext uri="{FF2B5EF4-FFF2-40B4-BE49-F238E27FC236}">
                <a16:creationId xmlns:a16="http://schemas.microsoft.com/office/drawing/2014/main" id="{7CCA0C4D-769B-4477-827F-2BBB78F7D0A4}"/>
              </a:ext>
            </a:extLst>
          </p:cNvPr>
          <p:cNvSpPr>
            <a:spLocks xmlns:a="http://schemas.openxmlformats.org/drawingml/2006/main" noGrp="1"/>
          </p:cNvSpPr>
          <p:nvPr/>
        </p:nvSpPr>
        <p:spPr>
          <a:xfrm xmlns:a="http://schemas.openxmlformats.org/drawingml/2006/main">
            <a:off x="514350" y="1800225"/>
            <a:ext cx="57150" cy="1428750"/>
          </a:xfrm>
          <a:prstGeom xmlns:a="http://schemas.openxmlformats.org/drawingml/2006/main" prst="rect">
            <a:avLst/>
          </a:prstGeom>
          <a:solidFill xmlns:a="http://schemas.openxmlformats.org/drawingml/2006/main">
            <a:srgbClr val="119C8B"/>
          </a:solidFill>
          <a:ln xmlns:a="http://schemas.openxmlformats.org/drawingml/2006/main" w="9525">
            <a:solidFill>
              <a:srgbClr val="119C8B"/>
            </a:solidFill>
          </a:ln>
        </p:spPr>
      </p:sp>
      <p:sp>
        <p:nvSpPr>
          <p:cNvPr id="8" name="">
            <a:extLst xmlns:a="http://schemas.openxmlformats.org/drawingml/2006/main">
              <a:ext uri="{FF2B5EF4-FFF2-40B4-BE49-F238E27FC236}">
                <a16:creationId xmlns:a16="http://schemas.microsoft.com/office/drawing/2014/main" id="{41DBBD83-E10C-4F49-8A82-6F131F96AA4A}"/>
              </a:ext>
            </a:extLst>
          </p:cNvPr>
          <p:cNvSpPr>
            <a:spLocks xmlns:a="http://schemas.openxmlformats.org/drawingml/2006/main" noGrp="1"/>
          </p:cNvSpPr>
          <p:nvPr/>
        </p:nvSpPr>
        <p:spPr>
          <a:xfrm xmlns:a="http://schemas.openxmlformats.org/drawingml/2006/main">
            <a:off x="676275" y="19240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32238"/>
                </a:solidFill>
                <a:latin typeface="Noto Sans CJK KR"/>
                <a:ea typeface="Noto Sans CJK KR"/>
                <a:cs typeface="Noto Sans CJK KR"/>
              </a:defRPr>
            </a:pPr>
            <a:r>
              <a:rPr sz="1350" b="1">
                <a:solidFill>
                  <a:srgbClr val="132238"/>
                </a:solidFill>
                <a:latin typeface="Noto Sans CJK KR"/>
                <a:ea typeface="Noto Sans CJK KR"/>
                <a:cs typeface="Noto Sans CJK KR"/>
              </a:rPr>
              <a:t>신뢰된 세션</a:t>
            </a:r>
          </a:p>
        </p:txBody>
      </p:sp>
      <p:sp>
        <p:nvSpPr>
          <p:cNvPr id="9" name="">
            <a:extLst xmlns:a="http://schemas.openxmlformats.org/drawingml/2006/main">
              <a:ext uri="{FF2B5EF4-FFF2-40B4-BE49-F238E27FC236}">
                <a16:creationId xmlns:a16="http://schemas.microsoft.com/office/drawing/2014/main" id="{DCE3B79F-8DA8-45F1-A6F1-90CCFDBD7098}"/>
              </a:ext>
            </a:extLst>
          </p:cNvPr>
          <p:cNvSpPr>
            <a:spLocks xmlns:a="http://schemas.openxmlformats.org/drawingml/2006/main" noGrp="1"/>
          </p:cNvSpPr>
          <p:nvPr/>
        </p:nvSpPr>
        <p:spPr>
          <a:xfrm xmlns:a="http://schemas.openxmlformats.org/drawingml/2006/main">
            <a:off x="676275" y="2257425"/>
            <a:ext cx="20764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사용자·멤버십·tenant</a:t>
            </a:r>
          </a:p>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회사·역할·시나리오</a:t>
            </a:r>
          </a:p>
        </p:txBody>
      </p:sp>
      <p:sp>
        <p:nvSpPr>
          <p:cNvPr id="10" name="">
            <a:extLst xmlns:a="http://schemas.openxmlformats.org/drawingml/2006/main">
              <a:ext uri="{FF2B5EF4-FFF2-40B4-BE49-F238E27FC236}">
                <a16:creationId xmlns:a16="http://schemas.microsoft.com/office/drawing/2014/main" id="{49A3A608-2425-4732-B3A8-EA174D331E1A}"/>
              </a:ext>
            </a:extLst>
          </p:cNvPr>
          <p:cNvSpPr>
            <a:spLocks xmlns:a="http://schemas.openxmlformats.org/drawingml/2006/main" noGrp="1"/>
          </p:cNvSpPr>
          <p:nvPr/>
        </p:nvSpPr>
        <p:spPr>
          <a:xfrm xmlns:a="http://schemas.openxmlformats.org/drawingml/2006/main">
            <a:off x="3457575" y="1800225"/>
            <a:ext cx="238125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FD9E6"/>
            </a:solidFill>
          </a:ln>
        </p:spPr>
      </p:sp>
      <p:sp>
        <p:nvSpPr>
          <p:cNvPr id="11" name="">
            <a:extLst xmlns:a="http://schemas.openxmlformats.org/drawingml/2006/main">
              <a:ext uri="{FF2B5EF4-FFF2-40B4-BE49-F238E27FC236}">
                <a16:creationId xmlns:a16="http://schemas.microsoft.com/office/drawing/2014/main" id="{F608B13B-B448-4E66-8A89-38B12AC1FB8E}"/>
              </a:ext>
            </a:extLst>
          </p:cNvPr>
          <p:cNvSpPr>
            <a:spLocks xmlns:a="http://schemas.openxmlformats.org/drawingml/2006/main" noGrp="1"/>
          </p:cNvSpPr>
          <p:nvPr/>
        </p:nvSpPr>
        <p:spPr>
          <a:xfrm xmlns:a="http://schemas.openxmlformats.org/drawingml/2006/main">
            <a:off x="3457575" y="1800225"/>
            <a:ext cx="57150" cy="1428750"/>
          </a:xfrm>
          <a:prstGeom xmlns:a="http://schemas.openxmlformats.org/drawingml/2006/main" prst="rect">
            <a:avLst/>
          </a:prstGeom>
          <a:solidFill xmlns:a="http://schemas.openxmlformats.org/drawingml/2006/main">
            <a:srgbClr val="D9564A"/>
          </a:solidFill>
          <a:ln xmlns:a="http://schemas.openxmlformats.org/drawingml/2006/main" w="9525">
            <a:solidFill>
              <a:srgbClr val="D9564A"/>
            </a:solidFill>
          </a:ln>
        </p:spPr>
      </p:sp>
      <p:sp>
        <p:nvSpPr>
          <p:cNvPr id="12" name="">
            <a:extLst xmlns:a="http://schemas.openxmlformats.org/drawingml/2006/main">
              <a:ext uri="{FF2B5EF4-FFF2-40B4-BE49-F238E27FC236}">
                <a16:creationId xmlns:a16="http://schemas.microsoft.com/office/drawing/2014/main" id="{81C81738-1559-4A28-9EB6-40580D965AEB}"/>
              </a:ext>
            </a:extLst>
          </p:cNvPr>
          <p:cNvSpPr>
            <a:spLocks xmlns:a="http://schemas.openxmlformats.org/drawingml/2006/main" noGrp="1"/>
          </p:cNvSpPr>
          <p:nvPr/>
        </p:nvSpPr>
        <p:spPr>
          <a:xfrm xmlns:a="http://schemas.openxmlformats.org/drawingml/2006/main">
            <a:off x="3619500" y="19240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32238"/>
                </a:solidFill>
                <a:latin typeface="Noto Sans CJK KR"/>
                <a:ea typeface="Noto Sans CJK KR"/>
                <a:cs typeface="Noto Sans CJK KR"/>
              </a:defRPr>
            </a:pPr>
            <a:r>
              <a:rPr sz="1350" b="1">
                <a:solidFill>
                  <a:srgbClr val="132238"/>
                </a:solidFill>
                <a:latin typeface="Noto Sans CJK KR"/>
                <a:ea typeface="Noto Sans CJK KR"/>
                <a:cs typeface="Noto Sans CJK KR"/>
              </a:rPr>
              <a:t>허용 문서 집합</a:t>
            </a:r>
          </a:p>
        </p:txBody>
      </p:sp>
      <p:sp>
        <p:nvSpPr>
          <p:cNvPr id="13" name="">
            <a:extLst xmlns:a="http://schemas.openxmlformats.org/drawingml/2006/main">
              <a:ext uri="{FF2B5EF4-FFF2-40B4-BE49-F238E27FC236}">
                <a16:creationId xmlns:a16="http://schemas.microsoft.com/office/drawing/2014/main" id="{C08D6545-FCDD-4496-B0AD-B9CE29D62835}"/>
              </a:ext>
            </a:extLst>
          </p:cNvPr>
          <p:cNvSpPr>
            <a:spLocks xmlns:a="http://schemas.openxmlformats.org/drawingml/2006/main" noGrp="1"/>
          </p:cNvSpPr>
          <p:nvPr/>
        </p:nvSpPr>
        <p:spPr>
          <a:xfrm xmlns:a="http://schemas.openxmlformats.org/drawingml/2006/main">
            <a:off x="3619500" y="2257425"/>
            <a:ext cx="20764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security_level</a:t>
            </a:r>
          </a:p>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company_id · allowed_roles</a:t>
            </a:r>
          </a:p>
        </p:txBody>
      </p:sp>
      <p:sp>
        <p:nvSpPr>
          <p:cNvPr id="14" name="">
            <a:extLst xmlns:a="http://schemas.openxmlformats.org/drawingml/2006/main">
              <a:ext uri="{FF2B5EF4-FFF2-40B4-BE49-F238E27FC236}">
                <a16:creationId xmlns:a16="http://schemas.microsoft.com/office/drawing/2014/main" id="{0C4A5E1B-8FBF-41BE-A497-B2048603F29B}"/>
              </a:ext>
            </a:extLst>
          </p:cNvPr>
          <p:cNvSpPr>
            <a:spLocks xmlns:a="http://schemas.openxmlformats.org/drawingml/2006/main" noGrp="1"/>
          </p:cNvSpPr>
          <p:nvPr/>
        </p:nvSpPr>
        <p:spPr>
          <a:xfrm xmlns:a="http://schemas.openxmlformats.org/drawingml/2006/main">
            <a:off x="6400800" y="1800225"/>
            <a:ext cx="238125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FD9E6"/>
            </a:solidFill>
          </a:ln>
        </p:spPr>
      </p:sp>
      <p:sp>
        <p:nvSpPr>
          <p:cNvPr id="15" name="">
            <a:extLst xmlns:a="http://schemas.openxmlformats.org/drawingml/2006/main">
              <a:ext uri="{FF2B5EF4-FFF2-40B4-BE49-F238E27FC236}">
                <a16:creationId xmlns:a16="http://schemas.microsoft.com/office/drawing/2014/main" id="{6BB81888-4743-4369-AD7A-5D5126221A3F}"/>
              </a:ext>
            </a:extLst>
          </p:cNvPr>
          <p:cNvSpPr>
            <a:spLocks xmlns:a="http://schemas.openxmlformats.org/drawingml/2006/main" noGrp="1"/>
          </p:cNvSpPr>
          <p:nvPr/>
        </p:nvSpPr>
        <p:spPr>
          <a:xfrm xmlns:a="http://schemas.openxmlformats.org/drawingml/2006/main">
            <a:off x="6400800" y="1800225"/>
            <a:ext cx="57150" cy="1428750"/>
          </a:xfrm>
          <a:prstGeom xmlns:a="http://schemas.openxmlformats.org/drawingml/2006/main" prst="rect">
            <a:avLst/>
          </a:prstGeom>
          <a:solidFill xmlns:a="http://schemas.openxmlformats.org/drawingml/2006/main">
            <a:srgbClr val="2F6BFF"/>
          </a:solidFill>
          <a:ln xmlns:a="http://schemas.openxmlformats.org/drawingml/2006/main" w="9525">
            <a:solidFill>
              <a:srgbClr val="2F6BFF"/>
            </a:solidFill>
          </a:ln>
        </p:spPr>
      </p:sp>
      <p:sp>
        <p:nvSpPr>
          <p:cNvPr id="16" name="">
            <a:extLst xmlns:a="http://schemas.openxmlformats.org/drawingml/2006/main">
              <a:ext uri="{FF2B5EF4-FFF2-40B4-BE49-F238E27FC236}">
                <a16:creationId xmlns:a16="http://schemas.microsoft.com/office/drawing/2014/main" id="{0EC330DB-0E8A-4942-A9CE-C3344E3AADBB}"/>
              </a:ext>
            </a:extLst>
          </p:cNvPr>
          <p:cNvSpPr>
            <a:spLocks xmlns:a="http://schemas.openxmlformats.org/drawingml/2006/main" noGrp="1"/>
          </p:cNvSpPr>
          <p:nvPr/>
        </p:nvSpPr>
        <p:spPr>
          <a:xfrm xmlns:a="http://schemas.openxmlformats.org/drawingml/2006/main">
            <a:off x="6562725" y="19240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32238"/>
                </a:solidFill>
                <a:latin typeface="Noto Sans CJK KR"/>
                <a:ea typeface="Noto Sans CJK KR"/>
                <a:cs typeface="Noto Sans CJK KR"/>
              </a:defRPr>
            </a:pPr>
            <a:r>
              <a:rPr sz="1350" b="1">
                <a:solidFill>
                  <a:srgbClr val="132238"/>
                </a:solidFill>
                <a:latin typeface="Noto Sans CJK KR"/>
                <a:ea typeface="Noto Sans CJK KR"/>
                <a:cs typeface="Noto Sans CJK KR"/>
              </a:rPr>
              <a:t>키워드·벡터 점수</a:t>
            </a:r>
          </a:p>
        </p:txBody>
      </p:sp>
      <p:sp>
        <p:nvSpPr>
          <p:cNvPr id="17" name="">
            <a:extLst xmlns:a="http://schemas.openxmlformats.org/drawingml/2006/main">
              <a:ext uri="{FF2B5EF4-FFF2-40B4-BE49-F238E27FC236}">
                <a16:creationId xmlns:a16="http://schemas.microsoft.com/office/drawing/2014/main" id="{2BA32FE5-BAC6-46F3-A98C-E8D0F7D29737}"/>
              </a:ext>
            </a:extLst>
          </p:cNvPr>
          <p:cNvSpPr>
            <a:spLocks xmlns:a="http://schemas.openxmlformats.org/drawingml/2006/main" noGrp="1"/>
          </p:cNvSpPr>
          <p:nvPr/>
        </p:nvSpPr>
        <p:spPr>
          <a:xfrm xmlns:a="http://schemas.openxmlformats.org/drawingml/2006/main">
            <a:off x="6562725" y="2257425"/>
            <a:ext cx="20764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허용 문서의 청크만</a:t>
            </a:r>
          </a:p>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점수 계산</a:t>
            </a:r>
          </a:p>
        </p:txBody>
      </p:sp>
      <p:sp>
        <p:nvSpPr>
          <p:cNvPr id="18" name="">
            <a:extLst xmlns:a="http://schemas.openxmlformats.org/drawingml/2006/main">
              <a:ext uri="{FF2B5EF4-FFF2-40B4-BE49-F238E27FC236}">
                <a16:creationId xmlns:a16="http://schemas.microsoft.com/office/drawing/2014/main" id="{D8D8E052-D9D0-4BE4-BFB7-2B5165EF9DA3}"/>
              </a:ext>
            </a:extLst>
          </p:cNvPr>
          <p:cNvSpPr>
            <a:spLocks xmlns:a="http://schemas.openxmlformats.org/drawingml/2006/main" noGrp="1"/>
          </p:cNvSpPr>
          <p:nvPr/>
        </p:nvSpPr>
        <p:spPr>
          <a:xfrm xmlns:a="http://schemas.openxmlformats.org/drawingml/2006/main">
            <a:off x="9344025" y="1800225"/>
            <a:ext cx="2333625"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FD9E6"/>
            </a:solidFill>
          </a:ln>
        </p:spPr>
      </p:sp>
      <p:sp>
        <p:nvSpPr>
          <p:cNvPr id="19" name="">
            <a:extLst xmlns:a="http://schemas.openxmlformats.org/drawingml/2006/main">
              <a:ext uri="{FF2B5EF4-FFF2-40B4-BE49-F238E27FC236}">
                <a16:creationId xmlns:a16="http://schemas.microsoft.com/office/drawing/2014/main" id="{51A5850A-F62E-4A41-9E81-A202466D6CA4}"/>
              </a:ext>
            </a:extLst>
          </p:cNvPr>
          <p:cNvSpPr>
            <a:spLocks xmlns:a="http://schemas.openxmlformats.org/drawingml/2006/main" noGrp="1"/>
          </p:cNvSpPr>
          <p:nvPr/>
        </p:nvSpPr>
        <p:spPr>
          <a:xfrm xmlns:a="http://schemas.openxmlformats.org/drawingml/2006/main">
            <a:off x="9344025" y="1800225"/>
            <a:ext cx="57150" cy="1428750"/>
          </a:xfrm>
          <a:prstGeom xmlns:a="http://schemas.openxmlformats.org/drawingml/2006/main" prst="rect">
            <a:avLst/>
          </a:prstGeom>
          <a:solidFill xmlns:a="http://schemas.openxmlformats.org/drawingml/2006/main">
            <a:srgbClr val="F29B38"/>
          </a:solidFill>
          <a:ln xmlns:a="http://schemas.openxmlformats.org/drawingml/2006/main" w="9525">
            <a:solidFill>
              <a:srgbClr val="F29B38"/>
            </a:solidFill>
          </a:ln>
        </p:spPr>
      </p:sp>
      <p:sp>
        <p:nvSpPr>
          <p:cNvPr id="20" name="">
            <a:extLst xmlns:a="http://schemas.openxmlformats.org/drawingml/2006/main">
              <a:ext uri="{FF2B5EF4-FFF2-40B4-BE49-F238E27FC236}">
                <a16:creationId xmlns:a16="http://schemas.microsoft.com/office/drawing/2014/main" id="{78BE80B1-8632-4FB8-8698-F8FA05B54F5A}"/>
              </a:ext>
            </a:extLst>
          </p:cNvPr>
          <p:cNvSpPr>
            <a:spLocks xmlns:a="http://schemas.openxmlformats.org/drawingml/2006/main" noGrp="1"/>
          </p:cNvSpPr>
          <p:nvPr/>
        </p:nvSpPr>
        <p:spPr>
          <a:xfrm xmlns:a="http://schemas.openxmlformats.org/drawingml/2006/main">
            <a:off x="9505950" y="1924050"/>
            <a:ext cx="2047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32238"/>
                </a:solidFill>
                <a:latin typeface="Noto Sans CJK KR"/>
                <a:ea typeface="Noto Sans CJK KR"/>
                <a:cs typeface="Noto Sans CJK KR"/>
              </a:defRPr>
            </a:pPr>
            <a:r>
              <a:rPr sz="1350" b="1">
                <a:solidFill>
                  <a:srgbClr val="132238"/>
                </a:solidFill>
                <a:latin typeface="Noto Sans CJK KR"/>
                <a:ea typeface="Noto Sans CJK KR"/>
                <a:cs typeface="Noto Sans CJK KR"/>
              </a:rPr>
              <a:t>근거·원문 열람</a:t>
            </a:r>
          </a:p>
        </p:txBody>
      </p:sp>
      <p:sp>
        <p:nvSpPr>
          <p:cNvPr id="21" name="">
            <a:extLst xmlns:a="http://schemas.openxmlformats.org/drawingml/2006/main">
              <a:ext uri="{FF2B5EF4-FFF2-40B4-BE49-F238E27FC236}">
                <a16:creationId xmlns:a16="http://schemas.microsoft.com/office/drawing/2014/main" id="{18297C87-F50E-46C0-B349-57C6B019074D}"/>
              </a:ext>
            </a:extLst>
          </p:cNvPr>
          <p:cNvSpPr>
            <a:spLocks xmlns:a="http://schemas.openxmlformats.org/drawingml/2006/main" noGrp="1"/>
          </p:cNvSpPr>
          <p:nvPr/>
        </p:nvSpPr>
        <p:spPr>
          <a:xfrm xmlns:a="http://schemas.openxmlformats.org/drawingml/2006/main">
            <a:off x="9505950" y="2257425"/>
            <a:ext cx="20288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답변·인용·다운로드에</a:t>
            </a:r>
          </a:p>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동일 정책 적용</a:t>
            </a:r>
          </a:p>
        </p:txBody>
      </p:sp>
      <p:sp>
        <p:nvSpPr>
          <p:cNvPr id="22" name="">
            <a:extLst xmlns:a="http://schemas.openxmlformats.org/drawingml/2006/main">
              <a:ext uri="{FF2B5EF4-FFF2-40B4-BE49-F238E27FC236}">
                <a16:creationId xmlns:a16="http://schemas.microsoft.com/office/drawing/2014/main" id="{796F9687-7EA8-4B4B-A4EE-BD551B0BB127}"/>
              </a:ext>
            </a:extLst>
          </p:cNvPr>
          <p:cNvSpPr>
            <a:spLocks xmlns:a="http://schemas.openxmlformats.org/drawingml/2006/main" noGrp="1"/>
          </p:cNvSpPr>
          <p:nvPr/>
        </p:nvSpPr>
        <p:spPr>
          <a:xfrm xmlns:a="http://schemas.openxmlformats.org/drawingml/2006/main">
            <a:off x="2895600" y="2514600"/>
            <a:ext cx="561975" cy="0"/>
          </a:xfrm>
          <a:prstGeom xmlns:a="http://schemas.openxmlformats.org/drawingml/2006/main" prst="line">
            <a:avLst/>
          </a:prstGeom>
          <a:noFill xmlns:a="http://schemas.openxmlformats.org/drawingml/2006/main"/>
          <a:ln xmlns:a="http://schemas.openxmlformats.org/drawingml/2006/main" w="19050">
            <a:solidFill>
              <a:srgbClr val="52657A"/>
            </a:solidFill>
          </a:ln>
        </p:spPr>
      </p:sp>
      <p:sp>
        <p:nvSpPr>
          <p:cNvPr id="23" name="">
            <a:extLst xmlns:a="http://schemas.openxmlformats.org/drawingml/2006/main">
              <a:ext uri="{FF2B5EF4-FFF2-40B4-BE49-F238E27FC236}">
                <a16:creationId xmlns:a16="http://schemas.microsoft.com/office/drawing/2014/main" id="{0E458CD3-89CE-416B-8AE3-0B5C7C4E98A5}"/>
              </a:ext>
            </a:extLst>
          </p:cNvPr>
          <p:cNvSpPr>
            <a:spLocks xmlns:a="http://schemas.openxmlformats.org/drawingml/2006/main" noGrp="1"/>
          </p:cNvSpPr>
          <p:nvPr/>
        </p:nvSpPr>
        <p:spPr>
          <a:xfrm xmlns:a="http://schemas.openxmlformats.org/drawingml/2006/main">
            <a:off x="3362325" y="2466975"/>
            <a:ext cx="95250" cy="95250"/>
          </a:xfrm>
          <a:prstGeom xmlns:a="http://schemas.openxmlformats.org/drawingml/2006/main" prst="triangle">
            <a:avLst/>
          </a:prstGeom>
          <a:solidFill xmlns:a="http://schemas.openxmlformats.org/drawingml/2006/main">
            <a:srgbClr val="52657A"/>
          </a:solidFill>
          <a:ln xmlns:a="http://schemas.openxmlformats.org/drawingml/2006/main" w="9525">
            <a:solidFill>
              <a:srgbClr val="52657A"/>
            </a:solidFill>
          </a:ln>
        </p:spPr>
      </p:sp>
      <p:sp>
        <p:nvSpPr>
          <p:cNvPr id="24" name="">
            <a:extLst xmlns:a="http://schemas.openxmlformats.org/drawingml/2006/main">
              <a:ext uri="{FF2B5EF4-FFF2-40B4-BE49-F238E27FC236}">
                <a16:creationId xmlns:a16="http://schemas.microsoft.com/office/drawing/2014/main" id="{B53D7060-B560-4F3A-A80A-4B1B02BAE232}"/>
              </a:ext>
            </a:extLst>
          </p:cNvPr>
          <p:cNvSpPr>
            <a:spLocks xmlns:a="http://schemas.openxmlformats.org/drawingml/2006/main" noGrp="1"/>
          </p:cNvSpPr>
          <p:nvPr/>
        </p:nvSpPr>
        <p:spPr>
          <a:xfrm xmlns:a="http://schemas.openxmlformats.org/drawingml/2006/main">
            <a:off x="5838825" y="2514600"/>
            <a:ext cx="561975" cy="0"/>
          </a:xfrm>
          <a:prstGeom xmlns:a="http://schemas.openxmlformats.org/drawingml/2006/main" prst="line">
            <a:avLst/>
          </a:prstGeom>
          <a:noFill xmlns:a="http://schemas.openxmlformats.org/drawingml/2006/main"/>
          <a:ln xmlns:a="http://schemas.openxmlformats.org/drawingml/2006/main" w="19050">
            <a:solidFill>
              <a:srgbClr val="52657A"/>
            </a:solidFill>
          </a:ln>
        </p:spPr>
      </p:sp>
      <p:sp>
        <p:nvSpPr>
          <p:cNvPr id="25" name="">
            <a:extLst xmlns:a="http://schemas.openxmlformats.org/drawingml/2006/main">
              <a:ext uri="{FF2B5EF4-FFF2-40B4-BE49-F238E27FC236}">
                <a16:creationId xmlns:a16="http://schemas.microsoft.com/office/drawing/2014/main" id="{37FB5C06-1FD2-468B-84C3-F4B0F6A61F98}"/>
              </a:ext>
            </a:extLst>
          </p:cNvPr>
          <p:cNvSpPr>
            <a:spLocks xmlns:a="http://schemas.openxmlformats.org/drawingml/2006/main" noGrp="1"/>
          </p:cNvSpPr>
          <p:nvPr/>
        </p:nvSpPr>
        <p:spPr>
          <a:xfrm xmlns:a="http://schemas.openxmlformats.org/drawingml/2006/main">
            <a:off x="6305550" y="2466975"/>
            <a:ext cx="95250" cy="95250"/>
          </a:xfrm>
          <a:prstGeom xmlns:a="http://schemas.openxmlformats.org/drawingml/2006/main" prst="triangle">
            <a:avLst/>
          </a:prstGeom>
          <a:solidFill xmlns:a="http://schemas.openxmlformats.org/drawingml/2006/main">
            <a:srgbClr val="52657A"/>
          </a:solidFill>
          <a:ln xmlns:a="http://schemas.openxmlformats.org/drawingml/2006/main" w="9525">
            <a:solidFill>
              <a:srgbClr val="52657A"/>
            </a:solidFill>
          </a:ln>
        </p:spPr>
      </p:sp>
      <p:sp>
        <p:nvSpPr>
          <p:cNvPr id="26" name="">
            <a:extLst xmlns:a="http://schemas.openxmlformats.org/drawingml/2006/main">
              <a:ext uri="{FF2B5EF4-FFF2-40B4-BE49-F238E27FC236}">
                <a16:creationId xmlns:a16="http://schemas.microsoft.com/office/drawing/2014/main" id="{3F4E7DFE-DDD4-42B1-AA44-205BF1421BC0}"/>
              </a:ext>
            </a:extLst>
          </p:cNvPr>
          <p:cNvSpPr>
            <a:spLocks xmlns:a="http://schemas.openxmlformats.org/drawingml/2006/main" noGrp="1"/>
          </p:cNvSpPr>
          <p:nvPr/>
        </p:nvSpPr>
        <p:spPr>
          <a:xfrm xmlns:a="http://schemas.openxmlformats.org/drawingml/2006/main">
            <a:off x="8782050" y="2514600"/>
            <a:ext cx="561975" cy="0"/>
          </a:xfrm>
          <a:prstGeom xmlns:a="http://schemas.openxmlformats.org/drawingml/2006/main" prst="line">
            <a:avLst/>
          </a:prstGeom>
          <a:noFill xmlns:a="http://schemas.openxmlformats.org/drawingml/2006/main"/>
          <a:ln xmlns:a="http://schemas.openxmlformats.org/drawingml/2006/main" w="19050">
            <a:solidFill>
              <a:srgbClr val="52657A"/>
            </a:solidFill>
          </a:ln>
        </p:spPr>
      </p:sp>
      <p:sp>
        <p:nvSpPr>
          <p:cNvPr id="27" name="">
            <a:extLst xmlns:a="http://schemas.openxmlformats.org/drawingml/2006/main">
              <a:ext uri="{FF2B5EF4-FFF2-40B4-BE49-F238E27FC236}">
                <a16:creationId xmlns:a16="http://schemas.microsoft.com/office/drawing/2014/main" id="{981EEBAB-5210-4D5A-AFA9-EBE16A5942F1}"/>
              </a:ext>
            </a:extLst>
          </p:cNvPr>
          <p:cNvSpPr>
            <a:spLocks xmlns:a="http://schemas.openxmlformats.org/drawingml/2006/main" noGrp="1"/>
          </p:cNvSpPr>
          <p:nvPr/>
        </p:nvSpPr>
        <p:spPr>
          <a:xfrm xmlns:a="http://schemas.openxmlformats.org/drawingml/2006/main">
            <a:off x="9248775" y="2466975"/>
            <a:ext cx="95250" cy="95250"/>
          </a:xfrm>
          <a:prstGeom xmlns:a="http://schemas.openxmlformats.org/drawingml/2006/main" prst="triangle">
            <a:avLst/>
          </a:prstGeom>
          <a:solidFill xmlns:a="http://schemas.openxmlformats.org/drawingml/2006/main">
            <a:srgbClr val="52657A"/>
          </a:solidFill>
          <a:ln xmlns:a="http://schemas.openxmlformats.org/drawingml/2006/main" w="9525">
            <a:solidFill>
              <a:srgbClr val="52657A"/>
            </a:solidFill>
          </a:ln>
        </p:spPr>
      </p:sp>
      <p:graphicFrame>
        <p:nvGraphicFramePr>
          <p:cNvPr id="62" name=""/>
          <p:cNvGraphicFramePr/>
          <p:nvPr/>
        </p:nvGraphicFramePr>
        <p:xfrm>
          <a:off xmlns:a="http://schemas.openxmlformats.org/drawingml/2006/main" x="514350" y="3619500"/>
          <a:ext xmlns:a="http://schemas.openxmlformats.org/drawingml/2006/main" cx="7267575" cy="1933575"/>
        </p:xfrm>
        <a:graphic xmlns:a="http://schemas.openxmlformats.org/drawingml/2006/main">
          <a:graphicData uri="http://schemas.openxmlformats.org/drawingml/2006/table">
            <a:tbl>
              <a:tblPr/>
              <a:tblGrid>
                <a:gridCol w="3429000"/>
                <a:gridCol w="3838575"/>
              </a:tblGrid>
              <a:tr h="386715">
                <a:tc>
                  <a:txBody>
                    <a:bodyPr/>
                    <a:lstStyle/>
                    <a:p>
                      <a:r>
                        <a:rPr sz="1050" b="1">
                          <a:solidFill>
                            <a:srgbClr val="FFFFFF"/>
                          </a:solidFill>
                          <a:latin typeface="Noto Sans CJK KR"/>
                          <a:ea typeface="Noto Sans CJK KR"/>
                          <a:cs typeface="Noto Sans CJK KR"/>
                        </a:rPr>
                        <a:t>검사한 실패 유형</a:t>
                      </a:r>
                    </a:p>
                  </a:txBody>
                  <a:tcPr marL="76200" marR="76200" marT="57150" marB="57150" anchor="ctr">
                    <a:solidFill>
                      <a:srgbClr val="183B5B"/>
                    </a:solidFill>
                  </a:tcPr>
                </a:tc>
                <a:tc>
                  <a:txBody>
                    <a:bodyPr/>
                    <a:lstStyle/>
                    <a:p>
                      <a:r>
                        <a:rPr sz="1050" b="1">
                          <a:solidFill>
                            <a:srgbClr val="FFFFFF"/>
                          </a:solidFill>
                          <a:latin typeface="Noto Sans CJK KR"/>
                          <a:ea typeface="Noto Sans CJK KR"/>
                          <a:cs typeface="Noto Sans CJK KR"/>
                        </a:rPr>
                        <a:t>기대 동작</a:t>
                      </a:r>
                    </a:p>
                  </a:txBody>
                  <a:tcPr marL="76200" marR="76200" marT="57150" marB="57150" anchor="ctr">
                    <a:solidFill>
                      <a:srgbClr val="183B5B"/>
                    </a:solidFill>
                  </a:tcPr>
                </a:tc>
              </a:tr>
              <a:tr h="386715">
                <a:tc>
                  <a:txBody>
                    <a:bodyPr/>
                    <a:lstStyle/>
                    <a:p>
                      <a:r>
                        <a:rPr sz="1050">
                          <a:solidFill>
                            <a:srgbClr val="132238"/>
                          </a:solidFill>
                          <a:latin typeface="Noto Sans CJK KR"/>
                          <a:ea typeface="Noto Sans CJK KR"/>
                          <a:cs typeface="Noto Sans CJK KR"/>
                        </a:rPr>
                        <a:t>타 tenant / 타 회사 문서 ID</a:t>
                      </a:r>
                    </a:p>
                  </a:txBody>
                  <a:tcPr marL="76200" marR="76200" marT="57150" marB="57150" anchor="ctr">
                    <a:solidFill>
                      <a:srgbClr val="FFFFFF"/>
                    </a:solidFill>
                  </a:tcPr>
                </a:tc>
                <a:tc>
                  <a:txBody>
                    <a:bodyPr/>
                    <a:lstStyle/>
                    <a:p>
                      <a:r>
                        <a:rPr sz="1050">
                          <a:solidFill>
                            <a:srgbClr val="132238"/>
                          </a:solidFill>
                          <a:latin typeface="Noto Sans CJK KR"/>
                          <a:ea typeface="Noto Sans CJK KR"/>
                          <a:cs typeface="Noto Sans CJK KR"/>
                        </a:rPr>
                        <a:t>요청 거부 또는 후보에서 제거</a:t>
                      </a:r>
                    </a:p>
                  </a:txBody>
                  <a:tcPr marL="76200" marR="76200" marT="57150" marB="57150" anchor="ctr">
                    <a:solidFill>
                      <a:srgbClr val="FFFFFF"/>
                    </a:solidFill>
                  </a:tcPr>
                </a:tc>
              </a:tr>
              <a:tr h="386715">
                <a:tc>
                  <a:txBody>
                    <a:bodyPr/>
                    <a:lstStyle/>
                    <a:p>
                      <a:r>
                        <a:rPr sz="1050">
                          <a:solidFill>
                            <a:srgbClr val="132238"/>
                          </a:solidFill>
                          <a:latin typeface="Noto Sans CJK KR"/>
                          <a:ea typeface="Noto Sans CJK KR"/>
                          <a:cs typeface="Noto Sans CJK KR"/>
                        </a:rPr>
                        <a:t>L2에 L3 내용 혼입</a:t>
                      </a:r>
                    </a:p>
                  </a:txBody>
                  <a:tcPr marL="76200" marR="76200" marT="57150" marB="57150" anchor="ctr">
                    <a:solidFill>
                      <a:srgbClr val="FFFFFF"/>
                    </a:solidFill>
                  </a:tcPr>
                </a:tc>
                <a:tc>
                  <a:txBody>
                    <a:bodyPr/>
                    <a:lstStyle/>
                    <a:p>
                      <a:r>
                        <a:rPr sz="1050">
                          <a:solidFill>
                            <a:srgbClr val="132238"/>
                          </a:solidFill>
                          <a:latin typeface="Noto Sans CJK KR"/>
                          <a:ea typeface="Noto Sans CJK KR"/>
                          <a:cs typeface="Noto Sans CJK KR"/>
                        </a:rPr>
                        <a:t>정본·스키마 검사 실패</a:t>
                      </a:r>
                    </a:p>
                  </a:txBody>
                  <a:tcPr marL="76200" marR="76200" marT="57150" marB="57150" anchor="ctr">
                    <a:solidFill>
                      <a:srgbClr val="FFFFFF"/>
                    </a:solidFill>
                  </a:tcPr>
                </a:tc>
              </a:tr>
              <a:tr h="386715">
                <a:tc>
                  <a:txBody>
                    <a:bodyPr/>
                    <a:lstStyle/>
                    <a:p>
                      <a:r>
                        <a:rPr sz="1050">
                          <a:solidFill>
                            <a:srgbClr val="132238"/>
                          </a:solidFill>
                          <a:latin typeface="Noto Sans CJK KR"/>
                          <a:ea typeface="Noto Sans CJK KR"/>
                          <a:cs typeface="Noto Sans CJK KR"/>
                        </a:rPr>
                        <a:t>기대답·라벨 필드 오염</a:t>
                      </a:r>
                    </a:p>
                  </a:txBody>
                  <a:tcPr marL="76200" marR="76200" marT="57150" marB="57150" anchor="ctr">
                    <a:solidFill>
                      <a:srgbClr val="FFFFFF"/>
                    </a:solidFill>
                  </a:tcPr>
                </a:tc>
                <a:tc>
                  <a:txBody>
                    <a:bodyPr/>
                    <a:lstStyle/>
                    <a:p>
                      <a:r>
                        <a:rPr sz="1050">
                          <a:solidFill>
                            <a:srgbClr val="132238"/>
                          </a:solidFill>
                          <a:latin typeface="Noto Sans CJK KR"/>
                          <a:ea typeface="Noto Sans CJK KR"/>
                          <a:cs typeface="Noto Sans CJK KR"/>
                        </a:rPr>
                        <a:t>생성·색인 검사 실패</a:t>
                      </a:r>
                    </a:p>
                  </a:txBody>
                  <a:tcPr marL="76200" marR="76200" marT="57150" marB="57150" anchor="ctr">
                    <a:solidFill>
                      <a:srgbClr val="FFFFFF"/>
                    </a:solidFill>
                  </a:tcPr>
                </a:tc>
              </a:tr>
              <a:tr h="386715">
                <a:tc>
                  <a:txBody>
                    <a:bodyPr/>
                    <a:lstStyle/>
                    <a:p>
                      <a:r>
                        <a:rPr sz="1050">
                          <a:solidFill>
                            <a:srgbClr val="132238"/>
                          </a:solidFill>
                          <a:latin typeface="Noto Sans CJK KR"/>
                          <a:ea typeface="Noto Sans CJK KR"/>
                          <a:cs typeface="Noto Sans CJK KR"/>
                        </a:rPr>
                        <a:t>잘못된 offset / 답변 hash</a:t>
                      </a:r>
                    </a:p>
                  </a:txBody>
                  <a:tcPr marL="76200" marR="76200" marT="57150" marB="57150" anchor="ctr">
                    <a:solidFill>
                      <a:srgbClr val="FFFFFF"/>
                    </a:solidFill>
                  </a:tcPr>
                </a:tc>
                <a:tc>
                  <a:txBody>
                    <a:bodyPr/>
                    <a:lstStyle/>
                    <a:p>
                      <a:r>
                        <a:rPr sz="1050">
                          <a:solidFill>
                            <a:srgbClr val="132238"/>
                          </a:solidFill>
                          <a:latin typeface="Noto Sans CJK KR"/>
                          <a:ea typeface="Noto Sans CJK KR"/>
                          <a:cs typeface="Noto Sans CJK KR"/>
                        </a:rPr>
                        <a:t>검수·데모 자료 검증 실패</a:t>
                      </a:r>
                    </a:p>
                  </a:txBody>
                  <a:tcPr marL="76200" marR="76200" marT="57150" marB="57150" anchor="ctr">
                    <a:solidFill>
                      <a:srgbClr val="FFFFFF"/>
                    </a:solidFill>
                  </a:tcPr>
                </a:tc>
              </a:tr>
            </a:tbl>
          </a:graphicData>
        </a:graphic>
      </p:graphicFrame>
      <p:sp>
        <p:nvSpPr>
          <p:cNvPr id="29" name="">
            <a:extLst xmlns:a="http://schemas.openxmlformats.org/drawingml/2006/main">
              <a:ext uri="{FF2B5EF4-FFF2-40B4-BE49-F238E27FC236}">
                <a16:creationId xmlns:a16="http://schemas.microsoft.com/office/drawing/2014/main" id="{A79B0414-61F0-489A-AA02-D47016FD03C4}"/>
              </a:ext>
            </a:extLst>
          </p:cNvPr>
          <p:cNvSpPr>
            <a:spLocks xmlns:a="http://schemas.openxmlformats.org/drawingml/2006/main" noGrp="1"/>
          </p:cNvSpPr>
          <p:nvPr/>
        </p:nvSpPr>
        <p:spPr>
          <a:xfrm xmlns:a="http://schemas.openxmlformats.org/drawingml/2006/main">
            <a:off x="8096250" y="3619500"/>
            <a:ext cx="3581400" cy="1933575"/>
          </a:xfrm>
          <a:prstGeom xmlns:a="http://schemas.openxmlformats.org/drawingml/2006/main" prst="roundRect">
            <a:avLst>
              <a:gd name="adj" fmla="val 3941"/>
            </a:avLst>
          </a:prstGeom>
          <a:solidFill xmlns:a="http://schemas.openxmlformats.org/drawingml/2006/main">
            <a:srgbClr val="E7F6F3"/>
          </a:solidFill>
          <a:ln xmlns:a="http://schemas.openxmlformats.org/drawingml/2006/main" w="9525">
            <a:solidFill>
              <a:srgbClr val="A8D9CF"/>
            </a:solidFill>
          </a:ln>
        </p:spPr>
      </p:sp>
      <p:sp>
        <p:nvSpPr>
          <p:cNvPr id="30" name="">
            <a:extLst xmlns:a="http://schemas.openxmlformats.org/drawingml/2006/main">
              <a:ext uri="{FF2B5EF4-FFF2-40B4-BE49-F238E27FC236}">
                <a16:creationId xmlns:a16="http://schemas.microsoft.com/office/drawing/2014/main" id="{1095F528-A32A-497B-8A2C-FDD8618830AA}"/>
              </a:ext>
            </a:extLst>
          </p:cNvPr>
          <p:cNvSpPr>
            <a:spLocks xmlns:a="http://schemas.openxmlformats.org/drawingml/2006/main" noGrp="1"/>
          </p:cNvSpPr>
          <p:nvPr/>
        </p:nvSpPr>
        <p:spPr>
          <a:xfrm xmlns:a="http://schemas.openxmlformats.org/drawingml/2006/main">
            <a:off x="8286750" y="3781425"/>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119C8B"/>
                </a:solidFill>
                <a:latin typeface="Noto Sans CJK KR"/>
                <a:ea typeface="Noto Sans CJK KR"/>
                <a:cs typeface="Noto Sans CJK KR"/>
              </a:defRPr>
            </a:pPr>
            <a:r>
              <a:rPr sz="1200" b="1">
                <a:solidFill>
                  <a:srgbClr val="119C8B"/>
                </a:solidFill>
                <a:latin typeface="Noto Sans CJK KR"/>
                <a:ea typeface="Noto Sans CJK KR"/>
                <a:cs typeface="Noto Sans CJK KR"/>
              </a:rPr>
              <a:t>검증 자산</a:t>
            </a:r>
          </a:p>
        </p:txBody>
      </p:sp>
      <p:sp>
        <p:nvSpPr>
          <p:cNvPr id="31" name="">
            <a:extLst xmlns:a="http://schemas.openxmlformats.org/drawingml/2006/main">
              <a:ext uri="{FF2B5EF4-FFF2-40B4-BE49-F238E27FC236}">
                <a16:creationId xmlns:a16="http://schemas.microsoft.com/office/drawing/2014/main" id="{0B23C5F5-6D92-454E-BA24-B1AE826897E0}"/>
              </a:ext>
            </a:extLst>
          </p:cNvPr>
          <p:cNvSpPr>
            <a:spLocks xmlns:a="http://schemas.openxmlformats.org/drawingml/2006/main" noGrp="1"/>
          </p:cNvSpPr>
          <p:nvPr/>
        </p:nvSpPr>
        <p:spPr>
          <a:xfrm xmlns:a="http://schemas.openxmlformats.org/drawingml/2006/main">
            <a:off x="8286750" y="4171950"/>
            <a:ext cx="31051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177800" indent="-88900">
              <a:spcAft>
                <a:spcPts val="500"/>
              </a:spcAft>
              <a:buChar char="•"/>
              <a:defRPr sz="1050" b="0">
                <a:solidFill>
                  <a:srgbClr val="132238"/>
                </a:solidFill>
                <a:latin typeface="Noto Sans CJK KR"/>
                <a:ea typeface="Noto Sans CJK KR"/>
                <a:cs typeface="Noto Sans CJK KR"/>
              </a:defRPr>
            </a:pPr>
            <a:r>
              <a:rPr sz="1050" b="0">
                <a:solidFill>
                  <a:srgbClr val="132238"/>
                </a:solidFill>
                <a:latin typeface="Noto Sans CJK KR"/>
                <a:ea typeface="Noto Sans CJK KR"/>
                <a:cs typeface="Noto Sans CJK KR"/>
              </a:rPr>
              <a:t>가상기업 접근 규칙 20건 통과</a:t>
            </a:r>
          </a:p>
          <a:p xmlns:a="http://schemas.openxmlformats.org/drawingml/2006/main">
            <a:pPr marL="177800" indent="-88900">
              <a:spcAft>
                <a:spcPts val="500"/>
              </a:spcAft>
              <a:buChar char="•"/>
              <a:defRPr sz="1050" b="0">
                <a:solidFill>
                  <a:srgbClr val="132238"/>
                </a:solidFill>
                <a:latin typeface="Noto Sans CJK KR"/>
                <a:ea typeface="Noto Sans CJK KR"/>
                <a:cs typeface="Noto Sans CJK KR"/>
              </a:defRPr>
            </a:pPr>
            <a:r>
              <a:rPr sz="1050" b="0">
                <a:solidFill>
                  <a:srgbClr val="132238"/>
                </a:solidFill>
                <a:latin typeface="Noto Sans CJK KR"/>
                <a:ea typeface="Noto Sans CJK KR"/>
                <a:cs typeface="Noto Sans CJK KR"/>
              </a:rPr>
              <a:t>C01 7개 사용자 상황 × 27청크 = 189개 메타데이터 검사</a:t>
            </a:r>
          </a:p>
          <a:p xmlns:a="http://schemas.openxmlformats.org/drawingml/2006/main">
            <a:pPr marL="177800" indent="-88900">
              <a:spcAft>
                <a:spcPts val="500"/>
              </a:spcAft>
              <a:buChar char="•"/>
              <a:defRPr sz="1050" b="0">
                <a:solidFill>
                  <a:srgbClr val="132238"/>
                </a:solidFill>
                <a:latin typeface="Noto Sans CJK KR"/>
                <a:ea typeface="Noto Sans CJK KR"/>
                <a:cs typeface="Noto Sans CJK KR"/>
              </a:defRPr>
            </a:pPr>
            <a:r>
              <a:rPr sz="1050" b="0">
                <a:solidFill>
                  <a:srgbClr val="132238"/>
                </a:solidFill>
                <a:latin typeface="Noto Sans CJK KR"/>
                <a:ea typeface="Noto Sans CJK KR"/>
                <a:cs typeface="Noto Sans CJK KR"/>
              </a:rPr>
              <a:t>데모 오류 주입 검사에서 L2 혼입·타회사 ID·기대답 유입 거부</a:t>
            </a:r>
          </a:p>
        </p:txBody>
      </p:sp>
      <p:sp>
        <p:nvSpPr>
          <p:cNvPr id="32" name="">
            <a:extLst xmlns:a="http://schemas.openxmlformats.org/drawingml/2006/main">
              <a:ext uri="{FF2B5EF4-FFF2-40B4-BE49-F238E27FC236}">
                <a16:creationId xmlns:a16="http://schemas.microsoft.com/office/drawing/2014/main" id="{D154279E-CA9D-4A14-8132-10D668E4937F}"/>
              </a:ext>
            </a:extLst>
          </p:cNvPr>
          <p:cNvSpPr>
            <a:spLocks xmlns:a="http://schemas.openxmlformats.org/drawingml/2006/main" noGrp="1"/>
          </p:cNvSpPr>
          <p:nvPr/>
        </p:nvSpPr>
        <p:spPr>
          <a:xfrm xmlns:a="http://schemas.openxmlformats.org/drawingml/2006/main">
            <a:off x="514350" y="6353175"/>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33" name="">
            <a:extLst xmlns:a="http://schemas.openxmlformats.org/drawingml/2006/main">
              <a:ext uri="{FF2B5EF4-FFF2-40B4-BE49-F238E27FC236}">
                <a16:creationId xmlns:a16="http://schemas.microsoft.com/office/drawing/2014/main" id="{5810D225-2B58-4E8B-A4D3-6F25195CE4EB}"/>
              </a:ext>
            </a:extLst>
          </p:cNvPr>
          <p:cNvSpPr>
            <a:spLocks xmlns:a="http://schemas.openxmlformats.org/drawingml/2006/main" noGrp="1"/>
          </p:cNvSpPr>
          <p:nvPr/>
        </p:nvSpPr>
        <p:spPr>
          <a:xfrm xmlns:a="http://schemas.openxmlformats.org/drawingml/2006/main">
            <a:off x="533400" y="6457950"/>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0">
                <a:solidFill>
                  <a:srgbClr val="52657A"/>
                </a:solidFill>
                <a:latin typeface="Noto Sans CJK KR"/>
                <a:ea typeface="Noto Sans CJK KR"/>
                <a:cs typeface="Noto Sans CJK KR"/>
              </a:defRPr>
            </a:pPr>
            <a:r>
              <a:rPr sz="825" b="0">
                <a:solidFill>
                  <a:srgbClr val="52657A"/>
                </a:solidFill>
                <a:latin typeface="Noto Sans CJK KR"/>
                <a:ea typeface="Noto Sans CJK KR"/>
                <a:cs typeface="Noto Sans CJK KR"/>
              </a:rPr>
              <a:t>오프라인 정책 검사와 실서비스 침투·보안 검증은 구분</a:t>
            </a:r>
          </a:p>
        </p:txBody>
      </p:sp>
      <p:sp>
        <p:nvSpPr>
          <p:cNvPr id="34" name="">
            <a:extLst xmlns:a="http://schemas.openxmlformats.org/drawingml/2006/main">
              <a:ext uri="{FF2B5EF4-FFF2-40B4-BE49-F238E27FC236}">
                <a16:creationId xmlns:a16="http://schemas.microsoft.com/office/drawing/2014/main" id="{F3E25F35-2E27-4A67-B42A-7A604D46476B}"/>
              </a:ext>
            </a:extLst>
          </p:cNvPr>
          <p:cNvSpPr>
            <a:spLocks xmlns:a="http://schemas.openxmlformats.org/drawingml/2006/main" noGrp="1"/>
          </p:cNvSpPr>
          <p:nvPr/>
        </p:nvSpPr>
        <p:spPr>
          <a:xfrm xmlns:a="http://schemas.openxmlformats.org/drawingml/2006/main">
            <a:off x="10001250" y="6457950"/>
            <a:ext cx="1676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1">
                <a:solidFill>
                  <a:srgbClr val="183B5B"/>
                </a:solidFill>
                <a:latin typeface="Noto Sans CJK KR"/>
                <a:ea typeface="Noto Sans CJK KR"/>
                <a:cs typeface="Noto Sans CJK KR"/>
              </a:defRPr>
            </a:pPr>
            <a:r>
              <a:rPr sz="825" b="1">
                <a:solidFill>
                  <a:srgbClr val="183B5B"/>
                </a:solidFill>
                <a:latin typeface="Noto Sans CJK KR"/>
                <a:ea typeface="Noto Sans CJK KR"/>
                <a:cs typeface="Noto Sans CJK KR"/>
              </a:rPr>
              <a:t>ASTRA · ko-LettuceDetect</a:t>
            </a:r>
          </a:p>
        </p:txBody>
      </p:sp>
    </p:spTree>
    <p:extLst>
      <p:ext uri="{BB962C8B-B14F-4D97-AF65-F5344CB8AC3E}">
        <p14:creationId xmlns:p14="http://schemas.microsoft.com/office/powerpoint/2010/main" val="752203982"/>
      </p:ext>
    </p:extLst>
  </p:cSld>
</p:sld>
</file>

<file path=ppt/slides/slide1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50F71A91-1696-4ADB-9EC7-D2B4A660EF28}"/>
              </a:ext>
            </a:extLst>
          </p:cNvPr>
          <p:cNvSpPr>
            <a:spLocks xmlns:a="http://schemas.openxmlformats.org/drawingml/2006/main" noGrp="1"/>
          </p:cNvSpPr>
          <p:nvPr/>
        </p:nvSpPr>
        <p:spPr>
          <a:xfrm xmlns:a="http://schemas.openxmlformats.org/drawingml/2006/main">
            <a:off x="5143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119C8B"/>
                </a:solidFill>
                <a:latin typeface="Noto Sans CJK KR"/>
                <a:ea typeface="Noto Sans CJK KR"/>
                <a:cs typeface="Noto Sans CJK KR"/>
              </a:defRPr>
            </a:pPr>
            <a:r>
              <a:rPr sz="975" b="1">
                <a:solidFill>
                  <a:srgbClr val="119C8B"/>
                </a:solidFill>
                <a:latin typeface="Noto Sans CJK KR"/>
                <a:ea typeface="Noto Sans CJK KR"/>
                <a:cs typeface="Noto Sans CJK KR"/>
              </a:rPr>
              <a:t>권한형 RAG</a:t>
            </a:r>
          </a:p>
        </p:txBody>
      </p:sp>
      <p:sp>
        <p:nvSpPr>
          <p:cNvPr id="2" name="">
            <a:extLst xmlns:a="http://schemas.openxmlformats.org/drawingml/2006/main">
              <a:ext uri="{FF2B5EF4-FFF2-40B4-BE49-F238E27FC236}">
                <a16:creationId xmlns:a16="http://schemas.microsoft.com/office/drawing/2014/main" id="{A5A56A09-1F2B-4BE7-8AEA-14EC909B5748}"/>
              </a:ext>
            </a:extLst>
          </p:cNvPr>
          <p:cNvSpPr>
            <a:spLocks xmlns:a="http://schemas.openxmlformats.org/drawingml/2006/main" noGrp="1"/>
          </p:cNvSpPr>
          <p:nvPr/>
        </p:nvSpPr>
        <p:spPr>
          <a:xfrm xmlns:a="http://schemas.openxmlformats.org/drawingml/2006/main">
            <a:off x="514350" y="457200"/>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132238"/>
                </a:solidFill>
                <a:latin typeface="Noto Sans CJK KR"/>
                <a:ea typeface="Noto Sans CJK KR"/>
                <a:cs typeface="Noto Sans CJK KR"/>
              </a:defRPr>
            </a:pPr>
            <a:r>
              <a:rPr sz="2325" b="1">
                <a:solidFill>
                  <a:srgbClr val="132238"/>
                </a:solidFill>
                <a:latin typeface="Noto Sans CJK KR"/>
                <a:ea typeface="Noto Sans CJK KR"/>
                <a:cs typeface="Noto Sans CJK KR"/>
              </a:rPr>
              <a:t>색인은 정본·버전·문자 위치를 함께 보존한다</a:t>
            </a:r>
          </a:p>
        </p:txBody>
      </p:sp>
      <p:sp>
        <p:nvSpPr>
          <p:cNvPr id="3" name="">
            <a:extLst xmlns:a="http://schemas.openxmlformats.org/drawingml/2006/main">
              <a:ext uri="{FF2B5EF4-FFF2-40B4-BE49-F238E27FC236}">
                <a16:creationId xmlns:a16="http://schemas.microsoft.com/office/drawing/2014/main" id="{26829DDD-075E-44ED-AF8F-F49302A599D9}"/>
              </a:ext>
            </a:extLst>
          </p:cNvPr>
          <p:cNvSpPr>
            <a:spLocks xmlns:a="http://schemas.openxmlformats.org/drawingml/2006/main" noGrp="1"/>
          </p:cNvSpPr>
          <p:nvPr/>
        </p:nvSpPr>
        <p:spPr>
          <a:xfrm xmlns:a="http://schemas.openxmlformats.org/drawingml/2006/main">
            <a:off x="533400" y="923925"/>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2657A"/>
                </a:solidFill>
                <a:latin typeface="Noto Sans CJK KR"/>
                <a:ea typeface="Noto Sans CJK KR"/>
                <a:cs typeface="Noto Sans CJK KR"/>
              </a:defRPr>
            </a:pPr>
            <a:r>
              <a:rPr sz="1200" b="0">
                <a:solidFill>
                  <a:srgbClr val="52657A"/>
                </a:solidFill>
                <a:latin typeface="Noto Sans CJK KR"/>
                <a:ea typeface="Noto Sans CJK KR"/>
                <a:cs typeface="Noto Sans CJK KR"/>
              </a:rPr>
              <a:t>긴 문서는 의미 단위 parent chunk를 만들고 임베딩 window와 생성 근거를 분리</a:t>
            </a:r>
          </a:p>
        </p:txBody>
      </p:sp>
      <p:sp>
        <p:nvSpPr>
          <p:cNvPr id="4" name="">
            <a:extLst xmlns:a="http://schemas.openxmlformats.org/drawingml/2006/main">
              <a:ext uri="{FF2B5EF4-FFF2-40B4-BE49-F238E27FC236}">
                <a16:creationId xmlns:a16="http://schemas.microsoft.com/office/drawing/2014/main" id="{6381F594-E565-43C0-B808-8F45384636F6}"/>
              </a:ext>
            </a:extLst>
          </p:cNvPr>
          <p:cNvSpPr>
            <a:spLocks xmlns:a="http://schemas.openxmlformats.org/drawingml/2006/main" noGrp="1"/>
          </p:cNvSpPr>
          <p:nvPr/>
        </p:nvSpPr>
        <p:spPr>
          <a:xfrm xmlns:a="http://schemas.openxmlformats.org/drawingml/2006/main">
            <a:off x="514350" y="1257300"/>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5" name="">
            <a:extLst xmlns:a="http://schemas.openxmlformats.org/drawingml/2006/main">
              <a:ext uri="{FF2B5EF4-FFF2-40B4-BE49-F238E27FC236}">
                <a16:creationId xmlns:a16="http://schemas.microsoft.com/office/drawing/2014/main" id="{B4769B06-6C09-40B6-89E8-A1A02EE82651}"/>
              </a:ext>
            </a:extLst>
          </p:cNvPr>
          <p:cNvSpPr>
            <a:spLocks xmlns:a="http://schemas.openxmlformats.org/drawingml/2006/main" noGrp="1"/>
          </p:cNvSpPr>
          <p:nvPr/>
        </p:nvSpPr>
        <p:spPr>
          <a:xfrm xmlns:a="http://schemas.openxmlformats.org/drawingml/2006/main">
            <a:off x="11201400" y="209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52657A"/>
                </a:solidFill>
                <a:latin typeface="Noto Sans CJK KR"/>
                <a:ea typeface="Noto Sans CJK KR"/>
                <a:cs typeface="Noto Sans CJK KR"/>
              </a:defRPr>
            </a:pPr>
            <a:r>
              <a:rPr sz="975" b="1">
                <a:solidFill>
                  <a:srgbClr val="52657A"/>
                </a:solidFill>
                <a:latin typeface="Noto Sans CJK KR"/>
                <a:ea typeface="Noto Sans CJK KR"/>
                <a:cs typeface="Noto Sans CJK KR"/>
              </a:rPr>
              <a:t>19</a:t>
            </a:r>
          </a:p>
        </p:txBody>
      </p:sp>
      <p:sp>
        <p:nvSpPr>
          <p:cNvPr id="6" name="">
            <a:extLst xmlns:a="http://schemas.openxmlformats.org/drawingml/2006/main">
              <a:ext uri="{FF2B5EF4-FFF2-40B4-BE49-F238E27FC236}">
                <a16:creationId xmlns:a16="http://schemas.microsoft.com/office/drawing/2014/main" id="{02F317B3-FA1B-410B-95AA-9302310C2F90}"/>
              </a:ext>
            </a:extLst>
          </p:cNvPr>
          <p:cNvSpPr>
            <a:spLocks xmlns:a="http://schemas.openxmlformats.org/drawingml/2006/main" noGrp="1"/>
          </p:cNvSpPr>
          <p:nvPr/>
        </p:nvSpPr>
        <p:spPr>
          <a:xfrm xmlns:a="http://schemas.openxmlformats.org/drawingml/2006/main">
            <a:off x="514350" y="1619250"/>
            <a:ext cx="2571750" cy="1362075"/>
          </a:xfrm>
          <a:prstGeom xmlns:a="http://schemas.openxmlformats.org/drawingml/2006/main" prst="roundRect">
            <a:avLst>
              <a:gd name="adj" fmla="val 5594"/>
            </a:avLst>
          </a:prstGeom>
          <a:solidFill xmlns:a="http://schemas.openxmlformats.org/drawingml/2006/main">
            <a:srgbClr val="FFFFFF"/>
          </a:solidFill>
          <a:ln xmlns:a="http://schemas.openxmlformats.org/drawingml/2006/main" w="9525">
            <a:solidFill>
              <a:srgbClr val="CFD9E6"/>
            </a:solidFill>
          </a:ln>
        </p:spPr>
      </p:sp>
      <p:sp>
        <p:nvSpPr>
          <p:cNvPr id="7" name="">
            <a:extLst xmlns:a="http://schemas.openxmlformats.org/drawingml/2006/main">
              <a:ext uri="{FF2B5EF4-FFF2-40B4-BE49-F238E27FC236}">
                <a16:creationId xmlns:a16="http://schemas.microsoft.com/office/drawing/2014/main" id="{D15BEB3B-DD54-40D9-8BEE-799C0FCE090F}"/>
              </a:ext>
            </a:extLst>
          </p:cNvPr>
          <p:cNvSpPr>
            <a:spLocks xmlns:a="http://schemas.openxmlformats.org/drawingml/2006/main" noGrp="1"/>
          </p:cNvSpPr>
          <p:nvPr/>
        </p:nvSpPr>
        <p:spPr>
          <a:xfrm xmlns:a="http://schemas.openxmlformats.org/drawingml/2006/main">
            <a:off x="514350" y="1619250"/>
            <a:ext cx="57150" cy="1362075"/>
          </a:xfrm>
          <a:prstGeom xmlns:a="http://schemas.openxmlformats.org/drawingml/2006/main" prst="rect">
            <a:avLst/>
          </a:prstGeom>
          <a:solidFill xmlns:a="http://schemas.openxmlformats.org/drawingml/2006/main">
            <a:srgbClr val="2F6BFF"/>
          </a:solidFill>
          <a:ln xmlns:a="http://schemas.openxmlformats.org/drawingml/2006/main" w="9525">
            <a:solidFill>
              <a:srgbClr val="2F6BFF"/>
            </a:solidFill>
          </a:ln>
        </p:spPr>
      </p:sp>
      <p:sp>
        <p:nvSpPr>
          <p:cNvPr id="8" name="">
            <a:extLst xmlns:a="http://schemas.openxmlformats.org/drawingml/2006/main">
              <a:ext uri="{FF2B5EF4-FFF2-40B4-BE49-F238E27FC236}">
                <a16:creationId xmlns:a16="http://schemas.microsoft.com/office/drawing/2014/main" id="{B553473D-D473-454B-961F-67AE6D6FA583}"/>
              </a:ext>
            </a:extLst>
          </p:cNvPr>
          <p:cNvSpPr>
            <a:spLocks xmlns:a="http://schemas.openxmlformats.org/drawingml/2006/main" noGrp="1"/>
          </p:cNvSpPr>
          <p:nvPr/>
        </p:nvSpPr>
        <p:spPr>
          <a:xfrm xmlns:a="http://schemas.openxmlformats.org/drawingml/2006/main">
            <a:off x="676275" y="1743075"/>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32238"/>
                </a:solidFill>
                <a:latin typeface="Noto Sans CJK KR"/>
                <a:ea typeface="Noto Sans CJK KR"/>
                <a:cs typeface="Noto Sans CJK KR"/>
              </a:defRPr>
            </a:pPr>
            <a:r>
              <a:rPr sz="1350" b="1">
                <a:solidFill>
                  <a:srgbClr val="132238"/>
                </a:solidFill>
                <a:latin typeface="Noto Sans CJK KR"/>
                <a:ea typeface="Noto Sans CJK KR"/>
                <a:cs typeface="Noto Sans CJK KR"/>
              </a:rPr>
              <a:t>문서 정본</a:t>
            </a:r>
          </a:p>
        </p:txBody>
      </p:sp>
      <p:sp>
        <p:nvSpPr>
          <p:cNvPr id="9" name="">
            <a:extLst xmlns:a="http://schemas.openxmlformats.org/drawingml/2006/main">
              <a:ext uri="{FF2B5EF4-FFF2-40B4-BE49-F238E27FC236}">
                <a16:creationId xmlns:a16="http://schemas.microsoft.com/office/drawing/2014/main" id="{43FBAC87-7271-4418-ABC4-DC95D96BA29A}"/>
              </a:ext>
            </a:extLst>
          </p:cNvPr>
          <p:cNvSpPr>
            <a:spLocks xmlns:a="http://schemas.openxmlformats.org/drawingml/2006/main" noGrp="1"/>
          </p:cNvSpPr>
          <p:nvPr/>
        </p:nvSpPr>
        <p:spPr>
          <a:xfrm xmlns:a="http://schemas.openxmlformats.org/drawingml/2006/main">
            <a:off x="676275" y="2076450"/>
            <a:ext cx="22669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document_id · version · SHA-256</a:t>
            </a:r>
          </a:p>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원본 binary hash 대조</a:t>
            </a:r>
          </a:p>
        </p:txBody>
      </p:sp>
      <p:sp>
        <p:nvSpPr>
          <p:cNvPr id="10" name="">
            <a:extLst xmlns:a="http://schemas.openxmlformats.org/drawingml/2006/main">
              <a:ext uri="{FF2B5EF4-FFF2-40B4-BE49-F238E27FC236}">
                <a16:creationId xmlns:a16="http://schemas.microsoft.com/office/drawing/2014/main" id="{36BD1252-9667-4446-B056-B4CDB2C26AC6}"/>
              </a:ext>
            </a:extLst>
          </p:cNvPr>
          <p:cNvSpPr>
            <a:spLocks xmlns:a="http://schemas.openxmlformats.org/drawingml/2006/main" noGrp="1"/>
          </p:cNvSpPr>
          <p:nvPr/>
        </p:nvSpPr>
        <p:spPr>
          <a:xfrm xmlns:a="http://schemas.openxmlformats.org/drawingml/2006/main">
            <a:off x="3305175" y="1619250"/>
            <a:ext cx="2571750" cy="1362075"/>
          </a:xfrm>
          <a:prstGeom xmlns:a="http://schemas.openxmlformats.org/drawingml/2006/main" prst="roundRect">
            <a:avLst>
              <a:gd name="adj" fmla="val 5594"/>
            </a:avLst>
          </a:prstGeom>
          <a:solidFill xmlns:a="http://schemas.openxmlformats.org/drawingml/2006/main">
            <a:srgbClr val="FFFFFF"/>
          </a:solidFill>
          <a:ln xmlns:a="http://schemas.openxmlformats.org/drawingml/2006/main" w="9525">
            <a:solidFill>
              <a:srgbClr val="CFD9E6"/>
            </a:solidFill>
          </a:ln>
        </p:spPr>
      </p:sp>
      <p:sp>
        <p:nvSpPr>
          <p:cNvPr id="11" name="">
            <a:extLst xmlns:a="http://schemas.openxmlformats.org/drawingml/2006/main">
              <a:ext uri="{FF2B5EF4-FFF2-40B4-BE49-F238E27FC236}">
                <a16:creationId xmlns:a16="http://schemas.microsoft.com/office/drawing/2014/main" id="{A2602001-C848-46E7-9B74-F072383F3BEC}"/>
              </a:ext>
            </a:extLst>
          </p:cNvPr>
          <p:cNvSpPr>
            <a:spLocks xmlns:a="http://schemas.openxmlformats.org/drawingml/2006/main" noGrp="1"/>
          </p:cNvSpPr>
          <p:nvPr/>
        </p:nvSpPr>
        <p:spPr>
          <a:xfrm xmlns:a="http://schemas.openxmlformats.org/drawingml/2006/main">
            <a:off x="3305175" y="1619250"/>
            <a:ext cx="57150" cy="1362075"/>
          </a:xfrm>
          <a:prstGeom xmlns:a="http://schemas.openxmlformats.org/drawingml/2006/main" prst="rect">
            <a:avLst/>
          </a:prstGeom>
          <a:solidFill xmlns:a="http://schemas.openxmlformats.org/drawingml/2006/main">
            <a:srgbClr val="119C8B"/>
          </a:solidFill>
          <a:ln xmlns:a="http://schemas.openxmlformats.org/drawingml/2006/main" w="9525">
            <a:solidFill>
              <a:srgbClr val="119C8B"/>
            </a:solidFill>
          </a:ln>
        </p:spPr>
      </p:sp>
      <p:sp>
        <p:nvSpPr>
          <p:cNvPr id="12" name="">
            <a:extLst xmlns:a="http://schemas.openxmlformats.org/drawingml/2006/main">
              <a:ext uri="{FF2B5EF4-FFF2-40B4-BE49-F238E27FC236}">
                <a16:creationId xmlns:a16="http://schemas.microsoft.com/office/drawing/2014/main" id="{02365FB4-C289-4485-BCC8-323981944BB7}"/>
              </a:ext>
            </a:extLst>
          </p:cNvPr>
          <p:cNvSpPr>
            <a:spLocks xmlns:a="http://schemas.openxmlformats.org/drawingml/2006/main" noGrp="1"/>
          </p:cNvSpPr>
          <p:nvPr/>
        </p:nvSpPr>
        <p:spPr>
          <a:xfrm xmlns:a="http://schemas.openxmlformats.org/drawingml/2006/main">
            <a:off x="3467100" y="1743075"/>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32238"/>
                </a:solidFill>
                <a:latin typeface="Noto Sans CJK KR"/>
                <a:ea typeface="Noto Sans CJK KR"/>
                <a:cs typeface="Noto Sans CJK KR"/>
              </a:defRPr>
            </a:pPr>
            <a:r>
              <a:rPr sz="1350" b="1">
                <a:solidFill>
                  <a:srgbClr val="132238"/>
                </a:solidFill>
                <a:latin typeface="Noto Sans CJK KR"/>
                <a:ea typeface="Noto Sans CJK KR"/>
                <a:cs typeface="Noto Sans CJK KR"/>
              </a:rPr>
              <a:t>Parent chunk</a:t>
            </a:r>
          </a:p>
        </p:txBody>
      </p:sp>
      <p:sp>
        <p:nvSpPr>
          <p:cNvPr id="13" name="">
            <a:extLst xmlns:a="http://schemas.openxmlformats.org/drawingml/2006/main">
              <a:ext uri="{FF2B5EF4-FFF2-40B4-BE49-F238E27FC236}">
                <a16:creationId xmlns:a16="http://schemas.microsoft.com/office/drawing/2014/main" id="{A0B6DD17-490A-4A85-BA45-07455B221C4F}"/>
              </a:ext>
            </a:extLst>
          </p:cNvPr>
          <p:cNvSpPr>
            <a:spLocks xmlns:a="http://schemas.openxmlformats.org/drawingml/2006/main" noGrp="1"/>
          </p:cNvSpPr>
          <p:nvPr/>
        </p:nvSpPr>
        <p:spPr>
          <a:xfrm xmlns:a="http://schemas.openxmlformats.org/drawingml/2006/main">
            <a:off x="3467100" y="2076450"/>
            <a:ext cx="22669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최대 1,800자 · overlap 240자</a:t>
            </a:r>
          </a:p>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회사 entity는 온전하게 재사용</a:t>
            </a:r>
          </a:p>
        </p:txBody>
      </p:sp>
      <p:sp>
        <p:nvSpPr>
          <p:cNvPr id="14" name="">
            <a:extLst xmlns:a="http://schemas.openxmlformats.org/drawingml/2006/main">
              <a:ext uri="{FF2B5EF4-FFF2-40B4-BE49-F238E27FC236}">
                <a16:creationId xmlns:a16="http://schemas.microsoft.com/office/drawing/2014/main" id="{9C7379CE-6BC6-4725-A91A-65C30DFCCD29}"/>
              </a:ext>
            </a:extLst>
          </p:cNvPr>
          <p:cNvSpPr>
            <a:spLocks xmlns:a="http://schemas.openxmlformats.org/drawingml/2006/main" noGrp="1"/>
          </p:cNvSpPr>
          <p:nvPr/>
        </p:nvSpPr>
        <p:spPr>
          <a:xfrm xmlns:a="http://schemas.openxmlformats.org/drawingml/2006/main">
            <a:off x="6096000" y="1619250"/>
            <a:ext cx="2571750" cy="1362075"/>
          </a:xfrm>
          <a:prstGeom xmlns:a="http://schemas.openxmlformats.org/drawingml/2006/main" prst="roundRect">
            <a:avLst>
              <a:gd name="adj" fmla="val 5594"/>
            </a:avLst>
          </a:prstGeom>
          <a:solidFill xmlns:a="http://schemas.openxmlformats.org/drawingml/2006/main">
            <a:srgbClr val="FFFFFF"/>
          </a:solidFill>
          <a:ln xmlns:a="http://schemas.openxmlformats.org/drawingml/2006/main" w="9525">
            <a:solidFill>
              <a:srgbClr val="CFD9E6"/>
            </a:solidFill>
          </a:ln>
        </p:spPr>
      </p:sp>
      <p:sp>
        <p:nvSpPr>
          <p:cNvPr id="15" name="">
            <a:extLst xmlns:a="http://schemas.openxmlformats.org/drawingml/2006/main">
              <a:ext uri="{FF2B5EF4-FFF2-40B4-BE49-F238E27FC236}">
                <a16:creationId xmlns:a16="http://schemas.microsoft.com/office/drawing/2014/main" id="{41FB9C0B-2831-4781-949D-DCAE9AF4D41B}"/>
              </a:ext>
            </a:extLst>
          </p:cNvPr>
          <p:cNvSpPr>
            <a:spLocks xmlns:a="http://schemas.openxmlformats.org/drawingml/2006/main" noGrp="1"/>
          </p:cNvSpPr>
          <p:nvPr/>
        </p:nvSpPr>
        <p:spPr>
          <a:xfrm xmlns:a="http://schemas.openxmlformats.org/drawingml/2006/main">
            <a:off x="6096000" y="1619250"/>
            <a:ext cx="57150" cy="1362075"/>
          </a:xfrm>
          <a:prstGeom xmlns:a="http://schemas.openxmlformats.org/drawingml/2006/main" prst="rect">
            <a:avLst/>
          </a:prstGeom>
          <a:solidFill xmlns:a="http://schemas.openxmlformats.org/drawingml/2006/main">
            <a:srgbClr val="F29B38"/>
          </a:solidFill>
          <a:ln xmlns:a="http://schemas.openxmlformats.org/drawingml/2006/main" w="9525">
            <a:solidFill>
              <a:srgbClr val="F29B38"/>
            </a:solidFill>
          </a:ln>
        </p:spPr>
      </p:sp>
      <p:sp>
        <p:nvSpPr>
          <p:cNvPr id="16" name="">
            <a:extLst xmlns:a="http://schemas.openxmlformats.org/drawingml/2006/main">
              <a:ext uri="{FF2B5EF4-FFF2-40B4-BE49-F238E27FC236}">
                <a16:creationId xmlns:a16="http://schemas.microsoft.com/office/drawing/2014/main" id="{ED96FF3B-D124-44C6-846F-C0F6E459F93E}"/>
              </a:ext>
            </a:extLst>
          </p:cNvPr>
          <p:cNvSpPr>
            <a:spLocks xmlns:a="http://schemas.openxmlformats.org/drawingml/2006/main" noGrp="1"/>
          </p:cNvSpPr>
          <p:nvPr/>
        </p:nvSpPr>
        <p:spPr>
          <a:xfrm xmlns:a="http://schemas.openxmlformats.org/drawingml/2006/main">
            <a:off x="6257925" y="1743075"/>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32238"/>
                </a:solidFill>
                <a:latin typeface="Noto Sans CJK KR"/>
                <a:ea typeface="Noto Sans CJK KR"/>
                <a:cs typeface="Noto Sans CJK KR"/>
              </a:defRPr>
            </a:pPr>
            <a:r>
              <a:rPr sz="1350" b="1">
                <a:solidFill>
                  <a:srgbClr val="132238"/>
                </a:solidFill>
                <a:latin typeface="Noto Sans CJK KR"/>
                <a:ea typeface="Noto Sans CJK KR"/>
                <a:cs typeface="Noto Sans CJK KR"/>
              </a:rPr>
              <a:t>Offset</a:t>
            </a:r>
          </a:p>
        </p:txBody>
      </p:sp>
      <p:sp>
        <p:nvSpPr>
          <p:cNvPr id="17" name="">
            <a:extLst xmlns:a="http://schemas.openxmlformats.org/drawingml/2006/main">
              <a:ext uri="{FF2B5EF4-FFF2-40B4-BE49-F238E27FC236}">
                <a16:creationId xmlns:a16="http://schemas.microsoft.com/office/drawing/2014/main" id="{6734B54F-AFFD-4EDA-B327-9BC86547F539}"/>
              </a:ext>
            </a:extLst>
          </p:cNvPr>
          <p:cNvSpPr>
            <a:spLocks xmlns:a="http://schemas.openxmlformats.org/drawingml/2006/main" noGrp="1"/>
          </p:cNvSpPr>
          <p:nvPr/>
        </p:nvSpPr>
        <p:spPr>
          <a:xfrm xmlns:a="http://schemas.openxmlformats.org/drawingml/2006/main">
            <a:off x="6257925" y="2076450"/>
            <a:ext cx="22669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Unicode code point</a:t>
            </a:r>
          </a:p>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[start, end) · LF 기준</a:t>
            </a:r>
          </a:p>
        </p:txBody>
      </p:sp>
      <p:sp>
        <p:nvSpPr>
          <p:cNvPr id="18" name="">
            <a:extLst xmlns:a="http://schemas.openxmlformats.org/drawingml/2006/main">
              <a:ext uri="{FF2B5EF4-FFF2-40B4-BE49-F238E27FC236}">
                <a16:creationId xmlns:a16="http://schemas.microsoft.com/office/drawing/2014/main" id="{100D6628-EF95-400D-8AD0-E357DC01E220}"/>
              </a:ext>
            </a:extLst>
          </p:cNvPr>
          <p:cNvSpPr>
            <a:spLocks xmlns:a="http://schemas.openxmlformats.org/drawingml/2006/main" noGrp="1"/>
          </p:cNvSpPr>
          <p:nvPr/>
        </p:nvSpPr>
        <p:spPr>
          <a:xfrm xmlns:a="http://schemas.openxmlformats.org/drawingml/2006/main">
            <a:off x="8886825" y="1619250"/>
            <a:ext cx="2571750" cy="1362075"/>
          </a:xfrm>
          <a:prstGeom xmlns:a="http://schemas.openxmlformats.org/drawingml/2006/main" prst="roundRect">
            <a:avLst>
              <a:gd name="adj" fmla="val 5594"/>
            </a:avLst>
          </a:prstGeom>
          <a:solidFill xmlns:a="http://schemas.openxmlformats.org/drawingml/2006/main">
            <a:srgbClr val="FFFFFF"/>
          </a:solidFill>
          <a:ln xmlns:a="http://schemas.openxmlformats.org/drawingml/2006/main" w="9525">
            <a:solidFill>
              <a:srgbClr val="CFD9E6"/>
            </a:solidFill>
          </a:ln>
        </p:spPr>
      </p:sp>
      <p:sp>
        <p:nvSpPr>
          <p:cNvPr id="19" name="">
            <a:extLst xmlns:a="http://schemas.openxmlformats.org/drawingml/2006/main">
              <a:ext uri="{FF2B5EF4-FFF2-40B4-BE49-F238E27FC236}">
                <a16:creationId xmlns:a16="http://schemas.microsoft.com/office/drawing/2014/main" id="{0C6290B9-664A-421C-B3B4-0A0CE5527786}"/>
              </a:ext>
            </a:extLst>
          </p:cNvPr>
          <p:cNvSpPr>
            <a:spLocks xmlns:a="http://schemas.openxmlformats.org/drawingml/2006/main" noGrp="1"/>
          </p:cNvSpPr>
          <p:nvPr/>
        </p:nvSpPr>
        <p:spPr>
          <a:xfrm xmlns:a="http://schemas.openxmlformats.org/drawingml/2006/main">
            <a:off x="8886825" y="1619250"/>
            <a:ext cx="57150" cy="1362075"/>
          </a:xfrm>
          <a:prstGeom xmlns:a="http://schemas.openxmlformats.org/drawingml/2006/main" prst="rect">
            <a:avLst/>
          </a:prstGeom>
          <a:solidFill xmlns:a="http://schemas.openxmlformats.org/drawingml/2006/main">
            <a:srgbClr val="D9564A"/>
          </a:solidFill>
          <a:ln xmlns:a="http://schemas.openxmlformats.org/drawingml/2006/main" w="9525">
            <a:solidFill>
              <a:srgbClr val="D9564A"/>
            </a:solidFill>
          </a:ln>
        </p:spPr>
      </p:sp>
      <p:sp>
        <p:nvSpPr>
          <p:cNvPr id="20" name="">
            <a:extLst xmlns:a="http://schemas.openxmlformats.org/drawingml/2006/main">
              <a:ext uri="{FF2B5EF4-FFF2-40B4-BE49-F238E27FC236}">
                <a16:creationId xmlns:a16="http://schemas.microsoft.com/office/drawing/2014/main" id="{17DCE13E-1942-4C9B-818E-1BC028B354E9}"/>
              </a:ext>
            </a:extLst>
          </p:cNvPr>
          <p:cNvSpPr>
            <a:spLocks xmlns:a="http://schemas.openxmlformats.org/drawingml/2006/main" noGrp="1"/>
          </p:cNvSpPr>
          <p:nvPr/>
        </p:nvSpPr>
        <p:spPr>
          <a:xfrm xmlns:a="http://schemas.openxmlformats.org/drawingml/2006/main">
            <a:off x="9048750" y="1743075"/>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32238"/>
                </a:solidFill>
                <a:latin typeface="Noto Sans CJK KR"/>
                <a:ea typeface="Noto Sans CJK KR"/>
                <a:cs typeface="Noto Sans CJK KR"/>
              </a:defRPr>
            </a:pPr>
            <a:r>
              <a:rPr sz="1350" b="1">
                <a:solidFill>
                  <a:srgbClr val="132238"/>
                </a:solidFill>
                <a:latin typeface="Noto Sans CJK KR"/>
                <a:ea typeface="Noto Sans CJK KR"/>
                <a:cs typeface="Noto Sans CJK KR"/>
              </a:rPr>
              <a:t>실패 분리</a:t>
            </a:r>
          </a:p>
        </p:txBody>
      </p:sp>
      <p:sp>
        <p:nvSpPr>
          <p:cNvPr id="21" name="">
            <a:extLst xmlns:a="http://schemas.openxmlformats.org/drawingml/2006/main">
              <a:ext uri="{FF2B5EF4-FFF2-40B4-BE49-F238E27FC236}">
                <a16:creationId xmlns:a16="http://schemas.microsoft.com/office/drawing/2014/main" id="{D976547A-0F97-4E71-BDEA-DE68519A660B}"/>
              </a:ext>
            </a:extLst>
          </p:cNvPr>
          <p:cNvSpPr>
            <a:spLocks xmlns:a="http://schemas.openxmlformats.org/drawingml/2006/main" noGrp="1"/>
          </p:cNvSpPr>
          <p:nvPr/>
        </p:nvSpPr>
        <p:spPr>
          <a:xfrm xmlns:a="http://schemas.openxmlformats.org/drawingml/2006/main">
            <a:off x="9048750" y="2076450"/>
            <a:ext cx="22669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읽을 수 없는 문서 16개</a:t>
            </a:r>
          </a:p>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이번 색인에서 제외·사유 보존</a:t>
            </a:r>
          </a:p>
        </p:txBody>
      </p:sp>
      <p:graphicFrame>
        <p:nvGraphicFramePr>
          <p:cNvPr id="50" name=""/>
          <p:cNvGraphicFramePr/>
          <p:nvPr/>
        </p:nvGraphicFramePr>
        <p:xfrm>
          <a:off xmlns:a="http://schemas.openxmlformats.org/drawingml/2006/main" x="514350" y="3352800"/>
          <a:ext xmlns:a="http://schemas.openxmlformats.org/drawingml/2006/main" cx="6191250" cy="2143125"/>
        </p:xfrm>
        <a:graphic xmlns:a="http://schemas.openxmlformats.org/drawingml/2006/main">
          <a:graphicData uri="http://schemas.openxmlformats.org/drawingml/2006/table">
            <a:tbl>
              <a:tblPr/>
              <a:tblGrid>
                <a:gridCol w="1333500"/>
                <a:gridCol w="1143000"/>
                <a:gridCol w="1238250"/>
                <a:gridCol w="2476500"/>
              </a:tblGrid>
              <a:tr h="428625">
                <a:tc>
                  <a:txBody>
                    <a:bodyPr/>
                    <a:lstStyle/>
                    <a:p>
                      <a:r>
                        <a:rPr sz="1125" b="1">
                          <a:solidFill>
                            <a:srgbClr val="FFFFFF"/>
                          </a:solidFill>
                          <a:latin typeface="Noto Sans CJK KR"/>
                          <a:ea typeface="Noto Sans CJK KR"/>
                          <a:cs typeface="Noto Sans CJK KR"/>
                        </a:rPr>
                        <a:t>등급</a:t>
                      </a:r>
                    </a:p>
                  </a:txBody>
                  <a:tcPr marL="76200" marR="76200" marT="57150" marB="57150" anchor="ctr">
                    <a:solidFill>
                      <a:srgbClr val="183B5B"/>
                    </a:solidFill>
                  </a:tcPr>
                </a:tc>
                <a:tc>
                  <a:txBody>
                    <a:bodyPr/>
                    <a:lstStyle/>
                    <a:p>
                      <a:r>
                        <a:rPr sz="1125" b="1">
                          <a:solidFill>
                            <a:srgbClr val="FFFFFF"/>
                          </a:solidFill>
                          <a:latin typeface="Noto Sans CJK KR"/>
                          <a:ea typeface="Noto Sans CJK KR"/>
                          <a:cs typeface="Noto Sans CJK KR"/>
                        </a:rPr>
                        <a:t>문서</a:t>
                      </a:r>
                    </a:p>
                  </a:txBody>
                  <a:tcPr marL="76200" marR="76200" marT="57150" marB="57150" anchor="ctr">
                    <a:solidFill>
                      <a:srgbClr val="183B5B"/>
                    </a:solidFill>
                  </a:tcPr>
                </a:tc>
                <a:tc>
                  <a:txBody>
                    <a:bodyPr/>
                    <a:lstStyle/>
                    <a:p>
                      <a:r>
                        <a:rPr sz="1125" b="1">
                          <a:solidFill>
                            <a:srgbClr val="FFFFFF"/>
                          </a:solidFill>
                          <a:latin typeface="Noto Sans CJK KR"/>
                          <a:ea typeface="Noto Sans CJK KR"/>
                          <a:cs typeface="Noto Sans CJK KR"/>
                        </a:rPr>
                        <a:t>청크</a:t>
                      </a:r>
                    </a:p>
                  </a:txBody>
                  <a:tcPr marL="76200" marR="76200" marT="57150" marB="57150" anchor="ctr">
                    <a:solidFill>
                      <a:srgbClr val="183B5B"/>
                    </a:solidFill>
                  </a:tcPr>
                </a:tc>
                <a:tc>
                  <a:txBody>
                    <a:bodyPr/>
                    <a:lstStyle/>
                    <a:p>
                      <a:r>
                        <a:rPr sz="1125" b="1">
                          <a:solidFill>
                            <a:srgbClr val="FFFFFF"/>
                          </a:solidFill>
                          <a:latin typeface="Noto Sans CJK KR"/>
                          <a:ea typeface="Noto Sans CJK KR"/>
                          <a:cs typeface="Noto Sans CJK KR"/>
                        </a:rPr>
                        <a:t>문서당 평균 청크</a:t>
                      </a:r>
                    </a:p>
                  </a:txBody>
                  <a:tcPr marL="76200" marR="76200" marT="57150" marB="57150" anchor="ctr">
                    <a:solidFill>
                      <a:srgbClr val="183B5B"/>
                    </a:solidFill>
                  </a:tcPr>
                </a:tc>
              </a:tr>
              <a:tr h="428625">
                <a:tc>
                  <a:txBody>
                    <a:bodyPr/>
                    <a:lstStyle/>
                    <a:p>
                      <a:r>
                        <a:rPr sz="1125">
                          <a:solidFill>
                            <a:srgbClr val="132238"/>
                          </a:solidFill>
                          <a:latin typeface="Noto Sans CJK KR"/>
                          <a:ea typeface="Noto Sans CJK KR"/>
                          <a:cs typeface="Noto Sans CJK KR"/>
                        </a:rPr>
                        <a:t>L1</a:t>
                      </a:r>
                    </a:p>
                  </a:txBody>
                  <a:tcPr marL="76200" marR="76200" marT="57150" marB="57150" anchor="ctr">
                    <a:solidFill>
                      <a:srgbClr val="FFFFFF"/>
                    </a:solidFill>
                  </a:tcPr>
                </a:tc>
                <a:tc>
                  <a:txBody>
                    <a:bodyPr/>
                    <a:lstStyle/>
                    <a:p>
                      <a:r>
                        <a:rPr sz="1125">
                          <a:solidFill>
                            <a:srgbClr val="132238"/>
                          </a:solidFill>
                          <a:latin typeface="Noto Sans CJK KR"/>
                          <a:ea typeface="Noto Sans CJK KR"/>
                          <a:cs typeface="Noto Sans CJK KR"/>
                        </a:rPr>
                        <a:t>167</a:t>
                      </a:r>
                    </a:p>
                  </a:txBody>
                  <a:tcPr marL="76200" marR="76200" marT="57150" marB="57150" anchor="ctr">
                    <a:solidFill>
                      <a:srgbClr val="FFFFFF"/>
                    </a:solidFill>
                  </a:tcPr>
                </a:tc>
                <a:tc>
                  <a:txBody>
                    <a:bodyPr/>
                    <a:lstStyle/>
                    <a:p>
                      <a:r>
                        <a:rPr sz="1125">
                          <a:solidFill>
                            <a:srgbClr val="132238"/>
                          </a:solidFill>
                          <a:latin typeface="Noto Sans CJK KR"/>
                          <a:ea typeface="Noto Sans CJK KR"/>
                          <a:cs typeface="Noto Sans CJK KR"/>
                        </a:rPr>
                        <a:t>3,002</a:t>
                      </a:r>
                    </a:p>
                  </a:txBody>
                  <a:tcPr marL="76200" marR="76200" marT="57150" marB="57150" anchor="ctr">
                    <a:solidFill>
                      <a:srgbClr val="FFFFFF"/>
                    </a:solidFill>
                  </a:tcPr>
                </a:tc>
                <a:tc>
                  <a:txBody>
                    <a:bodyPr/>
                    <a:lstStyle/>
                    <a:p>
                      <a:r>
                        <a:rPr sz="1125">
                          <a:solidFill>
                            <a:srgbClr val="132238"/>
                          </a:solidFill>
                          <a:latin typeface="Noto Sans CJK KR"/>
                          <a:ea typeface="Noto Sans CJK KR"/>
                          <a:cs typeface="Noto Sans CJK KR"/>
                        </a:rPr>
                        <a:t>18.0</a:t>
                      </a:r>
                    </a:p>
                  </a:txBody>
                  <a:tcPr marL="76200" marR="76200" marT="57150" marB="57150" anchor="ctr">
                    <a:solidFill>
                      <a:srgbClr val="FFFFFF"/>
                    </a:solidFill>
                  </a:tcPr>
                </a:tc>
              </a:tr>
              <a:tr h="428625">
                <a:tc>
                  <a:txBody>
                    <a:bodyPr/>
                    <a:lstStyle/>
                    <a:p>
                      <a:r>
                        <a:rPr sz="1125">
                          <a:solidFill>
                            <a:srgbClr val="132238"/>
                          </a:solidFill>
                          <a:latin typeface="Noto Sans CJK KR"/>
                          <a:ea typeface="Noto Sans CJK KR"/>
                          <a:cs typeface="Noto Sans CJK KR"/>
                        </a:rPr>
                        <a:t>L2</a:t>
                      </a:r>
                    </a:p>
                  </a:txBody>
                  <a:tcPr marL="76200" marR="76200" marT="57150" marB="57150" anchor="ctr">
                    <a:solidFill>
                      <a:srgbClr val="FFFFFF"/>
                    </a:solidFill>
                  </a:tcPr>
                </a:tc>
                <a:tc>
                  <a:txBody>
                    <a:bodyPr/>
                    <a:lstStyle/>
                    <a:p>
                      <a:r>
                        <a:rPr sz="1125">
                          <a:solidFill>
                            <a:srgbClr val="132238"/>
                          </a:solidFill>
                          <a:latin typeface="Noto Sans CJK KR"/>
                          <a:ea typeface="Noto Sans CJK KR"/>
                          <a:cs typeface="Noto Sans CJK KR"/>
                        </a:rPr>
                        <a:t>34</a:t>
                      </a:r>
                    </a:p>
                  </a:txBody>
                  <a:tcPr marL="76200" marR="76200" marT="57150" marB="57150" anchor="ctr">
                    <a:solidFill>
                      <a:srgbClr val="FFFFFF"/>
                    </a:solidFill>
                  </a:tcPr>
                </a:tc>
                <a:tc>
                  <a:txBody>
                    <a:bodyPr/>
                    <a:lstStyle/>
                    <a:p>
                      <a:r>
                        <a:rPr sz="1125">
                          <a:solidFill>
                            <a:srgbClr val="132238"/>
                          </a:solidFill>
                          <a:latin typeface="Noto Sans CJK KR"/>
                          <a:ea typeface="Noto Sans CJK KR"/>
                          <a:cs typeface="Noto Sans CJK KR"/>
                        </a:rPr>
                        <a:t>159</a:t>
                      </a:r>
                    </a:p>
                  </a:txBody>
                  <a:tcPr marL="76200" marR="76200" marT="57150" marB="57150" anchor="ctr">
                    <a:solidFill>
                      <a:srgbClr val="FFFFFF"/>
                    </a:solidFill>
                  </a:tcPr>
                </a:tc>
                <a:tc>
                  <a:txBody>
                    <a:bodyPr/>
                    <a:lstStyle/>
                    <a:p>
                      <a:r>
                        <a:rPr sz="1125">
                          <a:solidFill>
                            <a:srgbClr val="132238"/>
                          </a:solidFill>
                          <a:latin typeface="Noto Sans CJK KR"/>
                          <a:ea typeface="Noto Sans CJK KR"/>
                          <a:cs typeface="Noto Sans CJK KR"/>
                        </a:rPr>
                        <a:t>4.7</a:t>
                      </a:r>
                    </a:p>
                  </a:txBody>
                  <a:tcPr marL="76200" marR="76200" marT="57150" marB="57150" anchor="ctr">
                    <a:solidFill>
                      <a:srgbClr val="FFFFFF"/>
                    </a:solidFill>
                  </a:tcPr>
                </a:tc>
              </a:tr>
              <a:tr h="428625">
                <a:tc>
                  <a:txBody>
                    <a:bodyPr/>
                    <a:lstStyle/>
                    <a:p>
                      <a:r>
                        <a:rPr sz="1125">
                          <a:solidFill>
                            <a:srgbClr val="132238"/>
                          </a:solidFill>
                          <a:latin typeface="Noto Sans CJK KR"/>
                          <a:ea typeface="Noto Sans CJK KR"/>
                          <a:cs typeface="Noto Sans CJK KR"/>
                        </a:rPr>
                        <a:t>L3</a:t>
                      </a:r>
                    </a:p>
                  </a:txBody>
                  <a:tcPr marL="76200" marR="76200" marT="57150" marB="57150" anchor="ctr">
                    <a:solidFill>
                      <a:srgbClr val="FFFFFF"/>
                    </a:solidFill>
                  </a:tcPr>
                </a:tc>
                <a:tc>
                  <a:txBody>
                    <a:bodyPr/>
                    <a:lstStyle/>
                    <a:p>
                      <a:r>
                        <a:rPr sz="1125">
                          <a:solidFill>
                            <a:srgbClr val="132238"/>
                          </a:solidFill>
                          <a:latin typeface="Noto Sans CJK KR"/>
                          <a:ea typeface="Noto Sans CJK KR"/>
                          <a:cs typeface="Noto Sans CJK KR"/>
                        </a:rPr>
                        <a:t>22</a:t>
                      </a:r>
                    </a:p>
                  </a:txBody>
                  <a:tcPr marL="76200" marR="76200" marT="57150" marB="57150" anchor="ctr">
                    <a:solidFill>
                      <a:srgbClr val="FFFFFF"/>
                    </a:solidFill>
                  </a:tcPr>
                </a:tc>
                <a:tc>
                  <a:txBody>
                    <a:bodyPr/>
                    <a:lstStyle/>
                    <a:p>
                      <a:r>
                        <a:rPr sz="1125">
                          <a:solidFill>
                            <a:srgbClr val="132238"/>
                          </a:solidFill>
                          <a:latin typeface="Noto Sans CJK KR"/>
                          <a:ea typeface="Noto Sans CJK KR"/>
                          <a:cs typeface="Noto Sans CJK KR"/>
                        </a:rPr>
                        <a:t>114</a:t>
                      </a:r>
                    </a:p>
                  </a:txBody>
                  <a:tcPr marL="76200" marR="76200" marT="57150" marB="57150" anchor="ctr">
                    <a:solidFill>
                      <a:srgbClr val="FFFFFF"/>
                    </a:solidFill>
                  </a:tcPr>
                </a:tc>
                <a:tc>
                  <a:txBody>
                    <a:bodyPr/>
                    <a:lstStyle/>
                    <a:p>
                      <a:r>
                        <a:rPr sz="1125">
                          <a:solidFill>
                            <a:srgbClr val="132238"/>
                          </a:solidFill>
                          <a:latin typeface="Noto Sans CJK KR"/>
                          <a:ea typeface="Noto Sans CJK KR"/>
                          <a:cs typeface="Noto Sans CJK KR"/>
                        </a:rPr>
                        <a:t>5.2</a:t>
                      </a:r>
                    </a:p>
                  </a:txBody>
                  <a:tcPr marL="76200" marR="76200" marT="57150" marB="57150" anchor="ctr">
                    <a:solidFill>
                      <a:srgbClr val="FFFFFF"/>
                    </a:solidFill>
                  </a:tcPr>
                </a:tc>
              </a:tr>
              <a:tr h="428625">
                <a:tc>
                  <a:txBody>
                    <a:bodyPr/>
                    <a:lstStyle/>
                    <a:p>
                      <a:r>
                        <a:rPr sz="1125">
                          <a:solidFill>
                            <a:srgbClr val="132238"/>
                          </a:solidFill>
                          <a:latin typeface="Noto Sans CJK KR"/>
                          <a:ea typeface="Noto Sans CJK KR"/>
                          <a:cs typeface="Noto Sans CJK KR"/>
                        </a:rPr>
                        <a:t>합계</a:t>
                      </a:r>
                    </a:p>
                  </a:txBody>
                  <a:tcPr marL="76200" marR="76200" marT="57150" marB="57150" anchor="ctr">
                    <a:solidFill>
                      <a:srgbClr val="FFFFFF"/>
                    </a:solidFill>
                  </a:tcPr>
                </a:tc>
                <a:tc>
                  <a:txBody>
                    <a:bodyPr/>
                    <a:lstStyle/>
                    <a:p>
                      <a:r>
                        <a:rPr sz="1125">
                          <a:solidFill>
                            <a:srgbClr val="132238"/>
                          </a:solidFill>
                          <a:latin typeface="Noto Sans CJK KR"/>
                          <a:ea typeface="Noto Sans CJK KR"/>
                          <a:cs typeface="Noto Sans CJK KR"/>
                        </a:rPr>
                        <a:t>223</a:t>
                      </a:r>
                    </a:p>
                  </a:txBody>
                  <a:tcPr marL="76200" marR="76200" marT="57150" marB="57150" anchor="ctr">
                    <a:solidFill>
                      <a:srgbClr val="FFFFFF"/>
                    </a:solidFill>
                  </a:tcPr>
                </a:tc>
                <a:tc>
                  <a:txBody>
                    <a:bodyPr/>
                    <a:lstStyle/>
                    <a:p>
                      <a:r>
                        <a:rPr sz="1125">
                          <a:solidFill>
                            <a:srgbClr val="132238"/>
                          </a:solidFill>
                          <a:latin typeface="Noto Sans CJK KR"/>
                          <a:ea typeface="Noto Sans CJK KR"/>
                          <a:cs typeface="Noto Sans CJK KR"/>
                        </a:rPr>
                        <a:t>3,275</a:t>
                      </a:r>
                    </a:p>
                  </a:txBody>
                  <a:tcPr marL="76200" marR="76200" marT="57150" marB="57150" anchor="ctr">
                    <a:solidFill>
                      <a:srgbClr val="FFFFFF"/>
                    </a:solidFill>
                  </a:tcPr>
                </a:tc>
                <a:tc>
                  <a:txBody>
                    <a:bodyPr/>
                    <a:lstStyle/>
                    <a:p>
                      <a:r>
                        <a:rPr sz="1125">
                          <a:solidFill>
                            <a:srgbClr val="132238"/>
                          </a:solidFill>
                          <a:latin typeface="Noto Sans CJK KR"/>
                          <a:ea typeface="Noto Sans CJK KR"/>
                          <a:cs typeface="Noto Sans CJK KR"/>
                        </a:rPr>
                        <a:t>14.7</a:t>
                      </a:r>
                    </a:p>
                  </a:txBody>
                  <a:tcPr marL="76200" marR="76200" marT="57150" marB="57150" anchor="ctr">
                    <a:solidFill>
                      <a:srgbClr val="FFFFFF"/>
                    </a:solidFill>
                  </a:tcPr>
                </a:tc>
              </a:tr>
            </a:tbl>
          </a:graphicData>
        </a:graphic>
      </p:graphicFrame>
      <p:sp>
        <p:nvSpPr>
          <p:cNvPr id="23" name="">
            <a:extLst xmlns:a="http://schemas.openxmlformats.org/drawingml/2006/main">
              <a:ext uri="{FF2B5EF4-FFF2-40B4-BE49-F238E27FC236}">
                <a16:creationId xmlns:a16="http://schemas.microsoft.com/office/drawing/2014/main" id="{F398D0DF-FA5A-4D78-9B2B-1D29A289707C}"/>
              </a:ext>
            </a:extLst>
          </p:cNvPr>
          <p:cNvSpPr>
            <a:spLocks xmlns:a="http://schemas.openxmlformats.org/drawingml/2006/main" noGrp="1"/>
          </p:cNvSpPr>
          <p:nvPr/>
        </p:nvSpPr>
        <p:spPr>
          <a:xfrm xmlns:a="http://schemas.openxmlformats.org/drawingml/2006/main">
            <a:off x="7048500" y="3352800"/>
            <a:ext cx="4629150" cy="2143125"/>
          </a:xfrm>
          <a:prstGeom xmlns:a="http://schemas.openxmlformats.org/drawingml/2006/main" prst="roundRect">
            <a:avLst>
              <a:gd name="adj" fmla="val 3556"/>
            </a:avLst>
          </a:prstGeom>
          <a:solidFill xmlns:a="http://schemas.openxmlformats.org/drawingml/2006/main">
            <a:srgbClr val="FFFFFF"/>
          </a:solidFill>
          <a:ln xmlns:a="http://schemas.openxmlformats.org/drawingml/2006/main" w="9525">
            <a:solidFill>
              <a:srgbClr val="CFD9E6"/>
            </a:solidFill>
          </a:ln>
        </p:spPr>
      </p:sp>
      <p:sp>
        <p:nvSpPr>
          <p:cNvPr id="24" name="">
            <a:extLst xmlns:a="http://schemas.openxmlformats.org/drawingml/2006/main">
              <a:ext uri="{FF2B5EF4-FFF2-40B4-BE49-F238E27FC236}">
                <a16:creationId xmlns:a16="http://schemas.microsoft.com/office/drawing/2014/main" id="{A7F9B8BD-B227-4D06-9E44-209F1CA03518}"/>
              </a:ext>
            </a:extLst>
          </p:cNvPr>
          <p:cNvSpPr>
            <a:spLocks xmlns:a="http://schemas.openxmlformats.org/drawingml/2006/main" noGrp="1"/>
          </p:cNvSpPr>
          <p:nvPr/>
        </p:nvSpPr>
        <p:spPr>
          <a:xfrm xmlns:a="http://schemas.openxmlformats.org/drawingml/2006/main">
            <a:off x="7239000" y="3533775"/>
            <a:ext cx="2095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83B5B"/>
                </a:solidFill>
                <a:latin typeface="Noto Sans CJK KR"/>
                <a:ea typeface="Noto Sans CJK KR"/>
                <a:cs typeface="Noto Sans CJK KR"/>
              </a:defRPr>
            </a:pPr>
            <a:r>
              <a:rPr sz="1350" b="1">
                <a:solidFill>
                  <a:srgbClr val="183B5B"/>
                </a:solidFill>
                <a:latin typeface="Noto Sans CJK KR"/>
                <a:ea typeface="Noto Sans CJK KR"/>
                <a:cs typeface="Noto Sans CJK KR"/>
              </a:rPr>
              <a:t>생성 근거 보존 원칙</a:t>
            </a:r>
          </a:p>
        </p:txBody>
      </p:sp>
      <p:sp>
        <p:nvSpPr>
          <p:cNvPr id="25" name="">
            <a:extLst xmlns:a="http://schemas.openxmlformats.org/drawingml/2006/main">
              <a:ext uri="{FF2B5EF4-FFF2-40B4-BE49-F238E27FC236}">
                <a16:creationId xmlns:a16="http://schemas.microsoft.com/office/drawing/2014/main" id="{3C327D0B-47DD-498F-A094-CE77DAD51059}"/>
              </a:ext>
            </a:extLst>
          </p:cNvPr>
          <p:cNvSpPr>
            <a:spLocks xmlns:a="http://schemas.openxmlformats.org/drawingml/2006/main" noGrp="1"/>
          </p:cNvSpPr>
          <p:nvPr/>
        </p:nvSpPr>
        <p:spPr>
          <a:xfrm xmlns:a="http://schemas.openxmlformats.org/drawingml/2006/main">
            <a:off x="7239000" y="3943350"/>
            <a:ext cx="4095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177800" indent="-88900">
              <a:spcAft>
                <a:spcPts val="500"/>
              </a:spcAft>
              <a:buChar char="•"/>
              <a:defRPr sz="1125" b="0">
                <a:solidFill>
                  <a:srgbClr val="132238"/>
                </a:solidFill>
                <a:latin typeface="Noto Sans CJK KR"/>
                <a:ea typeface="Noto Sans CJK KR"/>
                <a:cs typeface="Noto Sans CJK KR"/>
              </a:defRPr>
            </a:pPr>
            <a:r>
              <a:rPr sz="1125" b="0">
                <a:solidFill>
                  <a:srgbClr val="132238"/>
                </a:solidFill>
                <a:latin typeface="Noto Sans CJK KR"/>
                <a:ea typeface="Noto Sans CJK KR"/>
                <a:cs typeface="Noto Sans CJK KR"/>
              </a:rPr>
              <a:t>모델 입력에는 검색으로 선택된 parent 원문 사용</a:t>
            </a:r>
          </a:p>
          <a:p xmlns:a="http://schemas.openxmlformats.org/drawingml/2006/main">
            <a:pPr marL="177800" indent="-88900">
              <a:spcAft>
                <a:spcPts val="500"/>
              </a:spcAft>
              <a:buChar char="•"/>
              <a:defRPr sz="1125" b="0">
                <a:solidFill>
                  <a:srgbClr val="132238"/>
                </a:solidFill>
                <a:latin typeface="Noto Sans CJK KR"/>
                <a:ea typeface="Noto Sans CJK KR"/>
                <a:cs typeface="Noto Sans CJK KR"/>
              </a:defRPr>
            </a:pPr>
            <a:r>
              <a:rPr sz="1125" b="0">
                <a:solidFill>
                  <a:srgbClr val="132238"/>
                </a:solidFill>
                <a:latin typeface="Noto Sans CJK KR"/>
                <a:ea typeface="Noto Sans CJK KR"/>
                <a:cs typeface="Noto Sans CJK KR"/>
              </a:rPr>
              <a:t>탐지기도 당시 생성에 사용한 동일 근거를 입력</a:t>
            </a:r>
          </a:p>
          <a:p xmlns:a="http://schemas.openxmlformats.org/drawingml/2006/main">
            <a:pPr marL="177800" indent="-88900">
              <a:spcAft>
                <a:spcPts val="500"/>
              </a:spcAft>
              <a:buChar char="•"/>
              <a:defRPr sz="1125" b="0">
                <a:solidFill>
                  <a:srgbClr val="132238"/>
                </a:solidFill>
                <a:latin typeface="Noto Sans CJK KR"/>
                <a:ea typeface="Noto Sans CJK KR"/>
                <a:cs typeface="Noto Sans CJK KR"/>
              </a:defRPr>
            </a:pPr>
            <a:r>
              <a:rPr sz="1125" b="0">
                <a:solidFill>
                  <a:srgbClr val="132238"/>
                </a:solidFill>
                <a:latin typeface="Noto Sans CJK KR"/>
                <a:ea typeface="Noto Sans CJK KR"/>
                <a:cs typeface="Noto Sans CJK KR"/>
              </a:rPr>
              <a:t>사후 전체 원문은 별도 진실성 검토에만 사용</a:t>
            </a:r>
          </a:p>
          <a:p xmlns:a="http://schemas.openxmlformats.org/drawingml/2006/main">
            <a:pPr marL="177800" indent="-88900">
              <a:spcAft>
                <a:spcPts val="500"/>
              </a:spcAft>
              <a:buChar char="•"/>
              <a:defRPr sz="1125" b="0">
                <a:solidFill>
                  <a:srgbClr val="132238"/>
                </a:solidFill>
                <a:latin typeface="Noto Sans CJK KR"/>
                <a:ea typeface="Noto Sans CJK KR"/>
                <a:cs typeface="Noto Sans CJK KR"/>
              </a:defRPr>
            </a:pPr>
            <a:r>
              <a:rPr sz="1125" b="0">
                <a:solidFill>
                  <a:srgbClr val="132238"/>
                </a:solidFill>
                <a:latin typeface="Noto Sans CJK KR"/>
                <a:ea typeface="Noto Sans CJK KR"/>
                <a:cs typeface="Noto Sans CJK KR"/>
              </a:rPr>
              <a:t>정본 답변과 근거 hash가 다르면 resume 중단</a:t>
            </a:r>
          </a:p>
        </p:txBody>
      </p:sp>
      <p:sp>
        <p:nvSpPr>
          <p:cNvPr id="26" name="">
            <a:extLst xmlns:a="http://schemas.openxmlformats.org/drawingml/2006/main">
              <a:ext uri="{FF2B5EF4-FFF2-40B4-BE49-F238E27FC236}">
                <a16:creationId xmlns:a16="http://schemas.microsoft.com/office/drawing/2014/main" id="{BEE71E7C-F7D5-47E4-BA1C-FEC8F5E3DE84}"/>
              </a:ext>
            </a:extLst>
          </p:cNvPr>
          <p:cNvSpPr>
            <a:spLocks xmlns:a="http://schemas.openxmlformats.org/drawingml/2006/main" noGrp="1"/>
          </p:cNvSpPr>
          <p:nvPr/>
        </p:nvSpPr>
        <p:spPr>
          <a:xfrm xmlns:a="http://schemas.openxmlformats.org/drawingml/2006/main">
            <a:off x="514350" y="6353175"/>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27" name="">
            <a:extLst xmlns:a="http://schemas.openxmlformats.org/drawingml/2006/main">
              <a:ext uri="{FF2B5EF4-FFF2-40B4-BE49-F238E27FC236}">
                <a16:creationId xmlns:a16="http://schemas.microsoft.com/office/drawing/2014/main" id="{6C8F3DF9-CB7D-417F-B61A-98D582C01ADA}"/>
              </a:ext>
            </a:extLst>
          </p:cNvPr>
          <p:cNvSpPr>
            <a:spLocks xmlns:a="http://schemas.openxmlformats.org/drawingml/2006/main" noGrp="1"/>
          </p:cNvSpPr>
          <p:nvPr/>
        </p:nvSpPr>
        <p:spPr>
          <a:xfrm xmlns:a="http://schemas.openxmlformats.org/drawingml/2006/main">
            <a:off x="533400" y="6457950"/>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0">
                <a:solidFill>
                  <a:srgbClr val="52657A"/>
                </a:solidFill>
                <a:latin typeface="Noto Sans CJK KR"/>
                <a:ea typeface="Noto Sans CJK KR"/>
                <a:cs typeface="Noto Sans CJK KR"/>
              </a:defRPr>
            </a:pPr>
            <a:r>
              <a:rPr sz="825" b="0">
                <a:solidFill>
                  <a:srgbClr val="52657A"/>
                </a:solidFill>
                <a:latin typeface="Noto Sans CJK KR"/>
                <a:ea typeface="Noto Sans CJK KR"/>
                <a:cs typeface="Noto Sans CJK KR"/>
              </a:rPr>
              <a:t>production index = not_indexed · local experiment index = SQLite/NumPy</a:t>
            </a:r>
          </a:p>
        </p:txBody>
      </p:sp>
      <p:sp>
        <p:nvSpPr>
          <p:cNvPr id="28" name="">
            <a:extLst xmlns:a="http://schemas.openxmlformats.org/drawingml/2006/main">
              <a:ext uri="{FF2B5EF4-FFF2-40B4-BE49-F238E27FC236}">
                <a16:creationId xmlns:a16="http://schemas.microsoft.com/office/drawing/2014/main" id="{E1260268-32CD-498A-948A-597F5AE11495}"/>
              </a:ext>
            </a:extLst>
          </p:cNvPr>
          <p:cNvSpPr>
            <a:spLocks xmlns:a="http://schemas.openxmlformats.org/drawingml/2006/main" noGrp="1"/>
          </p:cNvSpPr>
          <p:nvPr/>
        </p:nvSpPr>
        <p:spPr>
          <a:xfrm xmlns:a="http://schemas.openxmlformats.org/drawingml/2006/main">
            <a:off x="10001250" y="6457950"/>
            <a:ext cx="1676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1">
                <a:solidFill>
                  <a:srgbClr val="183B5B"/>
                </a:solidFill>
                <a:latin typeface="Noto Sans CJK KR"/>
                <a:ea typeface="Noto Sans CJK KR"/>
                <a:cs typeface="Noto Sans CJK KR"/>
              </a:defRPr>
            </a:pPr>
            <a:r>
              <a:rPr sz="825" b="1">
                <a:solidFill>
                  <a:srgbClr val="183B5B"/>
                </a:solidFill>
                <a:latin typeface="Noto Sans CJK KR"/>
                <a:ea typeface="Noto Sans CJK KR"/>
                <a:cs typeface="Noto Sans CJK KR"/>
              </a:rPr>
              <a:t>ASTRA · ko-LettuceDetect</a:t>
            </a:r>
          </a:p>
        </p:txBody>
      </p:sp>
    </p:spTree>
    <p:extLst>
      <p:ext uri="{BB962C8B-B14F-4D97-AF65-F5344CB8AC3E}">
        <p14:creationId xmlns:p14="http://schemas.microsoft.com/office/powerpoint/2010/main" val="909413432"/>
      </p:ext>
    </p:extLst>
  </p:cSld>
</p:sld>
</file>

<file path=ppt/slides/slide2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BD7F91B6-EB3B-4F48-89D2-A9888786FBED}"/>
              </a:ext>
            </a:extLst>
          </p:cNvPr>
          <p:cNvSpPr>
            <a:spLocks xmlns:a="http://schemas.openxmlformats.org/drawingml/2006/main" noGrp="1"/>
          </p:cNvSpPr>
          <p:nvPr/>
        </p:nvSpPr>
        <p:spPr>
          <a:xfrm xmlns:a="http://schemas.openxmlformats.org/drawingml/2006/main">
            <a:off x="5143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119C8B"/>
                </a:solidFill>
                <a:latin typeface="Noto Sans CJK KR"/>
                <a:ea typeface="Noto Sans CJK KR"/>
                <a:cs typeface="Noto Sans CJK KR"/>
              </a:defRPr>
            </a:pPr>
            <a:r>
              <a:rPr sz="975" b="1">
                <a:solidFill>
                  <a:srgbClr val="119C8B"/>
                </a:solidFill>
                <a:latin typeface="Noto Sans CJK KR"/>
                <a:ea typeface="Noto Sans CJK KR"/>
                <a:cs typeface="Noto Sans CJK KR"/>
              </a:rPr>
              <a:t>권한형 RAG</a:t>
            </a:r>
          </a:p>
        </p:txBody>
      </p:sp>
      <p:sp>
        <p:nvSpPr>
          <p:cNvPr id="2" name="">
            <a:extLst xmlns:a="http://schemas.openxmlformats.org/drawingml/2006/main">
              <a:ext uri="{FF2B5EF4-FFF2-40B4-BE49-F238E27FC236}">
                <a16:creationId xmlns:a16="http://schemas.microsoft.com/office/drawing/2014/main" id="{6FC5CA10-4DB3-426E-BBD6-C10386E7EA1C}"/>
              </a:ext>
            </a:extLst>
          </p:cNvPr>
          <p:cNvSpPr>
            <a:spLocks xmlns:a="http://schemas.openxmlformats.org/drawingml/2006/main" noGrp="1"/>
          </p:cNvSpPr>
          <p:nvPr/>
        </p:nvSpPr>
        <p:spPr>
          <a:xfrm xmlns:a="http://schemas.openxmlformats.org/drawingml/2006/main">
            <a:off x="514350" y="457200"/>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132238"/>
                </a:solidFill>
                <a:latin typeface="Noto Sans CJK KR"/>
                <a:ea typeface="Noto Sans CJK KR"/>
                <a:cs typeface="Noto Sans CJK KR"/>
              </a:defRPr>
            </a:pPr>
            <a:r>
              <a:rPr sz="2325" b="1">
                <a:solidFill>
                  <a:srgbClr val="132238"/>
                </a:solidFill>
                <a:latin typeface="Noto Sans CJK KR"/>
                <a:ea typeface="Noto Sans CJK KR"/>
                <a:cs typeface="Noto Sans CJK KR"/>
              </a:rPr>
              <a:t>3,275개 parent 청크를 7,195개 임베딩 window로 확장했다</a:t>
            </a:r>
          </a:p>
        </p:txBody>
      </p:sp>
      <p:sp>
        <p:nvSpPr>
          <p:cNvPr id="3" name="">
            <a:extLst xmlns:a="http://schemas.openxmlformats.org/drawingml/2006/main">
              <a:ext uri="{FF2B5EF4-FFF2-40B4-BE49-F238E27FC236}">
                <a16:creationId xmlns:a16="http://schemas.microsoft.com/office/drawing/2014/main" id="{38C4E6BF-4514-409F-848C-BF14FFA4956A}"/>
              </a:ext>
            </a:extLst>
          </p:cNvPr>
          <p:cNvSpPr>
            <a:spLocks xmlns:a="http://schemas.openxmlformats.org/drawingml/2006/main" noGrp="1"/>
          </p:cNvSpPr>
          <p:nvPr/>
        </p:nvSpPr>
        <p:spPr>
          <a:xfrm xmlns:a="http://schemas.openxmlformats.org/drawingml/2006/main">
            <a:off x="533400" y="923925"/>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2657A"/>
                </a:solidFill>
                <a:latin typeface="Noto Sans CJK KR"/>
                <a:ea typeface="Noto Sans CJK KR"/>
                <a:cs typeface="Noto Sans CJK KR"/>
              </a:defRPr>
            </a:pPr>
            <a:r>
              <a:rPr sz="1200" b="0">
                <a:solidFill>
                  <a:srgbClr val="52657A"/>
                </a:solidFill>
                <a:latin typeface="Noto Sans CJK KR"/>
                <a:ea typeface="Noto Sans CJK KR"/>
                <a:cs typeface="Noto Sans CJK KR"/>
              </a:rPr>
              <a:t>긴 문맥은 잘라 버리지 않고, window 최대 유사도를 parent 순위에 사용</a:t>
            </a:r>
          </a:p>
        </p:txBody>
      </p:sp>
      <p:sp>
        <p:nvSpPr>
          <p:cNvPr id="4" name="">
            <a:extLst xmlns:a="http://schemas.openxmlformats.org/drawingml/2006/main">
              <a:ext uri="{FF2B5EF4-FFF2-40B4-BE49-F238E27FC236}">
                <a16:creationId xmlns:a16="http://schemas.microsoft.com/office/drawing/2014/main" id="{DF8539B7-8C71-473D-91FD-0D2AE98EFDB4}"/>
              </a:ext>
            </a:extLst>
          </p:cNvPr>
          <p:cNvSpPr>
            <a:spLocks xmlns:a="http://schemas.openxmlformats.org/drawingml/2006/main" noGrp="1"/>
          </p:cNvSpPr>
          <p:nvPr/>
        </p:nvSpPr>
        <p:spPr>
          <a:xfrm xmlns:a="http://schemas.openxmlformats.org/drawingml/2006/main">
            <a:off x="514350" y="1257300"/>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5" name="">
            <a:extLst xmlns:a="http://schemas.openxmlformats.org/drawingml/2006/main">
              <a:ext uri="{FF2B5EF4-FFF2-40B4-BE49-F238E27FC236}">
                <a16:creationId xmlns:a16="http://schemas.microsoft.com/office/drawing/2014/main" id="{835C7027-8949-4045-86D8-EC8C9BDA1403}"/>
              </a:ext>
            </a:extLst>
          </p:cNvPr>
          <p:cNvSpPr>
            <a:spLocks xmlns:a="http://schemas.openxmlformats.org/drawingml/2006/main" noGrp="1"/>
          </p:cNvSpPr>
          <p:nvPr/>
        </p:nvSpPr>
        <p:spPr>
          <a:xfrm xmlns:a="http://schemas.openxmlformats.org/drawingml/2006/main">
            <a:off x="11201400" y="209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52657A"/>
                </a:solidFill>
                <a:latin typeface="Noto Sans CJK KR"/>
                <a:ea typeface="Noto Sans CJK KR"/>
                <a:cs typeface="Noto Sans CJK KR"/>
              </a:defRPr>
            </a:pPr>
            <a:r>
              <a:rPr sz="975" b="1">
                <a:solidFill>
                  <a:srgbClr val="52657A"/>
                </a:solidFill>
                <a:latin typeface="Noto Sans CJK KR"/>
                <a:ea typeface="Noto Sans CJK KR"/>
                <a:cs typeface="Noto Sans CJK KR"/>
              </a:rPr>
              <a:t>20</a:t>
            </a:r>
          </a:p>
        </p:txBody>
      </p:sp>
      <p:sp>
        <p:nvSpPr>
          <p:cNvPr id="6" name="">
            <a:extLst xmlns:a="http://schemas.openxmlformats.org/drawingml/2006/main">
              <a:ext uri="{FF2B5EF4-FFF2-40B4-BE49-F238E27FC236}">
                <a16:creationId xmlns:a16="http://schemas.microsoft.com/office/drawing/2014/main" id="{6D45070E-85A2-4F11-8F6F-C43F0027B1D5}"/>
              </a:ext>
            </a:extLst>
          </p:cNvPr>
          <p:cNvSpPr>
            <a:spLocks xmlns:a="http://schemas.openxmlformats.org/drawingml/2006/main" noGrp="1"/>
          </p:cNvSpPr>
          <p:nvPr/>
        </p:nvSpPr>
        <p:spPr>
          <a:xfrm xmlns:a="http://schemas.openxmlformats.org/drawingml/2006/main">
            <a:off x="514350" y="1781175"/>
            <a:ext cx="217170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CFD9E6"/>
            </a:solidFill>
          </a:ln>
        </p:spPr>
      </p:sp>
      <p:sp>
        <p:nvSpPr>
          <p:cNvPr id="7" name="">
            <a:extLst xmlns:a="http://schemas.openxmlformats.org/drawingml/2006/main">
              <a:ext uri="{FF2B5EF4-FFF2-40B4-BE49-F238E27FC236}">
                <a16:creationId xmlns:a16="http://schemas.microsoft.com/office/drawing/2014/main" id="{AD09A52D-21F7-4C9D-99BE-C401EA16CFED}"/>
              </a:ext>
            </a:extLst>
          </p:cNvPr>
          <p:cNvSpPr>
            <a:spLocks xmlns:a="http://schemas.openxmlformats.org/drawingml/2006/main" noGrp="1"/>
          </p:cNvSpPr>
          <p:nvPr/>
        </p:nvSpPr>
        <p:spPr>
          <a:xfrm xmlns:a="http://schemas.openxmlformats.org/drawingml/2006/main">
            <a:off x="514350" y="1781175"/>
            <a:ext cx="57150" cy="1257300"/>
          </a:xfrm>
          <a:prstGeom xmlns:a="http://schemas.openxmlformats.org/drawingml/2006/main" prst="rect">
            <a:avLst/>
          </a:prstGeom>
          <a:solidFill xmlns:a="http://schemas.openxmlformats.org/drawingml/2006/main">
            <a:srgbClr val="2F6BFF"/>
          </a:solidFill>
          <a:ln xmlns:a="http://schemas.openxmlformats.org/drawingml/2006/main" w="9525">
            <a:solidFill>
              <a:srgbClr val="2F6BFF"/>
            </a:solidFill>
          </a:ln>
        </p:spPr>
      </p:sp>
      <p:sp>
        <p:nvSpPr>
          <p:cNvPr id="8" name="">
            <a:extLst xmlns:a="http://schemas.openxmlformats.org/drawingml/2006/main">
              <a:ext uri="{FF2B5EF4-FFF2-40B4-BE49-F238E27FC236}">
                <a16:creationId xmlns:a16="http://schemas.microsoft.com/office/drawing/2014/main" id="{BC00AB4E-BDF2-4AF9-A13B-B5167A029F69}"/>
              </a:ext>
            </a:extLst>
          </p:cNvPr>
          <p:cNvSpPr>
            <a:spLocks xmlns:a="http://schemas.openxmlformats.org/drawingml/2006/main" noGrp="1"/>
          </p:cNvSpPr>
          <p:nvPr/>
        </p:nvSpPr>
        <p:spPr>
          <a:xfrm xmlns:a="http://schemas.openxmlformats.org/drawingml/2006/main">
            <a:off x="676275" y="1905000"/>
            <a:ext cx="188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32238"/>
                </a:solidFill>
                <a:latin typeface="Noto Sans CJK KR"/>
                <a:ea typeface="Noto Sans CJK KR"/>
                <a:cs typeface="Noto Sans CJK KR"/>
              </a:defRPr>
            </a:pPr>
            <a:r>
              <a:rPr sz="1350" b="1">
                <a:solidFill>
                  <a:srgbClr val="132238"/>
                </a:solidFill>
                <a:latin typeface="Noto Sans CJK KR"/>
                <a:ea typeface="Noto Sans CJK KR"/>
                <a:cs typeface="Noto Sans CJK KR"/>
              </a:rPr>
              <a:t>Parent text</a:t>
            </a:r>
          </a:p>
        </p:txBody>
      </p:sp>
      <p:sp>
        <p:nvSpPr>
          <p:cNvPr id="9" name="">
            <a:extLst xmlns:a="http://schemas.openxmlformats.org/drawingml/2006/main">
              <a:ext uri="{FF2B5EF4-FFF2-40B4-BE49-F238E27FC236}">
                <a16:creationId xmlns:a16="http://schemas.microsoft.com/office/drawing/2014/main" id="{4CFC3497-6B33-4CF1-BCED-0A2EA07D170B}"/>
              </a:ext>
            </a:extLst>
          </p:cNvPr>
          <p:cNvSpPr>
            <a:spLocks xmlns:a="http://schemas.openxmlformats.org/drawingml/2006/main" noGrp="1"/>
          </p:cNvSpPr>
          <p:nvPr/>
        </p:nvSpPr>
        <p:spPr>
          <a:xfrm xmlns:a="http://schemas.openxmlformats.org/drawingml/2006/main">
            <a:off x="676275" y="2238375"/>
            <a:ext cx="18669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3,275개</a:t>
            </a:r>
          </a:p>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생성용 원문 유지</a:t>
            </a:r>
          </a:p>
        </p:txBody>
      </p:sp>
      <p:sp>
        <p:nvSpPr>
          <p:cNvPr id="10" name="">
            <a:extLst xmlns:a="http://schemas.openxmlformats.org/drawingml/2006/main">
              <a:ext uri="{FF2B5EF4-FFF2-40B4-BE49-F238E27FC236}">
                <a16:creationId xmlns:a16="http://schemas.microsoft.com/office/drawing/2014/main" id="{65430321-27A2-4A42-ADFA-0B803525E593}"/>
              </a:ext>
            </a:extLst>
          </p:cNvPr>
          <p:cNvSpPr>
            <a:spLocks xmlns:a="http://schemas.openxmlformats.org/drawingml/2006/main" noGrp="1"/>
          </p:cNvSpPr>
          <p:nvPr/>
        </p:nvSpPr>
        <p:spPr>
          <a:xfrm xmlns:a="http://schemas.openxmlformats.org/drawingml/2006/main">
            <a:off x="3162300" y="1781175"/>
            <a:ext cx="217170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CFD9E6"/>
            </a:solidFill>
          </a:ln>
        </p:spPr>
      </p:sp>
      <p:sp>
        <p:nvSpPr>
          <p:cNvPr id="11" name="">
            <a:extLst xmlns:a="http://schemas.openxmlformats.org/drawingml/2006/main">
              <a:ext uri="{FF2B5EF4-FFF2-40B4-BE49-F238E27FC236}">
                <a16:creationId xmlns:a16="http://schemas.microsoft.com/office/drawing/2014/main" id="{A6FF9762-925F-40E0-80C9-A83B28FA8117}"/>
              </a:ext>
            </a:extLst>
          </p:cNvPr>
          <p:cNvSpPr>
            <a:spLocks xmlns:a="http://schemas.openxmlformats.org/drawingml/2006/main" noGrp="1"/>
          </p:cNvSpPr>
          <p:nvPr/>
        </p:nvSpPr>
        <p:spPr>
          <a:xfrm xmlns:a="http://schemas.openxmlformats.org/drawingml/2006/main">
            <a:off x="3162300" y="1781175"/>
            <a:ext cx="57150" cy="1257300"/>
          </a:xfrm>
          <a:prstGeom xmlns:a="http://schemas.openxmlformats.org/drawingml/2006/main" prst="rect">
            <a:avLst/>
          </a:prstGeom>
          <a:solidFill xmlns:a="http://schemas.openxmlformats.org/drawingml/2006/main">
            <a:srgbClr val="119C8B"/>
          </a:solidFill>
          <a:ln xmlns:a="http://schemas.openxmlformats.org/drawingml/2006/main" w="9525">
            <a:solidFill>
              <a:srgbClr val="119C8B"/>
            </a:solidFill>
          </a:ln>
        </p:spPr>
      </p:sp>
      <p:sp>
        <p:nvSpPr>
          <p:cNvPr id="12" name="">
            <a:extLst xmlns:a="http://schemas.openxmlformats.org/drawingml/2006/main">
              <a:ext uri="{FF2B5EF4-FFF2-40B4-BE49-F238E27FC236}">
                <a16:creationId xmlns:a16="http://schemas.microsoft.com/office/drawing/2014/main" id="{B93D61EE-3F6F-4B3B-B0DA-15559B238B3F}"/>
              </a:ext>
            </a:extLst>
          </p:cNvPr>
          <p:cNvSpPr>
            <a:spLocks xmlns:a="http://schemas.openxmlformats.org/drawingml/2006/main" noGrp="1"/>
          </p:cNvSpPr>
          <p:nvPr/>
        </p:nvSpPr>
        <p:spPr>
          <a:xfrm xmlns:a="http://schemas.openxmlformats.org/drawingml/2006/main">
            <a:off x="3324225" y="1905000"/>
            <a:ext cx="188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32238"/>
                </a:solidFill>
                <a:latin typeface="Noto Sans CJK KR"/>
                <a:ea typeface="Noto Sans CJK KR"/>
                <a:cs typeface="Noto Sans CJK KR"/>
              </a:defRPr>
            </a:pPr>
            <a:r>
              <a:rPr sz="1350" b="1">
                <a:solidFill>
                  <a:srgbClr val="132238"/>
                </a:solidFill>
                <a:latin typeface="Noto Sans CJK KR"/>
                <a:ea typeface="Noto Sans CJK KR"/>
                <a:cs typeface="Noto Sans CJK KR"/>
              </a:rPr>
              <a:t>Token window</a:t>
            </a:r>
          </a:p>
        </p:txBody>
      </p:sp>
      <p:sp>
        <p:nvSpPr>
          <p:cNvPr id="13" name="">
            <a:extLst xmlns:a="http://schemas.openxmlformats.org/drawingml/2006/main">
              <a:ext uri="{FF2B5EF4-FFF2-40B4-BE49-F238E27FC236}">
                <a16:creationId xmlns:a16="http://schemas.microsoft.com/office/drawing/2014/main" id="{32FE1A0E-051A-4554-AB67-3A3F97E7E9A7}"/>
              </a:ext>
            </a:extLst>
          </p:cNvPr>
          <p:cNvSpPr>
            <a:spLocks xmlns:a="http://schemas.openxmlformats.org/drawingml/2006/main" noGrp="1"/>
          </p:cNvSpPr>
          <p:nvPr/>
        </p:nvSpPr>
        <p:spPr>
          <a:xfrm xmlns:a="http://schemas.openxmlformats.org/drawingml/2006/main">
            <a:off x="3324225" y="2238375"/>
            <a:ext cx="18669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460 token</a:t>
            </a:r>
          </a:p>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stride 420</a:t>
            </a:r>
          </a:p>
        </p:txBody>
      </p:sp>
      <p:sp>
        <p:nvSpPr>
          <p:cNvPr id="14" name="">
            <a:extLst xmlns:a="http://schemas.openxmlformats.org/drawingml/2006/main">
              <a:ext uri="{FF2B5EF4-FFF2-40B4-BE49-F238E27FC236}">
                <a16:creationId xmlns:a16="http://schemas.microsoft.com/office/drawing/2014/main" id="{E90C94CC-9547-4B48-9E8B-833DD0D2A1AA}"/>
              </a:ext>
            </a:extLst>
          </p:cNvPr>
          <p:cNvSpPr>
            <a:spLocks xmlns:a="http://schemas.openxmlformats.org/drawingml/2006/main" noGrp="1"/>
          </p:cNvSpPr>
          <p:nvPr/>
        </p:nvSpPr>
        <p:spPr>
          <a:xfrm xmlns:a="http://schemas.openxmlformats.org/drawingml/2006/main">
            <a:off x="5810250" y="1781175"/>
            <a:ext cx="217170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CFD9E6"/>
            </a:solidFill>
          </a:ln>
        </p:spPr>
      </p:sp>
      <p:sp>
        <p:nvSpPr>
          <p:cNvPr id="15" name="">
            <a:extLst xmlns:a="http://schemas.openxmlformats.org/drawingml/2006/main">
              <a:ext uri="{FF2B5EF4-FFF2-40B4-BE49-F238E27FC236}">
                <a16:creationId xmlns:a16="http://schemas.microsoft.com/office/drawing/2014/main" id="{1C0A2F1F-63AE-4892-AFC4-61EFAB44F1E2}"/>
              </a:ext>
            </a:extLst>
          </p:cNvPr>
          <p:cNvSpPr>
            <a:spLocks xmlns:a="http://schemas.openxmlformats.org/drawingml/2006/main" noGrp="1"/>
          </p:cNvSpPr>
          <p:nvPr/>
        </p:nvSpPr>
        <p:spPr>
          <a:xfrm xmlns:a="http://schemas.openxmlformats.org/drawingml/2006/main">
            <a:off x="5810250" y="1781175"/>
            <a:ext cx="57150" cy="1257300"/>
          </a:xfrm>
          <a:prstGeom xmlns:a="http://schemas.openxmlformats.org/drawingml/2006/main" prst="rect">
            <a:avLst/>
          </a:prstGeom>
          <a:solidFill xmlns:a="http://schemas.openxmlformats.org/drawingml/2006/main">
            <a:srgbClr val="7657C8"/>
          </a:solidFill>
          <a:ln xmlns:a="http://schemas.openxmlformats.org/drawingml/2006/main" w="9525">
            <a:solidFill>
              <a:srgbClr val="7657C8"/>
            </a:solidFill>
          </a:ln>
        </p:spPr>
      </p:sp>
      <p:sp>
        <p:nvSpPr>
          <p:cNvPr id="16" name="">
            <a:extLst xmlns:a="http://schemas.openxmlformats.org/drawingml/2006/main">
              <a:ext uri="{FF2B5EF4-FFF2-40B4-BE49-F238E27FC236}">
                <a16:creationId xmlns:a16="http://schemas.microsoft.com/office/drawing/2014/main" id="{5BE2B653-929C-4540-B376-17CE1BC16068}"/>
              </a:ext>
            </a:extLst>
          </p:cNvPr>
          <p:cNvSpPr>
            <a:spLocks xmlns:a="http://schemas.openxmlformats.org/drawingml/2006/main" noGrp="1"/>
          </p:cNvSpPr>
          <p:nvPr/>
        </p:nvSpPr>
        <p:spPr>
          <a:xfrm xmlns:a="http://schemas.openxmlformats.org/drawingml/2006/main">
            <a:off x="5972175" y="1905000"/>
            <a:ext cx="188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32238"/>
                </a:solidFill>
                <a:latin typeface="Noto Sans CJK KR"/>
                <a:ea typeface="Noto Sans CJK KR"/>
                <a:cs typeface="Noto Sans CJK KR"/>
              </a:defRPr>
            </a:pPr>
            <a:r>
              <a:rPr sz="1350" b="1">
                <a:solidFill>
                  <a:srgbClr val="132238"/>
                </a:solidFill>
                <a:latin typeface="Noto Sans CJK KR"/>
                <a:ea typeface="Noto Sans CJK KR"/>
                <a:cs typeface="Noto Sans CJK KR"/>
              </a:rPr>
              <a:t>Embedding</a:t>
            </a:r>
          </a:p>
        </p:txBody>
      </p:sp>
      <p:sp>
        <p:nvSpPr>
          <p:cNvPr id="17" name="">
            <a:extLst xmlns:a="http://schemas.openxmlformats.org/drawingml/2006/main">
              <a:ext uri="{FF2B5EF4-FFF2-40B4-BE49-F238E27FC236}">
                <a16:creationId xmlns:a16="http://schemas.microsoft.com/office/drawing/2014/main" id="{DE942EF9-F02B-4B66-82E0-859DCFA8BB72}"/>
              </a:ext>
            </a:extLst>
          </p:cNvPr>
          <p:cNvSpPr>
            <a:spLocks xmlns:a="http://schemas.openxmlformats.org/drawingml/2006/main" noGrp="1"/>
          </p:cNvSpPr>
          <p:nvPr/>
        </p:nvSpPr>
        <p:spPr>
          <a:xfrm xmlns:a="http://schemas.openxmlformats.org/drawingml/2006/main">
            <a:off x="5972175" y="2238375"/>
            <a:ext cx="18669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multilingual-e5-small</a:t>
            </a:r>
          </a:p>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384차원 · L2 정규화</a:t>
            </a:r>
          </a:p>
        </p:txBody>
      </p:sp>
      <p:sp>
        <p:nvSpPr>
          <p:cNvPr id="18" name="">
            <a:extLst xmlns:a="http://schemas.openxmlformats.org/drawingml/2006/main">
              <a:ext uri="{FF2B5EF4-FFF2-40B4-BE49-F238E27FC236}">
                <a16:creationId xmlns:a16="http://schemas.microsoft.com/office/drawing/2014/main" id="{965954AA-915E-4342-B6E2-7D2403071FF8}"/>
              </a:ext>
            </a:extLst>
          </p:cNvPr>
          <p:cNvSpPr>
            <a:spLocks xmlns:a="http://schemas.openxmlformats.org/drawingml/2006/main" noGrp="1"/>
          </p:cNvSpPr>
          <p:nvPr/>
        </p:nvSpPr>
        <p:spPr>
          <a:xfrm xmlns:a="http://schemas.openxmlformats.org/drawingml/2006/main">
            <a:off x="8458200" y="1781175"/>
            <a:ext cx="321945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CFD9E6"/>
            </a:solidFill>
          </a:ln>
        </p:spPr>
      </p:sp>
      <p:sp>
        <p:nvSpPr>
          <p:cNvPr id="19" name="">
            <a:extLst xmlns:a="http://schemas.openxmlformats.org/drawingml/2006/main">
              <a:ext uri="{FF2B5EF4-FFF2-40B4-BE49-F238E27FC236}">
                <a16:creationId xmlns:a16="http://schemas.microsoft.com/office/drawing/2014/main" id="{4895EDE6-82F5-44ED-8EC6-BD39EDD710CE}"/>
              </a:ext>
            </a:extLst>
          </p:cNvPr>
          <p:cNvSpPr>
            <a:spLocks xmlns:a="http://schemas.openxmlformats.org/drawingml/2006/main" noGrp="1"/>
          </p:cNvSpPr>
          <p:nvPr/>
        </p:nvSpPr>
        <p:spPr>
          <a:xfrm xmlns:a="http://schemas.openxmlformats.org/drawingml/2006/main">
            <a:off x="8458200" y="1781175"/>
            <a:ext cx="57150" cy="1257300"/>
          </a:xfrm>
          <a:prstGeom xmlns:a="http://schemas.openxmlformats.org/drawingml/2006/main" prst="rect">
            <a:avLst/>
          </a:prstGeom>
          <a:solidFill xmlns:a="http://schemas.openxmlformats.org/drawingml/2006/main">
            <a:srgbClr val="F29B38"/>
          </a:solidFill>
          <a:ln xmlns:a="http://schemas.openxmlformats.org/drawingml/2006/main" w="9525">
            <a:solidFill>
              <a:srgbClr val="F29B38"/>
            </a:solidFill>
          </a:ln>
        </p:spPr>
      </p:sp>
      <p:sp>
        <p:nvSpPr>
          <p:cNvPr id="20" name="">
            <a:extLst xmlns:a="http://schemas.openxmlformats.org/drawingml/2006/main">
              <a:ext uri="{FF2B5EF4-FFF2-40B4-BE49-F238E27FC236}">
                <a16:creationId xmlns:a16="http://schemas.microsoft.com/office/drawing/2014/main" id="{EE662E2E-3BAC-427F-A663-6C2FD5C848D4}"/>
              </a:ext>
            </a:extLst>
          </p:cNvPr>
          <p:cNvSpPr>
            <a:spLocks xmlns:a="http://schemas.openxmlformats.org/drawingml/2006/main" noGrp="1"/>
          </p:cNvSpPr>
          <p:nvPr/>
        </p:nvSpPr>
        <p:spPr>
          <a:xfrm xmlns:a="http://schemas.openxmlformats.org/drawingml/2006/main">
            <a:off x="8620125" y="1905000"/>
            <a:ext cx="2933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32238"/>
                </a:solidFill>
                <a:latin typeface="Noto Sans CJK KR"/>
                <a:ea typeface="Noto Sans CJK KR"/>
                <a:cs typeface="Noto Sans CJK KR"/>
              </a:defRPr>
            </a:pPr>
            <a:r>
              <a:rPr sz="1350" b="1">
                <a:solidFill>
                  <a:srgbClr val="132238"/>
                </a:solidFill>
                <a:latin typeface="Noto Sans CJK KR"/>
                <a:ea typeface="Noto Sans CJK KR"/>
                <a:cs typeface="Noto Sans CJK KR"/>
              </a:rPr>
              <a:t>Parent score</a:t>
            </a:r>
          </a:p>
        </p:txBody>
      </p:sp>
      <p:sp>
        <p:nvSpPr>
          <p:cNvPr id="21" name="">
            <a:extLst xmlns:a="http://schemas.openxmlformats.org/drawingml/2006/main">
              <a:ext uri="{FF2B5EF4-FFF2-40B4-BE49-F238E27FC236}">
                <a16:creationId xmlns:a16="http://schemas.microsoft.com/office/drawing/2014/main" id="{6AFE6EF3-F815-413A-A17E-F8AF12A79021}"/>
              </a:ext>
            </a:extLst>
          </p:cNvPr>
          <p:cNvSpPr>
            <a:spLocks xmlns:a="http://schemas.openxmlformats.org/drawingml/2006/main" noGrp="1"/>
          </p:cNvSpPr>
          <p:nvPr/>
        </p:nvSpPr>
        <p:spPr>
          <a:xfrm xmlns:a="http://schemas.openxmlformats.org/drawingml/2006/main">
            <a:off x="8620125" y="2238375"/>
            <a:ext cx="29146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window 최대 점수</a:t>
            </a:r>
          </a:p>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parent 최대 3 window</a:t>
            </a:r>
          </a:p>
        </p:txBody>
      </p:sp>
      <p:sp>
        <p:nvSpPr>
          <p:cNvPr id="22" name="">
            <a:extLst xmlns:a="http://schemas.openxmlformats.org/drawingml/2006/main">
              <a:ext uri="{FF2B5EF4-FFF2-40B4-BE49-F238E27FC236}">
                <a16:creationId xmlns:a16="http://schemas.microsoft.com/office/drawing/2014/main" id="{5514DA8E-6CF7-46A3-812C-F30D62BB66BE}"/>
              </a:ext>
            </a:extLst>
          </p:cNvPr>
          <p:cNvSpPr>
            <a:spLocks xmlns:a="http://schemas.openxmlformats.org/drawingml/2006/main" noGrp="1"/>
          </p:cNvSpPr>
          <p:nvPr/>
        </p:nvSpPr>
        <p:spPr>
          <a:xfrm xmlns:a="http://schemas.openxmlformats.org/drawingml/2006/main">
            <a:off x="2686050" y="2409825"/>
            <a:ext cx="476250" cy="0"/>
          </a:xfrm>
          <a:prstGeom xmlns:a="http://schemas.openxmlformats.org/drawingml/2006/main" prst="line">
            <a:avLst/>
          </a:prstGeom>
          <a:noFill xmlns:a="http://schemas.openxmlformats.org/drawingml/2006/main"/>
          <a:ln xmlns:a="http://schemas.openxmlformats.org/drawingml/2006/main" w="19050">
            <a:solidFill>
              <a:srgbClr val="52657A"/>
            </a:solidFill>
          </a:ln>
        </p:spPr>
      </p:sp>
      <p:sp>
        <p:nvSpPr>
          <p:cNvPr id="23" name="">
            <a:extLst xmlns:a="http://schemas.openxmlformats.org/drawingml/2006/main">
              <a:ext uri="{FF2B5EF4-FFF2-40B4-BE49-F238E27FC236}">
                <a16:creationId xmlns:a16="http://schemas.microsoft.com/office/drawing/2014/main" id="{6C1A215E-EFA1-492B-BF28-239036EB1E0B}"/>
              </a:ext>
            </a:extLst>
          </p:cNvPr>
          <p:cNvSpPr>
            <a:spLocks xmlns:a="http://schemas.openxmlformats.org/drawingml/2006/main" noGrp="1"/>
          </p:cNvSpPr>
          <p:nvPr/>
        </p:nvSpPr>
        <p:spPr>
          <a:xfrm xmlns:a="http://schemas.openxmlformats.org/drawingml/2006/main">
            <a:off x="3067050" y="2362200"/>
            <a:ext cx="95250" cy="95250"/>
          </a:xfrm>
          <a:prstGeom xmlns:a="http://schemas.openxmlformats.org/drawingml/2006/main" prst="triangle">
            <a:avLst/>
          </a:prstGeom>
          <a:solidFill xmlns:a="http://schemas.openxmlformats.org/drawingml/2006/main">
            <a:srgbClr val="52657A"/>
          </a:solidFill>
          <a:ln xmlns:a="http://schemas.openxmlformats.org/drawingml/2006/main" w="9525">
            <a:solidFill>
              <a:srgbClr val="52657A"/>
            </a:solidFill>
          </a:ln>
        </p:spPr>
      </p:sp>
      <p:sp>
        <p:nvSpPr>
          <p:cNvPr id="24" name="">
            <a:extLst xmlns:a="http://schemas.openxmlformats.org/drawingml/2006/main">
              <a:ext uri="{FF2B5EF4-FFF2-40B4-BE49-F238E27FC236}">
                <a16:creationId xmlns:a16="http://schemas.microsoft.com/office/drawing/2014/main" id="{319ED7E4-FD22-40EE-8FF6-9F09C818041F}"/>
              </a:ext>
            </a:extLst>
          </p:cNvPr>
          <p:cNvSpPr>
            <a:spLocks xmlns:a="http://schemas.openxmlformats.org/drawingml/2006/main" noGrp="1"/>
          </p:cNvSpPr>
          <p:nvPr/>
        </p:nvSpPr>
        <p:spPr>
          <a:xfrm xmlns:a="http://schemas.openxmlformats.org/drawingml/2006/main">
            <a:off x="5334000" y="2409825"/>
            <a:ext cx="476250" cy="0"/>
          </a:xfrm>
          <a:prstGeom xmlns:a="http://schemas.openxmlformats.org/drawingml/2006/main" prst="line">
            <a:avLst/>
          </a:prstGeom>
          <a:noFill xmlns:a="http://schemas.openxmlformats.org/drawingml/2006/main"/>
          <a:ln xmlns:a="http://schemas.openxmlformats.org/drawingml/2006/main" w="19050">
            <a:solidFill>
              <a:srgbClr val="52657A"/>
            </a:solidFill>
          </a:ln>
        </p:spPr>
      </p:sp>
      <p:sp>
        <p:nvSpPr>
          <p:cNvPr id="25" name="">
            <a:extLst xmlns:a="http://schemas.openxmlformats.org/drawingml/2006/main">
              <a:ext uri="{FF2B5EF4-FFF2-40B4-BE49-F238E27FC236}">
                <a16:creationId xmlns:a16="http://schemas.microsoft.com/office/drawing/2014/main" id="{EDCAF492-A25B-4888-938D-41C69E7594B9}"/>
              </a:ext>
            </a:extLst>
          </p:cNvPr>
          <p:cNvSpPr>
            <a:spLocks xmlns:a="http://schemas.openxmlformats.org/drawingml/2006/main" noGrp="1"/>
          </p:cNvSpPr>
          <p:nvPr/>
        </p:nvSpPr>
        <p:spPr>
          <a:xfrm xmlns:a="http://schemas.openxmlformats.org/drawingml/2006/main">
            <a:off x="5715000" y="2362200"/>
            <a:ext cx="95250" cy="95250"/>
          </a:xfrm>
          <a:prstGeom xmlns:a="http://schemas.openxmlformats.org/drawingml/2006/main" prst="triangle">
            <a:avLst/>
          </a:prstGeom>
          <a:solidFill xmlns:a="http://schemas.openxmlformats.org/drawingml/2006/main">
            <a:srgbClr val="52657A"/>
          </a:solidFill>
          <a:ln xmlns:a="http://schemas.openxmlformats.org/drawingml/2006/main" w="9525">
            <a:solidFill>
              <a:srgbClr val="52657A"/>
            </a:solidFill>
          </a:ln>
        </p:spPr>
      </p:sp>
      <p:sp>
        <p:nvSpPr>
          <p:cNvPr id="26" name="">
            <a:extLst xmlns:a="http://schemas.openxmlformats.org/drawingml/2006/main">
              <a:ext uri="{FF2B5EF4-FFF2-40B4-BE49-F238E27FC236}">
                <a16:creationId xmlns:a16="http://schemas.microsoft.com/office/drawing/2014/main" id="{35C374EC-8F46-46CF-AA25-B85C14D363D6}"/>
              </a:ext>
            </a:extLst>
          </p:cNvPr>
          <p:cNvSpPr>
            <a:spLocks xmlns:a="http://schemas.openxmlformats.org/drawingml/2006/main" noGrp="1"/>
          </p:cNvSpPr>
          <p:nvPr/>
        </p:nvSpPr>
        <p:spPr>
          <a:xfrm xmlns:a="http://schemas.openxmlformats.org/drawingml/2006/main">
            <a:off x="7981950" y="2409825"/>
            <a:ext cx="476250" cy="0"/>
          </a:xfrm>
          <a:prstGeom xmlns:a="http://schemas.openxmlformats.org/drawingml/2006/main" prst="line">
            <a:avLst/>
          </a:prstGeom>
          <a:noFill xmlns:a="http://schemas.openxmlformats.org/drawingml/2006/main"/>
          <a:ln xmlns:a="http://schemas.openxmlformats.org/drawingml/2006/main" w="19050">
            <a:solidFill>
              <a:srgbClr val="52657A"/>
            </a:solidFill>
          </a:ln>
        </p:spPr>
      </p:sp>
      <p:sp>
        <p:nvSpPr>
          <p:cNvPr id="27" name="">
            <a:extLst xmlns:a="http://schemas.openxmlformats.org/drawingml/2006/main">
              <a:ext uri="{FF2B5EF4-FFF2-40B4-BE49-F238E27FC236}">
                <a16:creationId xmlns:a16="http://schemas.microsoft.com/office/drawing/2014/main" id="{F85CCF36-E9B9-4BF1-87A9-B71816DEC206}"/>
              </a:ext>
            </a:extLst>
          </p:cNvPr>
          <p:cNvSpPr>
            <a:spLocks xmlns:a="http://schemas.openxmlformats.org/drawingml/2006/main" noGrp="1"/>
          </p:cNvSpPr>
          <p:nvPr/>
        </p:nvSpPr>
        <p:spPr>
          <a:xfrm xmlns:a="http://schemas.openxmlformats.org/drawingml/2006/main">
            <a:off x="8362950" y="2362200"/>
            <a:ext cx="95250" cy="95250"/>
          </a:xfrm>
          <a:prstGeom xmlns:a="http://schemas.openxmlformats.org/drawingml/2006/main" prst="triangle">
            <a:avLst/>
          </a:prstGeom>
          <a:solidFill xmlns:a="http://schemas.openxmlformats.org/drawingml/2006/main">
            <a:srgbClr val="52657A"/>
          </a:solidFill>
          <a:ln xmlns:a="http://schemas.openxmlformats.org/drawingml/2006/main" w="9525">
            <a:solidFill>
              <a:srgbClr val="52657A"/>
            </a:solidFill>
          </a:ln>
        </p:spPr>
      </p:sp>
      <p:sp>
        <p:nvSpPr>
          <p:cNvPr id="28" name="">
            <a:extLst xmlns:a="http://schemas.openxmlformats.org/drawingml/2006/main">
              <a:ext uri="{FF2B5EF4-FFF2-40B4-BE49-F238E27FC236}">
                <a16:creationId xmlns:a16="http://schemas.microsoft.com/office/drawing/2014/main" id="{73BF55A8-02AB-4FC6-B12E-B3C58917313F}"/>
              </a:ext>
            </a:extLst>
          </p:cNvPr>
          <p:cNvSpPr>
            <a:spLocks xmlns:a="http://schemas.openxmlformats.org/drawingml/2006/main" noGrp="1"/>
          </p:cNvSpPr>
          <p:nvPr/>
        </p:nvSpPr>
        <p:spPr>
          <a:xfrm xmlns:a="http://schemas.openxmlformats.org/drawingml/2006/main">
            <a:off x="514350" y="3457575"/>
            <a:ext cx="204787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FD9E6"/>
            </a:solidFill>
          </a:ln>
        </p:spPr>
      </p:sp>
      <p:sp>
        <p:nvSpPr>
          <p:cNvPr id="29" name="">
            <a:extLst xmlns:a="http://schemas.openxmlformats.org/drawingml/2006/main">
              <a:ext uri="{FF2B5EF4-FFF2-40B4-BE49-F238E27FC236}">
                <a16:creationId xmlns:a16="http://schemas.microsoft.com/office/drawing/2014/main" id="{98C5B9D4-C3A3-4DF2-80A7-611CBB7E6D45}"/>
              </a:ext>
            </a:extLst>
          </p:cNvPr>
          <p:cNvSpPr>
            <a:spLocks xmlns:a="http://schemas.openxmlformats.org/drawingml/2006/main" noGrp="1"/>
          </p:cNvSpPr>
          <p:nvPr/>
        </p:nvSpPr>
        <p:spPr>
          <a:xfrm xmlns:a="http://schemas.openxmlformats.org/drawingml/2006/main">
            <a:off x="666750" y="3590925"/>
            <a:ext cx="17430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2F6BFF"/>
                </a:solidFill>
                <a:latin typeface="Noto Sans CJK KR"/>
                <a:ea typeface="Noto Sans CJK KR"/>
                <a:cs typeface="Noto Sans CJK KR"/>
              </a:defRPr>
            </a:pPr>
            <a:r>
              <a:rPr sz="2400" b="1">
                <a:solidFill>
                  <a:srgbClr val="2F6BFF"/>
                </a:solidFill>
                <a:latin typeface="Noto Sans CJK KR"/>
                <a:ea typeface="Noto Sans CJK KR"/>
                <a:cs typeface="Noto Sans CJK KR"/>
              </a:rPr>
              <a:t>7,195</a:t>
            </a:r>
          </a:p>
        </p:txBody>
      </p:sp>
      <p:sp>
        <p:nvSpPr>
          <p:cNvPr id="30" name="">
            <a:extLst xmlns:a="http://schemas.openxmlformats.org/drawingml/2006/main">
              <a:ext uri="{FF2B5EF4-FFF2-40B4-BE49-F238E27FC236}">
                <a16:creationId xmlns:a16="http://schemas.microsoft.com/office/drawing/2014/main" id="{2D5C89DE-B6A3-41F0-8A90-B4F7EF12B146}"/>
              </a:ext>
            </a:extLst>
          </p:cNvPr>
          <p:cNvSpPr>
            <a:spLocks xmlns:a="http://schemas.openxmlformats.org/drawingml/2006/main" noGrp="1"/>
          </p:cNvSpPr>
          <p:nvPr/>
        </p:nvSpPr>
        <p:spPr>
          <a:xfrm xmlns:a="http://schemas.openxmlformats.org/drawingml/2006/main">
            <a:off x="666750" y="4038600"/>
            <a:ext cx="17430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132238"/>
                </a:solidFill>
                <a:latin typeface="Noto Sans CJK KR"/>
                <a:ea typeface="Noto Sans CJK KR"/>
                <a:cs typeface="Noto Sans CJK KR"/>
              </a:defRPr>
            </a:pPr>
            <a:r>
              <a:rPr sz="1125" b="1">
                <a:solidFill>
                  <a:srgbClr val="132238"/>
                </a:solidFill>
                <a:latin typeface="Noto Sans CJK KR"/>
                <a:ea typeface="Noto Sans CJK KR"/>
                <a:cs typeface="Noto Sans CJK KR"/>
              </a:rPr>
              <a:t>embedding windows</a:t>
            </a:r>
          </a:p>
        </p:txBody>
      </p:sp>
      <p:sp>
        <p:nvSpPr>
          <p:cNvPr id="31" name="">
            <a:extLst xmlns:a="http://schemas.openxmlformats.org/drawingml/2006/main">
              <a:ext uri="{FF2B5EF4-FFF2-40B4-BE49-F238E27FC236}">
                <a16:creationId xmlns:a16="http://schemas.microsoft.com/office/drawing/2014/main" id="{1E417F10-97D9-41BE-B14B-C519915B108E}"/>
              </a:ext>
            </a:extLst>
          </p:cNvPr>
          <p:cNvSpPr>
            <a:spLocks xmlns:a="http://schemas.openxmlformats.org/drawingml/2006/main" noGrp="1"/>
          </p:cNvSpPr>
          <p:nvPr/>
        </p:nvSpPr>
        <p:spPr>
          <a:xfrm xmlns:a="http://schemas.openxmlformats.org/drawingml/2006/main">
            <a:off x="2752725" y="3457575"/>
            <a:ext cx="204787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FD9E6"/>
            </a:solidFill>
          </a:ln>
        </p:spPr>
      </p:sp>
      <p:sp>
        <p:nvSpPr>
          <p:cNvPr id="32" name="">
            <a:extLst xmlns:a="http://schemas.openxmlformats.org/drawingml/2006/main">
              <a:ext uri="{FF2B5EF4-FFF2-40B4-BE49-F238E27FC236}">
                <a16:creationId xmlns:a16="http://schemas.microsoft.com/office/drawing/2014/main" id="{B9F7375F-023D-497C-9713-711C78745BFD}"/>
              </a:ext>
            </a:extLst>
          </p:cNvPr>
          <p:cNvSpPr>
            <a:spLocks xmlns:a="http://schemas.openxmlformats.org/drawingml/2006/main" noGrp="1"/>
          </p:cNvSpPr>
          <p:nvPr/>
        </p:nvSpPr>
        <p:spPr>
          <a:xfrm xmlns:a="http://schemas.openxmlformats.org/drawingml/2006/main">
            <a:off x="2905125" y="3590925"/>
            <a:ext cx="17430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119C8B"/>
                </a:solidFill>
                <a:latin typeface="Noto Sans CJK KR"/>
                <a:ea typeface="Noto Sans CJK KR"/>
                <a:cs typeface="Noto Sans CJK KR"/>
              </a:defRPr>
            </a:pPr>
            <a:r>
              <a:rPr sz="2400" b="1">
                <a:solidFill>
                  <a:srgbClr val="119C8B"/>
                </a:solidFill>
                <a:latin typeface="Noto Sans CJK KR"/>
                <a:ea typeface="Noto Sans CJK KR"/>
                <a:cs typeface="Noto Sans CJK KR"/>
              </a:rPr>
              <a:t>512</a:t>
            </a:r>
          </a:p>
        </p:txBody>
      </p:sp>
      <p:sp>
        <p:nvSpPr>
          <p:cNvPr id="33" name="">
            <a:extLst xmlns:a="http://schemas.openxmlformats.org/drawingml/2006/main">
              <a:ext uri="{FF2B5EF4-FFF2-40B4-BE49-F238E27FC236}">
                <a16:creationId xmlns:a16="http://schemas.microsoft.com/office/drawing/2014/main" id="{45E9BDD2-5DA3-4C0D-A305-200FE78A679D}"/>
              </a:ext>
            </a:extLst>
          </p:cNvPr>
          <p:cNvSpPr>
            <a:spLocks xmlns:a="http://schemas.openxmlformats.org/drawingml/2006/main" noGrp="1"/>
          </p:cNvSpPr>
          <p:nvPr/>
        </p:nvSpPr>
        <p:spPr>
          <a:xfrm xmlns:a="http://schemas.openxmlformats.org/drawingml/2006/main">
            <a:off x="2905125" y="4038600"/>
            <a:ext cx="17430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132238"/>
                </a:solidFill>
                <a:latin typeface="Noto Sans CJK KR"/>
                <a:ea typeface="Noto Sans CJK KR"/>
                <a:cs typeface="Noto Sans CJK KR"/>
              </a:defRPr>
            </a:pPr>
            <a:r>
              <a:rPr sz="1125" b="1">
                <a:solidFill>
                  <a:srgbClr val="132238"/>
                </a:solidFill>
                <a:latin typeface="Noto Sans CJK KR"/>
                <a:ea typeface="Noto Sans CJK KR"/>
                <a:cs typeface="Noto Sans CJK KR"/>
              </a:rPr>
              <a:t>token limit</a:t>
            </a:r>
          </a:p>
        </p:txBody>
      </p:sp>
      <p:sp>
        <p:nvSpPr>
          <p:cNvPr id="34" name="">
            <a:extLst xmlns:a="http://schemas.openxmlformats.org/drawingml/2006/main">
              <a:ext uri="{FF2B5EF4-FFF2-40B4-BE49-F238E27FC236}">
                <a16:creationId xmlns:a16="http://schemas.microsoft.com/office/drawing/2014/main" id="{0503892E-DA32-4D24-8AC0-A7EB179994AB}"/>
              </a:ext>
            </a:extLst>
          </p:cNvPr>
          <p:cNvSpPr>
            <a:spLocks xmlns:a="http://schemas.openxmlformats.org/drawingml/2006/main" noGrp="1"/>
          </p:cNvSpPr>
          <p:nvPr/>
        </p:nvSpPr>
        <p:spPr>
          <a:xfrm xmlns:a="http://schemas.openxmlformats.org/drawingml/2006/main">
            <a:off x="4991100" y="3457575"/>
            <a:ext cx="204787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FD9E6"/>
            </a:solidFill>
          </a:ln>
        </p:spPr>
      </p:sp>
      <p:sp>
        <p:nvSpPr>
          <p:cNvPr id="35" name="">
            <a:extLst xmlns:a="http://schemas.openxmlformats.org/drawingml/2006/main">
              <a:ext uri="{FF2B5EF4-FFF2-40B4-BE49-F238E27FC236}">
                <a16:creationId xmlns:a16="http://schemas.microsoft.com/office/drawing/2014/main" id="{EC106D74-9FD6-448E-A7E6-EBDAA08E77C1}"/>
              </a:ext>
            </a:extLst>
          </p:cNvPr>
          <p:cNvSpPr>
            <a:spLocks xmlns:a="http://schemas.openxmlformats.org/drawingml/2006/main" noGrp="1"/>
          </p:cNvSpPr>
          <p:nvPr/>
        </p:nvSpPr>
        <p:spPr>
          <a:xfrm xmlns:a="http://schemas.openxmlformats.org/drawingml/2006/main">
            <a:off x="5143500" y="3590925"/>
            <a:ext cx="17430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F29B38"/>
                </a:solidFill>
                <a:latin typeface="Noto Sans CJK KR"/>
                <a:ea typeface="Noto Sans CJK KR"/>
                <a:cs typeface="Noto Sans CJK KR"/>
              </a:defRPr>
            </a:pPr>
            <a:r>
              <a:rPr sz="2400" b="1">
                <a:solidFill>
                  <a:srgbClr val="F29B38"/>
                </a:solidFill>
                <a:latin typeface="Noto Sans CJK KR"/>
                <a:ea typeface="Noto Sans CJK KR"/>
                <a:cs typeface="Noto Sans CJK KR"/>
              </a:rPr>
              <a:t>8</a:t>
            </a:r>
          </a:p>
        </p:txBody>
      </p:sp>
      <p:sp>
        <p:nvSpPr>
          <p:cNvPr id="36" name="">
            <a:extLst xmlns:a="http://schemas.openxmlformats.org/drawingml/2006/main">
              <a:ext uri="{FF2B5EF4-FFF2-40B4-BE49-F238E27FC236}">
                <a16:creationId xmlns:a16="http://schemas.microsoft.com/office/drawing/2014/main" id="{14F8ACC1-63B0-489C-A09A-65B953E31F75}"/>
              </a:ext>
            </a:extLst>
          </p:cNvPr>
          <p:cNvSpPr>
            <a:spLocks xmlns:a="http://schemas.openxmlformats.org/drawingml/2006/main" noGrp="1"/>
          </p:cNvSpPr>
          <p:nvPr/>
        </p:nvSpPr>
        <p:spPr>
          <a:xfrm xmlns:a="http://schemas.openxmlformats.org/drawingml/2006/main">
            <a:off x="5143500" y="4038600"/>
            <a:ext cx="17430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132238"/>
                </a:solidFill>
                <a:latin typeface="Noto Sans CJK KR"/>
                <a:ea typeface="Noto Sans CJK KR"/>
                <a:cs typeface="Noto Sans CJK KR"/>
              </a:defRPr>
            </a:pPr>
            <a:r>
              <a:rPr sz="1125" b="1">
                <a:solidFill>
                  <a:srgbClr val="132238"/>
                </a:solidFill>
                <a:latin typeface="Noto Sans CJK KR"/>
                <a:ea typeface="Noto Sans CJK KR"/>
                <a:cs typeface="Noto Sans CJK KR"/>
              </a:rPr>
              <a:t>batch size</a:t>
            </a:r>
          </a:p>
        </p:txBody>
      </p:sp>
      <p:sp>
        <p:nvSpPr>
          <p:cNvPr id="37" name="">
            <a:extLst xmlns:a="http://schemas.openxmlformats.org/drawingml/2006/main">
              <a:ext uri="{FF2B5EF4-FFF2-40B4-BE49-F238E27FC236}">
                <a16:creationId xmlns:a16="http://schemas.microsoft.com/office/drawing/2014/main" id="{89423AFF-957F-4768-8877-D24FA429EE36}"/>
              </a:ext>
            </a:extLst>
          </p:cNvPr>
          <p:cNvSpPr>
            <a:spLocks xmlns:a="http://schemas.openxmlformats.org/drawingml/2006/main" noGrp="1"/>
          </p:cNvSpPr>
          <p:nvPr/>
        </p:nvSpPr>
        <p:spPr>
          <a:xfrm xmlns:a="http://schemas.openxmlformats.org/drawingml/2006/main">
            <a:off x="7229475" y="3457575"/>
            <a:ext cx="204787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FD9E6"/>
            </a:solidFill>
          </a:ln>
        </p:spPr>
      </p:sp>
      <p:sp>
        <p:nvSpPr>
          <p:cNvPr id="38" name="">
            <a:extLst xmlns:a="http://schemas.openxmlformats.org/drawingml/2006/main">
              <a:ext uri="{FF2B5EF4-FFF2-40B4-BE49-F238E27FC236}">
                <a16:creationId xmlns:a16="http://schemas.microsoft.com/office/drawing/2014/main" id="{3A860E79-5D91-4F31-84B7-2806B7C2B6FF}"/>
              </a:ext>
            </a:extLst>
          </p:cNvPr>
          <p:cNvSpPr>
            <a:spLocks xmlns:a="http://schemas.openxmlformats.org/drawingml/2006/main" noGrp="1"/>
          </p:cNvSpPr>
          <p:nvPr/>
        </p:nvSpPr>
        <p:spPr>
          <a:xfrm xmlns:a="http://schemas.openxmlformats.org/drawingml/2006/main">
            <a:off x="7381875" y="3590925"/>
            <a:ext cx="17430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7657C8"/>
                </a:solidFill>
                <a:latin typeface="Noto Sans CJK KR"/>
                <a:ea typeface="Noto Sans CJK KR"/>
                <a:cs typeface="Noto Sans CJK KR"/>
              </a:defRPr>
            </a:pPr>
            <a:r>
              <a:rPr sz="2400" b="1">
                <a:solidFill>
                  <a:srgbClr val="7657C8"/>
                </a:solidFill>
                <a:latin typeface="Noto Sans CJK KR"/>
                <a:ea typeface="Noto Sans CJK KR"/>
                <a:cs typeface="Noto Sans CJK KR"/>
              </a:rPr>
              <a:t>4</a:t>
            </a:r>
          </a:p>
        </p:txBody>
      </p:sp>
      <p:sp>
        <p:nvSpPr>
          <p:cNvPr id="39" name="">
            <a:extLst xmlns:a="http://schemas.openxmlformats.org/drawingml/2006/main">
              <a:ext uri="{FF2B5EF4-FFF2-40B4-BE49-F238E27FC236}">
                <a16:creationId xmlns:a16="http://schemas.microsoft.com/office/drawing/2014/main" id="{58D7E63A-2B40-44F4-9745-540D0E842BC6}"/>
              </a:ext>
            </a:extLst>
          </p:cNvPr>
          <p:cNvSpPr>
            <a:spLocks xmlns:a="http://schemas.openxmlformats.org/drawingml/2006/main" noGrp="1"/>
          </p:cNvSpPr>
          <p:nvPr/>
        </p:nvSpPr>
        <p:spPr>
          <a:xfrm xmlns:a="http://schemas.openxmlformats.org/drawingml/2006/main">
            <a:off x="7381875" y="4038600"/>
            <a:ext cx="17430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132238"/>
                </a:solidFill>
                <a:latin typeface="Noto Sans CJK KR"/>
                <a:ea typeface="Noto Sans CJK KR"/>
                <a:cs typeface="Noto Sans CJK KR"/>
              </a:defRPr>
            </a:pPr>
            <a:r>
              <a:rPr sz="1125" b="1">
                <a:solidFill>
                  <a:srgbClr val="132238"/>
                </a:solidFill>
                <a:latin typeface="Noto Sans CJK KR"/>
                <a:ea typeface="Noto Sans CJK KR"/>
                <a:cs typeface="Noto Sans CJK KR"/>
              </a:rPr>
              <a:t>CPU threads</a:t>
            </a:r>
          </a:p>
        </p:txBody>
      </p:sp>
      <p:sp>
        <p:nvSpPr>
          <p:cNvPr id="40" name="">
            <a:extLst xmlns:a="http://schemas.openxmlformats.org/drawingml/2006/main">
              <a:ext uri="{FF2B5EF4-FFF2-40B4-BE49-F238E27FC236}">
                <a16:creationId xmlns:a16="http://schemas.microsoft.com/office/drawing/2014/main" id="{5F7073F7-F0C3-40E4-80ED-158880D766C1}"/>
              </a:ext>
            </a:extLst>
          </p:cNvPr>
          <p:cNvSpPr>
            <a:spLocks xmlns:a="http://schemas.openxmlformats.org/drawingml/2006/main" noGrp="1"/>
          </p:cNvSpPr>
          <p:nvPr/>
        </p:nvSpPr>
        <p:spPr>
          <a:xfrm xmlns:a="http://schemas.openxmlformats.org/drawingml/2006/main">
            <a:off x="9467850" y="3457575"/>
            <a:ext cx="204787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FD9E6"/>
            </a:solidFill>
          </a:ln>
        </p:spPr>
      </p:sp>
      <p:sp>
        <p:nvSpPr>
          <p:cNvPr id="41" name="">
            <a:extLst xmlns:a="http://schemas.openxmlformats.org/drawingml/2006/main">
              <a:ext uri="{FF2B5EF4-FFF2-40B4-BE49-F238E27FC236}">
                <a16:creationId xmlns:a16="http://schemas.microsoft.com/office/drawing/2014/main" id="{60B5EBD1-E3A4-419A-9288-3C2E5208F701}"/>
              </a:ext>
            </a:extLst>
          </p:cNvPr>
          <p:cNvSpPr>
            <a:spLocks xmlns:a="http://schemas.openxmlformats.org/drawingml/2006/main" noGrp="1"/>
          </p:cNvSpPr>
          <p:nvPr/>
        </p:nvSpPr>
        <p:spPr>
          <a:xfrm xmlns:a="http://schemas.openxmlformats.org/drawingml/2006/main">
            <a:off x="9620250" y="3590925"/>
            <a:ext cx="17430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D9564A"/>
                </a:solidFill>
                <a:latin typeface="Noto Sans CJK KR"/>
                <a:ea typeface="Noto Sans CJK KR"/>
                <a:cs typeface="Noto Sans CJK KR"/>
              </a:defRPr>
            </a:pPr>
            <a:r>
              <a:rPr sz="2400" b="1">
                <a:solidFill>
                  <a:srgbClr val="D9564A"/>
                </a:solidFill>
                <a:latin typeface="Noto Sans CJK KR"/>
                <a:ea typeface="Noto Sans CJK KR"/>
                <a:cs typeface="Noto Sans CJK KR"/>
              </a:rPr>
              <a:t>1,379.6초</a:t>
            </a:r>
          </a:p>
        </p:txBody>
      </p:sp>
      <p:sp>
        <p:nvSpPr>
          <p:cNvPr id="42" name="">
            <a:extLst xmlns:a="http://schemas.openxmlformats.org/drawingml/2006/main">
              <a:ext uri="{FF2B5EF4-FFF2-40B4-BE49-F238E27FC236}">
                <a16:creationId xmlns:a16="http://schemas.microsoft.com/office/drawing/2014/main" id="{D6B57987-4E0B-40F4-9363-F9AE5CC56792}"/>
              </a:ext>
            </a:extLst>
          </p:cNvPr>
          <p:cNvSpPr>
            <a:spLocks xmlns:a="http://schemas.openxmlformats.org/drawingml/2006/main" noGrp="1"/>
          </p:cNvSpPr>
          <p:nvPr/>
        </p:nvSpPr>
        <p:spPr>
          <a:xfrm xmlns:a="http://schemas.openxmlformats.org/drawingml/2006/main">
            <a:off x="9620250" y="4038600"/>
            <a:ext cx="17430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132238"/>
                </a:solidFill>
                <a:latin typeface="Noto Sans CJK KR"/>
                <a:ea typeface="Noto Sans CJK KR"/>
                <a:cs typeface="Noto Sans CJK KR"/>
              </a:defRPr>
            </a:pPr>
            <a:r>
              <a:rPr sz="1125" b="1">
                <a:solidFill>
                  <a:srgbClr val="132238"/>
                </a:solidFill>
                <a:latin typeface="Noto Sans CJK KR"/>
                <a:ea typeface="Noto Sans CJK KR"/>
                <a:cs typeface="Noto Sans CJK KR"/>
              </a:rPr>
              <a:t>index build</a:t>
            </a:r>
          </a:p>
        </p:txBody>
      </p:sp>
      <p:sp>
        <p:nvSpPr>
          <p:cNvPr id="43" name="">
            <a:extLst xmlns:a="http://schemas.openxmlformats.org/drawingml/2006/main">
              <a:ext uri="{FF2B5EF4-FFF2-40B4-BE49-F238E27FC236}">
                <a16:creationId xmlns:a16="http://schemas.microsoft.com/office/drawing/2014/main" id="{3F4BBFAB-EE62-4269-B3D3-D52E35CA4664}"/>
              </a:ext>
            </a:extLst>
          </p:cNvPr>
          <p:cNvSpPr>
            <a:spLocks xmlns:a="http://schemas.openxmlformats.org/drawingml/2006/main" noGrp="1"/>
          </p:cNvSpPr>
          <p:nvPr/>
        </p:nvSpPr>
        <p:spPr>
          <a:xfrm xmlns:a="http://schemas.openxmlformats.org/drawingml/2006/main">
            <a:off x="514350" y="4848225"/>
            <a:ext cx="11163300" cy="666750"/>
          </a:xfrm>
          <a:prstGeom xmlns:a="http://schemas.openxmlformats.org/drawingml/2006/main" prst="roundRect">
            <a:avLst>
              <a:gd name="adj" fmla="val 11429"/>
            </a:avLst>
          </a:prstGeom>
          <a:solidFill xmlns:a="http://schemas.openxmlformats.org/drawingml/2006/main">
            <a:srgbClr val="E9F0FF"/>
          </a:solidFill>
          <a:ln xmlns:a="http://schemas.openxmlformats.org/drawingml/2006/main" w="9525">
            <a:solidFill>
              <a:srgbClr val="B9CCFB"/>
            </a:solidFill>
          </a:ln>
        </p:spPr>
      </p:sp>
      <p:sp>
        <p:nvSpPr>
          <p:cNvPr id="44" name="">
            <a:extLst xmlns:a="http://schemas.openxmlformats.org/drawingml/2006/main">
              <a:ext uri="{FF2B5EF4-FFF2-40B4-BE49-F238E27FC236}">
                <a16:creationId xmlns:a16="http://schemas.microsoft.com/office/drawing/2014/main" id="{04C6A960-F5B8-4BA6-83E3-FC8A8033C6F8}"/>
              </a:ext>
            </a:extLst>
          </p:cNvPr>
          <p:cNvSpPr>
            <a:spLocks xmlns:a="http://schemas.openxmlformats.org/drawingml/2006/main" noGrp="1"/>
          </p:cNvSpPr>
          <p:nvPr/>
        </p:nvSpPr>
        <p:spPr>
          <a:xfrm xmlns:a="http://schemas.openxmlformats.org/drawingml/2006/main">
            <a:off x="685800" y="499110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2F6BFF"/>
                </a:solidFill>
                <a:latin typeface="Noto Sans CJK KR"/>
                <a:ea typeface="Noto Sans CJK KR"/>
                <a:cs typeface="Noto Sans CJK KR"/>
              </a:defRPr>
            </a:pPr>
            <a:r>
              <a:rPr sz="1125" b="1">
                <a:solidFill>
                  <a:srgbClr val="2F6BFF"/>
                </a:solidFill>
                <a:latin typeface="Noto Sans CJK KR"/>
                <a:ea typeface="Noto Sans CJK KR"/>
                <a:cs typeface="Noto Sans CJK KR"/>
              </a:rPr>
              <a:t>모델 고정</a:t>
            </a:r>
          </a:p>
        </p:txBody>
      </p:sp>
      <p:sp>
        <p:nvSpPr>
          <p:cNvPr id="45" name="">
            <a:extLst xmlns:a="http://schemas.openxmlformats.org/drawingml/2006/main">
              <a:ext uri="{FF2B5EF4-FFF2-40B4-BE49-F238E27FC236}">
                <a16:creationId xmlns:a16="http://schemas.microsoft.com/office/drawing/2014/main" id="{916F6A84-795F-4001-8972-6396E0B30BB9}"/>
              </a:ext>
            </a:extLst>
          </p:cNvPr>
          <p:cNvSpPr>
            <a:spLocks xmlns:a="http://schemas.openxmlformats.org/drawingml/2006/main" noGrp="1"/>
          </p:cNvSpPr>
          <p:nvPr/>
        </p:nvSpPr>
        <p:spPr>
          <a:xfrm xmlns:a="http://schemas.openxmlformats.org/drawingml/2006/main">
            <a:off x="1828800" y="4972050"/>
            <a:ext cx="9601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132238"/>
                </a:solidFill>
                <a:latin typeface="Noto Sans CJK KR"/>
                <a:ea typeface="Noto Sans CJK KR"/>
                <a:cs typeface="Noto Sans CJK KR"/>
              </a:defRPr>
            </a:pPr>
            <a:r>
              <a:rPr sz="1125" b="1">
                <a:solidFill>
                  <a:srgbClr val="132238"/>
                </a:solidFill>
                <a:latin typeface="Noto Sans CJK KR"/>
                <a:ea typeface="Noto Sans CJK KR"/>
                <a:cs typeface="Noto Sans CJK KR"/>
              </a:rPr>
              <a:t>intfloat/multilingual-e5-small · revision 614241… · MIT · query:/passage: prefix · truncation=false</a:t>
            </a:r>
          </a:p>
        </p:txBody>
      </p:sp>
      <p:sp>
        <p:nvSpPr>
          <p:cNvPr id="46" name="">
            <a:extLst xmlns:a="http://schemas.openxmlformats.org/drawingml/2006/main">
              <a:ext uri="{FF2B5EF4-FFF2-40B4-BE49-F238E27FC236}">
                <a16:creationId xmlns:a16="http://schemas.microsoft.com/office/drawing/2014/main" id="{E759867A-4D19-4E77-A8FB-0322A2F41C77}"/>
              </a:ext>
            </a:extLst>
          </p:cNvPr>
          <p:cNvSpPr>
            <a:spLocks xmlns:a="http://schemas.openxmlformats.org/drawingml/2006/main" noGrp="1"/>
          </p:cNvSpPr>
          <p:nvPr/>
        </p:nvSpPr>
        <p:spPr>
          <a:xfrm xmlns:a="http://schemas.openxmlformats.org/drawingml/2006/main">
            <a:off x="514350" y="6353175"/>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47" name="">
            <a:extLst xmlns:a="http://schemas.openxmlformats.org/drawingml/2006/main">
              <a:ext uri="{FF2B5EF4-FFF2-40B4-BE49-F238E27FC236}">
                <a16:creationId xmlns:a16="http://schemas.microsoft.com/office/drawing/2014/main" id="{E8D2E7A0-2DC4-4CBD-AEAC-09C397B22E7B}"/>
              </a:ext>
            </a:extLst>
          </p:cNvPr>
          <p:cNvSpPr>
            <a:spLocks xmlns:a="http://schemas.openxmlformats.org/drawingml/2006/main" noGrp="1"/>
          </p:cNvSpPr>
          <p:nvPr/>
        </p:nvSpPr>
        <p:spPr>
          <a:xfrm xmlns:a="http://schemas.openxmlformats.org/drawingml/2006/main">
            <a:off x="533400" y="6457950"/>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0">
                <a:solidFill>
                  <a:srgbClr val="52657A"/>
                </a:solidFill>
                <a:latin typeface="Noto Sans CJK KR"/>
                <a:ea typeface="Noto Sans CJK KR"/>
                <a:cs typeface="Noto Sans CJK KR"/>
              </a:defRPr>
            </a:pPr>
            <a:r>
              <a:rPr sz="825" b="0">
                <a:solidFill>
                  <a:srgbClr val="52657A"/>
                </a:solidFill>
                <a:latin typeface="Noto Sans CJK KR"/>
                <a:ea typeface="Noto Sans CJK KR"/>
                <a:cs typeface="Noto Sans CJK KR"/>
              </a:rPr>
              <a:t>문서 임베딩은 CPU float32로 구축 · 생성 모델 GPU 실행과 별도</a:t>
            </a:r>
          </a:p>
        </p:txBody>
      </p:sp>
      <p:sp>
        <p:nvSpPr>
          <p:cNvPr id="48" name="">
            <a:extLst xmlns:a="http://schemas.openxmlformats.org/drawingml/2006/main">
              <a:ext uri="{FF2B5EF4-FFF2-40B4-BE49-F238E27FC236}">
                <a16:creationId xmlns:a16="http://schemas.microsoft.com/office/drawing/2014/main" id="{AE348AA5-EB9D-4846-B743-D84BA8DA47CE}"/>
              </a:ext>
            </a:extLst>
          </p:cNvPr>
          <p:cNvSpPr>
            <a:spLocks xmlns:a="http://schemas.openxmlformats.org/drawingml/2006/main" noGrp="1"/>
          </p:cNvSpPr>
          <p:nvPr/>
        </p:nvSpPr>
        <p:spPr>
          <a:xfrm xmlns:a="http://schemas.openxmlformats.org/drawingml/2006/main">
            <a:off x="10001250" y="6457950"/>
            <a:ext cx="1676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1">
                <a:solidFill>
                  <a:srgbClr val="183B5B"/>
                </a:solidFill>
                <a:latin typeface="Noto Sans CJK KR"/>
                <a:ea typeface="Noto Sans CJK KR"/>
                <a:cs typeface="Noto Sans CJK KR"/>
              </a:defRPr>
            </a:pPr>
            <a:r>
              <a:rPr sz="825" b="1">
                <a:solidFill>
                  <a:srgbClr val="183B5B"/>
                </a:solidFill>
                <a:latin typeface="Noto Sans CJK KR"/>
                <a:ea typeface="Noto Sans CJK KR"/>
                <a:cs typeface="Noto Sans CJK KR"/>
              </a:rPr>
              <a:t>ASTRA · ko-LettuceDetect</a:t>
            </a:r>
          </a:p>
        </p:txBody>
      </p:sp>
    </p:spTree>
    <p:extLst>
      <p:ext uri="{BB962C8B-B14F-4D97-AF65-F5344CB8AC3E}">
        <p14:creationId xmlns:p14="http://schemas.microsoft.com/office/powerpoint/2010/main" val="797924970"/>
      </p:ext>
    </p:extLst>
  </p:cSld>
</p:sld>
</file>

<file path=ppt/slides/slide2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30C3A918-A3B5-47F0-AF8C-65116C5496CC}"/>
              </a:ext>
            </a:extLst>
          </p:cNvPr>
          <p:cNvSpPr>
            <a:spLocks xmlns:a="http://schemas.openxmlformats.org/drawingml/2006/main" noGrp="1"/>
          </p:cNvSpPr>
          <p:nvPr/>
        </p:nvSpPr>
        <p:spPr>
          <a:xfrm xmlns:a="http://schemas.openxmlformats.org/drawingml/2006/main">
            <a:off x="5143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119C8B"/>
                </a:solidFill>
                <a:latin typeface="Noto Sans CJK KR"/>
                <a:ea typeface="Noto Sans CJK KR"/>
                <a:cs typeface="Noto Sans CJK KR"/>
              </a:defRPr>
            </a:pPr>
            <a:r>
              <a:rPr sz="975" b="1">
                <a:solidFill>
                  <a:srgbClr val="119C8B"/>
                </a:solidFill>
                <a:latin typeface="Noto Sans CJK KR"/>
                <a:ea typeface="Noto Sans CJK KR"/>
                <a:cs typeface="Noto Sans CJK KR"/>
              </a:rPr>
              <a:t>권한형 RAG</a:t>
            </a:r>
          </a:p>
        </p:txBody>
      </p:sp>
      <p:sp>
        <p:nvSpPr>
          <p:cNvPr id="2" name="">
            <a:extLst xmlns:a="http://schemas.openxmlformats.org/drawingml/2006/main">
              <a:ext uri="{FF2B5EF4-FFF2-40B4-BE49-F238E27FC236}">
                <a16:creationId xmlns:a16="http://schemas.microsoft.com/office/drawing/2014/main" id="{894DA519-B337-4E42-9BFD-DFE05225207A}"/>
              </a:ext>
            </a:extLst>
          </p:cNvPr>
          <p:cNvSpPr>
            <a:spLocks xmlns:a="http://schemas.openxmlformats.org/drawingml/2006/main" noGrp="1"/>
          </p:cNvSpPr>
          <p:nvPr/>
        </p:nvSpPr>
        <p:spPr>
          <a:xfrm xmlns:a="http://schemas.openxmlformats.org/drawingml/2006/main">
            <a:off x="514350" y="457200"/>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132238"/>
                </a:solidFill>
                <a:latin typeface="Noto Sans CJK KR"/>
                <a:ea typeface="Noto Sans CJK KR"/>
                <a:cs typeface="Noto Sans CJK KR"/>
              </a:defRPr>
            </a:pPr>
            <a:r>
              <a:rPr sz="2325" b="1">
                <a:solidFill>
                  <a:srgbClr val="132238"/>
                </a:solidFill>
                <a:latin typeface="Noto Sans CJK KR"/>
                <a:ea typeface="Noto Sans CJK KR"/>
                <a:cs typeface="Noto Sans CJK KR"/>
              </a:rPr>
              <a:t>키워드와 의미 검색을 RRF로 결합한다</a:t>
            </a:r>
          </a:p>
        </p:txBody>
      </p:sp>
      <p:sp>
        <p:nvSpPr>
          <p:cNvPr id="3" name="">
            <a:extLst xmlns:a="http://schemas.openxmlformats.org/drawingml/2006/main">
              <a:ext uri="{FF2B5EF4-FFF2-40B4-BE49-F238E27FC236}">
                <a16:creationId xmlns:a16="http://schemas.microsoft.com/office/drawing/2014/main" id="{6E4A1D8E-96DF-4CCC-90A0-09EC2DB6C330}"/>
              </a:ext>
            </a:extLst>
          </p:cNvPr>
          <p:cNvSpPr>
            <a:spLocks xmlns:a="http://schemas.openxmlformats.org/drawingml/2006/main" noGrp="1"/>
          </p:cNvSpPr>
          <p:nvPr/>
        </p:nvSpPr>
        <p:spPr>
          <a:xfrm xmlns:a="http://schemas.openxmlformats.org/drawingml/2006/main">
            <a:off x="533400" y="923925"/>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2657A"/>
                </a:solidFill>
                <a:latin typeface="Noto Sans CJK KR"/>
                <a:ea typeface="Noto Sans CJK KR"/>
                <a:cs typeface="Noto Sans CJK KR"/>
              </a:defRPr>
            </a:pPr>
            <a:r>
              <a:rPr sz="1200" b="0">
                <a:solidFill>
                  <a:srgbClr val="52657A"/>
                </a:solidFill>
                <a:latin typeface="Noto Sans CJK KR"/>
                <a:ea typeface="Noto Sans CJK KR"/>
                <a:cs typeface="Noto Sans CJK KR"/>
              </a:rPr>
              <a:t>코드·금액·날짜는 정확히, 표현이 다른 문장은 의미로 보완</a:t>
            </a:r>
          </a:p>
        </p:txBody>
      </p:sp>
      <p:sp>
        <p:nvSpPr>
          <p:cNvPr id="4" name="">
            <a:extLst xmlns:a="http://schemas.openxmlformats.org/drawingml/2006/main">
              <a:ext uri="{FF2B5EF4-FFF2-40B4-BE49-F238E27FC236}">
                <a16:creationId xmlns:a16="http://schemas.microsoft.com/office/drawing/2014/main" id="{6731A703-935E-446E-9322-A8D4D7A3CD77}"/>
              </a:ext>
            </a:extLst>
          </p:cNvPr>
          <p:cNvSpPr>
            <a:spLocks xmlns:a="http://schemas.openxmlformats.org/drawingml/2006/main" noGrp="1"/>
          </p:cNvSpPr>
          <p:nvPr/>
        </p:nvSpPr>
        <p:spPr>
          <a:xfrm xmlns:a="http://schemas.openxmlformats.org/drawingml/2006/main">
            <a:off x="514350" y="1257300"/>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5" name="">
            <a:extLst xmlns:a="http://schemas.openxmlformats.org/drawingml/2006/main">
              <a:ext uri="{FF2B5EF4-FFF2-40B4-BE49-F238E27FC236}">
                <a16:creationId xmlns:a16="http://schemas.microsoft.com/office/drawing/2014/main" id="{A904A0B2-AE22-4A32-934D-17826133C930}"/>
              </a:ext>
            </a:extLst>
          </p:cNvPr>
          <p:cNvSpPr>
            <a:spLocks xmlns:a="http://schemas.openxmlformats.org/drawingml/2006/main" noGrp="1"/>
          </p:cNvSpPr>
          <p:nvPr/>
        </p:nvSpPr>
        <p:spPr>
          <a:xfrm xmlns:a="http://schemas.openxmlformats.org/drawingml/2006/main">
            <a:off x="11201400" y="209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52657A"/>
                </a:solidFill>
                <a:latin typeface="Noto Sans CJK KR"/>
                <a:ea typeface="Noto Sans CJK KR"/>
                <a:cs typeface="Noto Sans CJK KR"/>
              </a:defRPr>
            </a:pPr>
            <a:r>
              <a:rPr sz="975" b="1">
                <a:solidFill>
                  <a:srgbClr val="52657A"/>
                </a:solidFill>
                <a:latin typeface="Noto Sans CJK KR"/>
                <a:ea typeface="Noto Sans CJK KR"/>
                <a:cs typeface="Noto Sans CJK KR"/>
              </a:rPr>
              <a:t>21</a:t>
            </a:r>
          </a:p>
        </p:txBody>
      </p:sp>
      <p:sp>
        <p:nvSpPr>
          <p:cNvPr id="6" name="">
            <a:extLst xmlns:a="http://schemas.openxmlformats.org/drawingml/2006/main">
              <a:ext uri="{FF2B5EF4-FFF2-40B4-BE49-F238E27FC236}">
                <a16:creationId xmlns:a16="http://schemas.microsoft.com/office/drawing/2014/main" id="{4619AA83-10A3-49D5-9D3C-14716C945630}"/>
              </a:ext>
            </a:extLst>
          </p:cNvPr>
          <p:cNvSpPr>
            <a:spLocks xmlns:a="http://schemas.openxmlformats.org/drawingml/2006/main" noGrp="1"/>
          </p:cNvSpPr>
          <p:nvPr/>
        </p:nvSpPr>
        <p:spPr>
          <a:xfrm xmlns:a="http://schemas.openxmlformats.org/drawingml/2006/main">
            <a:off x="514350" y="1695450"/>
            <a:ext cx="304800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FD9E6"/>
            </a:solidFill>
          </a:ln>
        </p:spPr>
      </p:sp>
      <p:sp>
        <p:nvSpPr>
          <p:cNvPr id="7" name="">
            <a:extLst xmlns:a="http://schemas.openxmlformats.org/drawingml/2006/main">
              <a:ext uri="{FF2B5EF4-FFF2-40B4-BE49-F238E27FC236}">
                <a16:creationId xmlns:a16="http://schemas.microsoft.com/office/drawing/2014/main" id="{4DE7073E-CBDE-413F-80A1-DC0197BDAA70}"/>
              </a:ext>
            </a:extLst>
          </p:cNvPr>
          <p:cNvSpPr>
            <a:spLocks xmlns:a="http://schemas.openxmlformats.org/drawingml/2006/main" noGrp="1"/>
          </p:cNvSpPr>
          <p:nvPr/>
        </p:nvSpPr>
        <p:spPr>
          <a:xfrm xmlns:a="http://schemas.openxmlformats.org/drawingml/2006/main">
            <a:off x="514350" y="1695450"/>
            <a:ext cx="57150" cy="1714500"/>
          </a:xfrm>
          <a:prstGeom xmlns:a="http://schemas.openxmlformats.org/drawingml/2006/main" prst="rect">
            <a:avLst/>
          </a:prstGeom>
          <a:solidFill xmlns:a="http://schemas.openxmlformats.org/drawingml/2006/main">
            <a:srgbClr val="2F6BFF"/>
          </a:solidFill>
          <a:ln xmlns:a="http://schemas.openxmlformats.org/drawingml/2006/main" w="9525">
            <a:solidFill>
              <a:srgbClr val="2F6BFF"/>
            </a:solidFill>
          </a:ln>
        </p:spPr>
      </p:sp>
      <p:sp>
        <p:nvSpPr>
          <p:cNvPr id="8" name="">
            <a:extLst xmlns:a="http://schemas.openxmlformats.org/drawingml/2006/main">
              <a:ext uri="{FF2B5EF4-FFF2-40B4-BE49-F238E27FC236}">
                <a16:creationId xmlns:a16="http://schemas.microsoft.com/office/drawing/2014/main" id="{F7BB520F-5E3E-4C3F-BBD4-3DAD021C6791}"/>
              </a:ext>
            </a:extLst>
          </p:cNvPr>
          <p:cNvSpPr>
            <a:spLocks xmlns:a="http://schemas.openxmlformats.org/drawingml/2006/main" noGrp="1"/>
          </p:cNvSpPr>
          <p:nvPr/>
        </p:nvSpPr>
        <p:spPr>
          <a:xfrm xmlns:a="http://schemas.openxmlformats.org/drawingml/2006/main">
            <a:off x="676275" y="1819275"/>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32238"/>
                </a:solidFill>
                <a:latin typeface="Noto Sans CJK KR"/>
                <a:ea typeface="Noto Sans CJK KR"/>
                <a:cs typeface="Noto Sans CJK KR"/>
              </a:defRPr>
            </a:pPr>
            <a:r>
              <a:rPr sz="1350" b="1">
                <a:solidFill>
                  <a:srgbClr val="132238"/>
                </a:solidFill>
                <a:latin typeface="Noto Sans CJK KR"/>
                <a:ea typeface="Noto Sans CJK KR"/>
                <a:cs typeface="Noto Sans CJK KR"/>
              </a:rPr>
              <a:t>Lexical</a:t>
            </a:r>
          </a:p>
        </p:txBody>
      </p:sp>
      <p:sp>
        <p:nvSpPr>
          <p:cNvPr id="9" name="">
            <a:extLst xmlns:a="http://schemas.openxmlformats.org/drawingml/2006/main">
              <a:ext uri="{FF2B5EF4-FFF2-40B4-BE49-F238E27FC236}">
                <a16:creationId xmlns:a16="http://schemas.microsoft.com/office/drawing/2014/main" id="{A7F7F795-00F6-4F96-B239-E603FBA949F0}"/>
              </a:ext>
            </a:extLst>
          </p:cNvPr>
          <p:cNvSpPr>
            <a:spLocks xmlns:a="http://schemas.openxmlformats.org/drawingml/2006/main" noGrp="1"/>
          </p:cNvSpPr>
          <p:nvPr/>
        </p:nvSpPr>
        <p:spPr>
          <a:xfrm xmlns:a="http://schemas.openxmlformats.org/drawingml/2006/main">
            <a:off x="676275" y="2152650"/>
            <a:ext cx="27432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한국어 2글자 부분어</a:t>
            </a:r>
          </a:p>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영문·숫자 exact token</a:t>
            </a:r>
          </a:p>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BM25 형태 점수</a:t>
            </a:r>
          </a:p>
        </p:txBody>
      </p:sp>
      <p:sp>
        <p:nvSpPr>
          <p:cNvPr id="10" name="">
            <a:extLst xmlns:a="http://schemas.openxmlformats.org/drawingml/2006/main">
              <a:ext uri="{FF2B5EF4-FFF2-40B4-BE49-F238E27FC236}">
                <a16:creationId xmlns:a16="http://schemas.microsoft.com/office/drawing/2014/main" id="{352B6BA7-71A9-4BB0-9E7E-2580A6804459}"/>
              </a:ext>
            </a:extLst>
          </p:cNvPr>
          <p:cNvSpPr>
            <a:spLocks xmlns:a="http://schemas.openxmlformats.org/drawingml/2006/main" noGrp="1"/>
          </p:cNvSpPr>
          <p:nvPr/>
        </p:nvSpPr>
        <p:spPr>
          <a:xfrm xmlns:a="http://schemas.openxmlformats.org/drawingml/2006/main">
            <a:off x="4572000" y="1695450"/>
            <a:ext cx="304800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FD9E6"/>
            </a:solidFill>
          </a:ln>
        </p:spPr>
      </p:sp>
      <p:sp>
        <p:nvSpPr>
          <p:cNvPr id="11" name="">
            <a:extLst xmlns:a="http://schemas.openxmlformats.org/drawingml/2006/main">
              <a:ext uri="{FF2B5EF4-FFF2-40B4-BE49-F238E27FC236}">
                <a16:creationId xmlns:a16="http://schemas.microsoft.com/office/drawing/2014/main" id="{791D7382-9629-4054-BB67-47AA0449DD58}"/>
              </a:ext>
            </a:extLst>
          </p:cNvPr>
          <p:cNvSpPr>
            <a:spLocks xmlns:a="http://schemas.openxmlformats.org/drawingml/2006/main" noGrp="1"/>
          </p:cNvSpPr>
          <p:nvPr/>
        </p:nvSpPr>
        <p:spPr>
          <a:xfrm xmlns:a="http://schemas.openxmlformats.org/drawingml/2006/main">
            <a:off x="4572000" y="1695450"/>
            <a:ext cx="57150" cy="1714500"/>
          </a:xfrm>
          <a:prstGeom xmlns:a="http://schemas.openxmlformats.org/drawingml/2006/main" prst="rect">
            <a:avLst/>
          </a:prstGeom>
          <a:solidFill xmlns:a="http://schemas.openxmlformats.org/drawingml/2006/main">
            <a:srgbClr val="119C8B"/>
          </a:solidFill>
          <a:ln xmlns:a="http://schemas.openxmlformats.org/drawingml/2006/main" w="9525">
            <a:solidFill>
              <a:srgbClr val="119C8B"/>
            </a:solidFill>
          </a:ln>
        </p:spPr>
      </p:sp>
      <p:sp>
        <p:nvSpPr>
          <p:cNvPr id="12" name="">
            <a:extLst xmlns:a="http://schemas.openxmlformats.org/drawingml/2006/main">
              <a:ext uri="{FF2B5EF4-FFF2-40B4-BE49-F238E27FC236}">
                <a16:creationId xmlns:a16="http://schemas.microsoft.com/office/drawing/2014/main" id="{2129E461-7B70-4771-8232-99FC525B0F1C}"/>
              </a:ext>
            </a:extLst>
          </p:cNvPr>
          <p:cNvSpPr>
            <a:spLocks xmlns:a="http://schemas.openxmlformats.org/drawingml/2006/main" noGrp="1"/>
          </p:cNvSpPr>
          <p:nvPr/>
        </p:nvSpPr>
        <p:spPr>
          <a:xfrm xmlns:a="http://schemas.openxmlformats.org/drawingml/2006/main">
            <a:off x="4733925" y="1819275"/>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32238"/>
                </a:solidFill>
                <a:latin typeface="Noto Sans CJK KR"/>
                <a:ea typeface="Noto Sans CJK KR"/>
                <a:cs typeface="Noto Sans CJK KR"/>
              </a:defRPr>
            </a:pPr>
            <a:r>
              <a:rPr sz="1350" b="1">
                <a:solidFill>
                  <a:srgbClr val="132238"/>
                </a:solidFill>
                <a:latin typeface="Noto Sans CJK KR"/>
                <a:ea typeface="Noto Sans CJK KR"/>
                <a:cs typeface="Noto Sans CJK KR"/>
              </a:rPr>
              <a:t>Dense</a:t>
            </a:r>
          </a:p>
        </p:txBody>
      </p:sp>
      <p:sp>
        <p:nvSpPr>
          <p:cNvPr id="13" name="">
            <a:extLst xmlns:a="http://schemas.openxmlformats.org/drawingml/2006/main">
              <a:ext uri="{FF2B5EF4-FFF2-40B4-BE49-F238E27FC236}">
                <a16:creationId xmlns:a16="http://schemas.microsoft.com/office/drawing/2014/main" id="{77129621-7A34-4E41-8256-7C22794C0815}"/>
              </a:ext>
            </a:extLst>
          </p:cNvPr>
          <p:cNvSpPr>
            <a:spLocks xmlns:a="http://schemas.openxmlformats.org/drawingml/2006/main" noGrp="1"/>
          </p:cNvSpPr>
          <p:nvPr/>
        </p:nvSpPr>
        <p:spPr>
          <a:xfrm xmlns:a="http://schemas.openxmlformats.org/drawingml/2006/main">
            <a:off x="4733925" y="2152650"/>
            <a:ext cx="27432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multilingual-e5-small</a:t>
            </a:r>
          </a:p>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질문과 문장 의미 유사도</a:t>
            </a:r>
          </a:p>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window 최대 parent 점수</a:t>
            </a:r>
          </a:p>
        </p:txBody>
      </p:sp>
      <p:sp>
        <p:nvSpPr>
          <p:cNvPr id="14" name="">
            <a:extLst xmlns:a="http://schemas.openxmlformats.org/drawingml/2006/main">
              <a:ext uri="{FF2B5EF4-FFF2-40B4-BE49-F238E27FC236}">
                <a16:creationId xmlns:a16="http://schemas.microsoft.com/office/drawing/2014/main" id="{C80FD9AC-0948-40BA-8275-A5E6D75097FB}"/>
              </a:ext>
            </a:extLst>
          </p:cNvPr>
          <p:cNvSpPr>
            <a:spLocks xmlns:a="http://schemas.openxmlformats.org/drawingml/2006/main" noGrp="1"/>
          </p:cNvSpPr>
          <p:nvPr/>
        </p:nvSpPr>
        <p:spPr>
          <a:xfrm xmlns:a="http://schemas.openxmlformats.org/drawingml/2006/main">
            <a:off x="8629650" y="1695450"/>
            <a:ext cx="304800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FD9E6"/>
            </a:solidFill>
          </a:ln>
        </p:spPr>
      </p:sp>
      <p:sp>
        <p:nvSpPr>
          <p:cNvPr id="15" name="">
            <a:extLst xmlns:a="http://schemas.openxmlformats.org/drawingml/2006/main">
              <a:ext uri="{FF2B5EF4-FFF2-40B4-BE49-F238E27FC236}">
                <a16:creationId xmlns:a16="http://schemas.microsoft.com/office/drawing/2014/main" id="{7B40C950-079D-4158-A518-DC9E43BDE243}"/>
              </a:ext>
            </a:extLst>
          </p:cNvPr>
          <p:cNvSpPr>
            <a:spLocks xmlns:a="http://schemas.openxmlformats.org/drawingml/2006/main" noGrp="1"/>
          </p:cNvSpPr>
          <p:nvPr/>
        </p:nvSpPr>
        <p:spPr>
          <a:xfrm xmlns:a="http://schemas.openxmlformats.org/drawingml/2006/main">
            <a:off x="8629650" y="1695450"/>
            <a:ext cx="57150" cy="1714500"/>
          </a:xfrm>
          <a:prstGeom xmlns:a="http://schemas.openxmlformats.org/drawingml/2006/main" prst="rect">
            <a:avLst/>
          </a:prstGeom>
          <a:solidFill xmlns:a="http://schemas.openxmlformats.org/drawingml/2006/main">
            <a:srgbClr val="F29B38"/>
          </a:solidFill>
          <a:ln xmlns:a="http://schemas.openxmlformats.org/drawingml/2006/main" w="9525">
            <a:solidFill>
              <a:srgbClr val="F29B38"/>
            </a:solidFill>
          </a:ln>
        </p:spPr>
      </p:sp>
      <p:sp>
        <p:nvSpPr>
          <p:cNvPr id="16" name="">
            <a:extLst xmlns:a="http://schemas.openxmlformats.org/drawingml/2006/main">
              <a:ext uri="{FF2B5EF4-FFF2-40B4-BE49-F238E27FC236}">
                <a16:creationId xmlns:a16="http://schemas.microsoft.com/office/drawing/2014/main" id="{C2A2D3D3-9820-430B-849D-7BE2CC022F10}"/>
              </a:ext>
            </a:extLst>
          </p:cNvPr>
          <p:cNvSpPr>
            <a:spLocks xmlns:a="http://schemas.openxmlformats.org/drawingml/2006/main" noGrp="1"/>
          </p:cNvSpPr>
          <p:nvPr/>
        </p:nvSpPr>
        <p:spPr>
          <a:xfrm xmlns:a="http://schemas.openxmlformats.org/drawingml/2006/main">
            <a:off x="8791575" y="1819275"/>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32238"/>
                </a:solidFill>
                <a:latin typeface="Noto Sans CJK KR"/>
                <a:ea typeface="Noto Sans CJK KR"/>
                <a:cs typeface="Noto Sans CJK KR"/>
              </a:defRPr>
            </a:pPr>
            <a:r>
              <a:rPr sz="1350" b="1">
                <a:solidFill>
                  <a:srgbClr val="132238"/>
                </a:solidFill>
                <a:latin typeface="Noto Sans CJK KR"/>
                <a:ea typeface="Noto Sans CJK KR"/>
                <a:cs typeface="Noto Sans CJK KR"/>
              </a:rPr>
              <a:t>RRF 결합</a:t>
            </a:r>
          </a:p>
        </p:txBody>
      </p:sp>
      <p:sp>
        <p:nvSpPr>
          <p:cNvPr id="17" name="">
            <a:extLst xmlns:a="http://schemas.openxmlformats.org/drawingml/2006/main">
              <a:ext uri="{FF2B5EF4-FFF2-40B4-BE49-F238E27FC236}">
                <a16:creationId xmlns:a16="http://schemas.microsoft.com/office/drawing/2014/main" id="{2A8D8011-F68B-4D1F-BDF6-B921C28C6F24}"/>
              </a:ext>
            </a:extLst>
          </p:cNvPr>
          <p:cNvSpPr>
            <a:spLocks xmlns:a="http://schemas.openxmlformats.org/drawingml/2006/main" noGrp="1"/>
          </p:cNvSpPr>
          <p:nvPr/>
        </p:nvSpPr>
        <p:spPr>
          <a:xfrm xmlns:a="http://schemas.openxmlformats.org/drawingml/2006/main">
            <a:off x="8791575" y="2152650"/>
            <a:ext cx="27432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rank 기반 결합 · k=60</a:t>
            </a:r>
          </a:p>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상위 parent 최대 6개</a:t>
            </a:r>
          </a:p>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생성에는 우선 최대 4개</a:t>
            </a:r>
          </a:p>
        </p:txBody>
      </p:sp>
      <p:sp>
        <p:nvSpPr>
          <p:cNvPr id="18" name="">
            <a:extLst xmlns:a="http://schemas.openxmlformats.org/drawingml/2006/main">
              <a:ext uri="{FF2B5EF4-FFF2-40B4-BE49-F238E27FC236}">
                <a16:creationId xmlns:a16="http://schemas.microsoft.com/office/drawing/2014/main" id="{89ACA563-430C-4D6E-BBCB-5EA89917C606}"/>
              </a:ext>
            </a:extLst>
          </p:cNvPr>
          <p:cNvSpPr>
            <a:spLocks xmlns:a="http://schemas.openxmlformats.org/drawingml/2006/main" noGrp="1"/>
          </p:cNvSpPr>
          <p:nvPr/>
        </p:nvSpPr>
        <p:spPr>
          <a:xfrm xmlns:a="http://schemas.openxmlformats.org/drawingml/2006/main">
            <a:off x="3562350" y="2552700"/>
            <a:ext cx="1009650" cy="0"/>
          </a:xfrm>
          <a:prstGeom xmlns:a="http://schemas.openxmlformats.org/drawingml/2006/main" prst="line">
            <a:avLst/>
          </a:prstGeom>
          <a:noFill xmlns:a="http://schemas.openxmlformats.org/drawingml/2006/main"/>
          <a:ln xmlns:a="http://schemas.openxmlformats.org/drawingml/2006/main" w="19050">
            <a:solidFill>
              <a:srgbClr val="52657A"/>
            </a:solidFill>
          </a:ln>
        </p:spPr>
      </p:sp>
      <p:sp>
        <p:nvSpPr>
          <p:cNvPr id="19" name="">
            <a:extLst xmlns:a="http://schemas.openxmlformats.org/drawingml/2006/main">
              <a:ext uri="{FF2B5EF4-FFF2-40B4-BE49-F238E27FC236}">
                <a16:creationId xmlns:a16="http://schemas.microsoft.com/office/drawing/2014/main" id="{10604F57-6AB5-45E4-8081-1889B2D8661C}"/>
              </a:ext>
            </a:extLst>
          </p:cNvPr>
          <p:cNvSpPr>
            <a:spLocks xmlns:a="http://schemas.openxmlformats.org/drawingml/2006/main" noGrp="1"/>
          </p:cNvSpPr>
          <p:nvPr/>
        </p:nvSpPr>
        <p:spPr>
          <a:xfrm xmlns:a="http://schemas.openxmlformats.org/drawingml/2006/main">
            <a:off x="4476750" y="2505075"/>
            <a:ext cx="95250" cy="95250"/>
          </a:xfrm>
          <a:prstGeom xmlns:a="http://schemas.openxmlformats.org/drawingml/2006/main" prst="triangle">
            <a:avLst/>
          </a:prstGeom>
          <a:solidFill xmlns:a="http://schemas.openxmlformats.org/drawingml/2006/main">
            <a:srgbClr val="52657A"/>
          </a:solidFill>
          <a:ln xmlns:a="http://schemas.openxmlformats.org/drawingml/2006/main" w="9525">
            <a:solidFill>
              <a:srgbClr val="52657A"/>
            </a:solidFill>
          </a:ln>
        </p:spPr>
      </p:sp>
      <p:sp>
        <p:nvSpPr>
          <p:cNvPr id="20" name="">
            <a:extLst xmlns:a="http://schemas.openxmlformats.org/drawingml/2006/main">
              <a:ext uri="{FF2B5EF4-FFF2-40B4-BE49-F238E27FC236}">
                <a16:creationId xmlns:a16="http://schemas.microsoft.com/office/drawing/2014/main" id="{23174B37-AF15-407F-8BEA-71B14A593860}"/>
              </a:ext>
            </a:extLst>
          </p:cNvPr>
          <p:cNvSpPr>
            <a:spLocks xmlns:a="http://schemas.openxmlformats.org/drawingml/2006/main" noGrp="1"/>
          </p:cNvSpPr>
          <p:nvPr/>
        </p:nvSpPr>
        <p:spPr>
          <a:xfrm xmlns:a="http://schemas.openxmlformats.org/drawingml/2006/main">
            <a:off x="7620000" y="2552700"/>
            <a:ext cx="1009650" cy="0"/>
          </a:xfrm>
          <a:prstGeom xmlns:a="http://schemas.openxmlformats.org/drawingml/2006/main" prst="line">
            <a:avLst/>
          </a:prstGeom>
          <a:noFill xmlns:a="http://schemas.openxmlformats.org/drawingml/2006/main"/>
          <a:ln xmlns:a="http://schemas.openxmlformats.org/drawingml/2006/main" w="19050">
            <a:solidFill>
              <a:srgbClr val="52657A"/>
            </a:solidFill>
          </a:ln>
        </p:spPr>
      </p:sp>
      <p:sp>
        <p:nvSpPr>
          <p:cNvPr id="21" name="">
            <a:extLst xmlns:a="http://schemas.openxmlformats.org/drawingml/2006/main">
              <a:ext uri="{FF2B5EF4-FFF2-40B4-BE49-F238E27FC236}">
                <a16:creationId xmlns:a16="http://schemas.microsoft.com/office/drawing/2014/main" id="{F971318B-DB62-4CD8-A072-5ABFD14DFB7C}"/>
              </a:ext>
            </a:extLst>
          </p:cNvPr>
          <p:cNvSpPr>
            <a:spLocks xmlns:a="http://schemas.openxmlformats.org/drawingml/2006/main" noGrp="1"/>
          </p:cNvSpPr>
          <p:nvPr/>
        </p:nvSpPr>
        <p:spPr>
          <a:xfrm xmlns:a="http://schemas.openxmlformats.org/drawingml/2006/main">
            <a:off x="8534400" y="2505075"/>
            <a:ext cx="95250" cy="95250"/>
          </a:xfrm>
          <a:prstGeom xmlns:a="http://schemas.openxmlformats.org/drawingml/2006/main" prst="triangle">
            <a:avLst/>
          </a:prstGeom>
          <a:solidFill xmlns:a="http://schemas.openxmlformats.org/drawingml/2006/main">
            <a:srgbClr val="52657A"/>
          </a:solidFill>
          <a:ln xmlns:a="http://schemas.openxmlformats.org/drawingml/2006/main" w="9525">
            <a:solidFill>
              <a:srgbClr val="52657A"/>
            </a:solidFill>
          </a:ln>
        </p:spPr>
      </p:sp>
      <p:sp>
        <p:nvSpPr>
          <p:cNvPr id="22" name="">
            <a:extLst xmlns:a="http://schemas.openxmlformats.org/drawingml/2006/main">
              <a:ext uri="{FF2B5EF4-FFF2-40B4-BE49-F238E27FC236}">
                <a16:creationId xmlns:a16="http://schemas.microsoft.com/office/drawing/2014/main" id="{5F1E942F-C147-439B-9860-55A37171D9C0}"/>
              </a:ext>
            </a:extLst>
          </p:cNvPr>
          <p:cNvSpPr>
            <a:spLocks xmlns:a="http://schemas.openxmlformats.org/drawingml/2006/main" noGrp="1"/>
          </p:cNvSpPr>
          <p:nvPr/>
        </p:nvSpPr>
        <p:spPr>
          <a:xfrm xmlns:a="http://schemas.openxmlformats.org/drawingml/2006/main">
            <a:off x="514350" y="3762375"/>
            <a:ext cx="11163300" cy="819150"/>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9525">
            <a:solidFill>
              <a:srgbClr val="CFD9E6"/>
            </a:solidFill>
          </a:ln>
        </p:spPr>
      </p:sp>
      <p:sp>
        <p:nvSpPr>
          <p:cNvPr id="23" name="">
            <a:extLst xmlns:a="http://schemas.openxmlformats.org/drawingml/2006/main">
              <a:ext uri="{FF2B5EF4-FFF2-40B4-BE49-F238E27FC236}">
                <a16:creationId xmlns:a16="http://schemas.microsoft.com/office/drawing/2014/main" id="{7BBC7807-8A22-491E-BE02-984D4BA60FAB}"/>
              </a:ext>
            </a:extLst>
          </p:cNvPr>
          <p:cNvSpPr>
            <a:spLocks xmlns:a="http://schemas.openxmlformats.org/drawingml/2006/main" noGrp="1"/>
          </p:cNvSpPr>
          <p:nvPr/>
        </p:nvSpPr>
        <p:spPr>
          <a:xfrm xmlns:a="http://schemas.openxmlformats.org/drawingml/2006/main">
            <a:off x="819150" y="3962400"/>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183B5B"/>
                </a:solidFill>
                <a:latin typeface="Noto Sans CJK KR"/>
                <a:ea typeface="Noto Sans CJK KR"/>
                <a:cs typeface="Noto Sans CJK KR"/>
              </a:defRPr>
            </a:pPr>
            <a:r>
              <a:rPr sz="1800" b="1">
                <a:solidFill>
                  <a:srgbClr val="183B5B"/>
                </a:solidFill>
                <a:latin typeface="Noto Sans CJK KR"/>
                <a:ea typeface="Noto Sans CJK KR"/>
                <a:cs typeface="Noto Sans CJK KR"/>
              </a:rPr>
              <a:t>RRF(d) = Σ 1 / (60 + rankₘ(d))</a:t>
            </a:r>
          </a:p>
        </p:txBody>
      </p:sp>
      <p:sp>
        <p:nvSpPr>
          <p:cNvPr id="24" name="">
            <a:extLst xmlns:a="http://schemas.openxmlformats.org/drawingml/2006/main">
              <a:ext uri="{FF2B5EF4-FFF2-40B4-BE49-F238E27FC236}">
                <a16:creationId xmlns:a16="http://schemas.microsoft.com/office/drawing/2014/main" id="{CDBBA106-0252-4915-B570-D6B3B052ADD3}"/>
              </a:ext>
            </a:extLst>
          </p:cNvPr>
          <p:cNvSpPr>
            <a:spLocks xmlns:a="http://schemas.openxmlformats.org/drawingml/2006/main" noGrp="1"/>
          </p:cNvSpPr>
          <p:nvPr/>
        </p:nvSpPr>
        <p:spPr>
          <a:xfrm xmlns:a="http://schemas.openxmlformats.org/drawingml/2006/main">
            <a:off x="6096000" y="4000500"/>
            <a:ext cx="521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52657A"/>
                </a:solidFill>
                <a:latin typeface="Noto Sans CJK KR"/>
                <a:ea typeface="Noto Sans CJK KR"/>
                <a:cs typeface="Noto Sans CJK KR"/>
              </a:defRPr>
            </a:pPr>
            <a:r>
              <a:rPr sz="1275" b="1">
                <a:solidFill>
                  <a:srgbClr val="52657A"/>
                </a:solidFill>
                <a:latin typeface="Noto Sans CJK KR"/>
                <a:ea typeface="Noto Sans CJK KR"/>
                <a:cs typeface="Noto Sans CJK KR"/>
              </a:rPr>
              <a:t>검색기의 점수 척도를 직접 섞지 않고 각 순위를 안정적으로 합산</a:t>
            </a:r>
          </a:p>
        </p:txBody>
      </p:sp>
      <p:sp>
        <p:nvSpPr>
          <p:cNvPr id="25" name="">
            <a:extLst xmlns:a="http://schemas.openxmlformats.org/drawingml/2006/main">
              <a:ext uri="{FF2B5EF4-FFF2-40B4-BE49-F238E27FC236}">
                <a16:creationId xmlns:a16="http://schemas.microsoft.com/office/drawing/2014/main" id="{7A136822-CF11-4818-A755-47CE125E3FC7}"/>
              </a:ext>
            </a:extLst>
          </p:cNvPr>
          <p:cNvSpPr>
            <a:spLocks xmlns:a="http://schemas.openxmlformats.org/drawingml/2006/main" noGrp="1"/>
          </p:cNvSpPr>
          <p:nvPr/>
        </p:nvSpPr>
        <p:spPr>
          <a:xfrm xmlns:a="http://schemas.openxmlformats.org/drawingml/2006/main">
            <a:off x="514350" y="4819650"/>
            <a:ext cx="3448050" cy="685800"/>
          </a:xfrm>
          <a:prstGeom xmlns:a="http://schemas.openxmlformats.org/drawingml/2006/main" prst="roundRect">
            <a:avLst>
              <a:gd name="adj" fmla="val 11111"/>
            </a:avLst>
          </a:prstGeom>
          <a:solidFill xmlns:a="http://schemas.openxmlformats.org/drawingml/2006/main">
            <a:srgbClr val="E7F6F3"/>
          </a:solidFill>
          <a:ln xmlns:a="http://schemas.openxmlformats.org/drawingml/2006/main" w="9525">
            <a:solidFill>
              <a:srgbClr val="B2DED6"/>
            </a:solidFill>
          </a:ln>
        </p:spPr>
      </p:sp>
      <p:sp>
        <p:nvSpPr>
          <p:cNvPr id="26" name="">
            <a:extLst xmlns:a="http://schemas.openxmlformats.org/drawingml/2006/main">
              <a:ext uri="{FF2B5EF4-FFF2-40B4-BE49-F238E27FC236}">
                <a16:creationId xmlns:a16="http://schemas.microsoft.com/office/drawing/2014/main" id="{91C180F7-3493-446B-A7D8-36575892CCF8}"/>
              </a:ext>
            </a:extLst>
          </p:cNvPr>
          <p:cNvSpPr>
            <a:spLocks xmlns:a="http://schemas.openxmlformats.org/drawingml/2006/main" noGrp="1"/>
          </p:cNvSpPr>
          <p:nvPr/>
        </p:nvSpPr>
        <p:spPr>
          <a:xfrm xmlns:a="http://schemas.openxmlformats.org/drawingml/2006/main">
            <a:off x="647700" y="4943475"/>
            <a:ext cx="31813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119C8B"/>
                </a:solidFill>
                <a:latin typeface="Noto Sans CJK KR"/>
                <a:ea typeface="Noto Sans CJK KR"/>
                <a:cs typeface="Noto Sans CJK KR"/>
              </a:defRPr>
            </a:pPr>
            <a:r>
              <a:rPr sz="1050" b="1">
                <a:solidFill>
                  <a:srgbClr val="119C8B"/>
                </a:solidFill>
                <a:latin typeface="Noto Sans CJK KR"/>
                <a:ea typeface="Noto Sans CJK KR"/>
                <a:cs typeface="Noto Sans CJK KR"/>
              </a:rPr>
              <a:t>“8111159901”</a:t>
            </a:r>
          </a:p>
        </p:txBody>
      </p:sp>
      <p:sp>
        <p:nvSpPr>
          <p:cNvPr id="27" name="">
            <a:extLst xmlns:a="http://schemas.openxmlformats.org/drawingml/2006/main">
              <a:ext uri="{FF2B5EF4-FFF2-40B4-BE49-F238E27FC236}">
                <a16:creationId xmlns:a16="http://schemas.microsoft.com/office/drawing/2014/main" id="{497FD750-9266-4DAD-A11F-2B26191E043A}"/>
              </a:ext>
            </a:extLst>
          </p:cNvPr>
          <p:cNvSpPr>
            <a:spLocks xmlns:a="http://schemas.openxmlformats.org/drawingml/2006/main" noGrp="1"/>
          </p:cNvSpPr>
          <p:nvPr/>
        </p:nvSpPr>
        <p:spPr>
          <a:xfrm xmlns:a="http://schemas.openxmlformats.org/drawingml/2006/main">
            <a:off x="647700" y="5181600"/>
            <a:ext cx="3181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0">
                <a:solidFill>
                  <a:srgbClr val="132238"/>
                </a:solidFill>
                <a:latin typeface="Noto Sans CJK KR"/>
                <a:ea typeface="Noto Sans CJK KR"/>
                <a:cs typeface="Noto Sans CJK KR"/>
              </a:defRPr>
            </a:pPr>
            <a:r>
              <a:rPr sz="900" b="0">
                <a:solidFill>
                  <a:srgbClr val="132238"/>
                </a:solidFill>
                <a:latin typeface="Noto Sans CJK KR"/>
                <a:ea typeface="Noto Sans CJK KR"/>
                <a:cs typeface="Noto Sans CJK KR"/>
              </a:rPr>
              <a:t>키워드가 코드 경계를 보존</a:t>
            </a:r>
          </a:p>
        </p:txBody>
      </p:sp>
      <p:sp>
        <p:nvSpPr>
          <p:cNvPr id="28" name="">
            <a:extLst xmlns:a="http://schemas.openxmlformats.org/drawingml/2006/main">
              <a:ext uri="{FF2B5EF4-FFF2-40B4-BE49-F238E27FC236}">
                <a16:creationId xmlns:a16="http://schemas.microsoft.com/office/drawing/2014/main" id="{8D614430-3FA7-4F51-BB82-97D626842ADC}"/>
              </a:ext>
            </a:extLst>
          </p:cNvPr>
          <p:cNvSpPr>
            <a:spLocks xmlns:a="http://schemas.openxmlformats.org/drawingml/2006/main" noGrp="1"/>
          </p:cNvSpPr>
          <p:nvPr/>
        </p:nvSpPr>
        <p:spPr>
          <a:xfrm xmlns:a="http://schemas.openxmlformats.org/drawingml/2006/main">
            <a:off x="4229100" y="4819650"/>
            <a:ext cx="3448050" cy="685800"/>
          </a:xfrm>
          <a:prstGeom xmlns:a="http://schemas.openxmlformats.org/drawingml/2006/main" prst="roundRect">
            <a:avLst>
              <a:gd name="adj" fmla="val 11111"/>
            </a:avLst>
          </a:prstGeom>
          <a:solidFill xmlns:a="http://schemas.openxmlformats.org/drawingml/2006/main">
            <a:srgbClr val="E7F6F3"/>
          </a:solidFill>
          <a:ln xmlns:a="http://schemas.openxmlformats.org/drawingml/2006/main" w="9525">
            <a:solidFill>
              <a:srgbClr val="B2DED6"/>
            </a:solidFill>
          </a:ln>
        </p:spPr>
      </p:sp>
      <p:sp>
        <p:nvSpPr>
          <p:cNvPr id="29" name="">
            <a:extLst xmlns:a="http://schemas.openxmlformats.org/drawingml/2006/main">
              <a:ext uri="{FF2B5EF4-FFF2-40B4-BE49-F238E27FC236}">
                <a16:creationId xmlns:a16="http://schemas.microsoft.com/office/drawing/2014/main" id="{406C83B9-F414-40F4-B089-26242452628C}"/>
              </a:ext>
            </a:extLst>
          </p:cNvPr>
          <p:cNvSpPr>
            <a:spLocks xmlns:a="http://schemas.openxmlformats.org/drawingml/2006/main" noGrp="1"/>
          </p:cNvSpPr>
          <p:nvPr/>
        </p:nvSpPr>
        <p:spPr>
          <a:xfrm xmlns:a="http://schemas.openxmlformats.org/drawingml/2006/main">
            <a:off x="4362450" y="4943475"/>
            <a:ext cx="31813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119C8B"/>
                </a:solidFill>
                <a:latin typeface="Noto Sans CJK KR"/>
                <a:ea typeface="Noto Sans CJK KR"/>
                <a:cs typeface="Noto Sans CJK KR"/>
              </a:defRPr>
            </a:pPr>
            <a:r>
              <a:rPr sz="1050" b="1">
                <a:solidFill>
                  <a:srgbClr val="119C8B"/>
                </a:solidFill>
                <a:latin typeface="Noto Sans CJK KR"/>
                <a:ea typeface="Noto Sans CJK KR"/>
                <a:cs typeface="Noto Sans CJK KR"/>
              </a:rPr>
              <a:t>“장애 방문과 복구시간 차이”</a:t>
            </a:r>
          </a:p>
        </p:txBody>
      </p:sp>
      <p:sp>
        <p:nvSpPr>
          <p:cNvPr id="30" name="">
            <a:extLst xmlns:a="http://schemas.openxmlformats.org/drawingml/2006/main">
              <a:ext uri="{FF2B5EF4-FFF2-40B4-BE49-F238E27FC236}">
                <a16:creationId xmlns:a16="http://schemas.microsoft.com/office/drawing/2014/main" id="{9F410C67-6368-4A1F-A0DA-F29AEBE07542}"/>
              </a:ext>
            </a:extLst>
          </p:cNvPr>
          <p:cNvSpPr>
            <a:spLocks xmlns:a="http://schemas.openxmlformats.org/drawingml/2006/main" noGrp="1"/>
          </p:cNvSpPr>
          <p:nvPr/>
        </p:nvSpPr>
        <p:spPr>
          <a:xfrm xmlns:a="http://schemas.openxmlformats.org/drawingml/2006/main">
            <a:off x="4362450" y="5181600"/>
            <a:ext cx="3181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0">
                <a:solidFill>
                  <a:srgbClr val="132238"/>
                </a:solidFill>
                <a:latin typeface="Noto Sans CJK KR"/>
                <a:ea typeface="Noto Sans CJK KR"/>
                <a:cs typeface="Noto Sans CJK KR"/>
              </a:defRPr>
            </a:pPr>
            <a:r>
              <a:rPr sz="900" b="0">
                <a:solidFill>
                  <a:srgbClr val="132238"/>
                </a:solidFill>
                <a:latin typeface="Noto Sans CJK KR"/>
                <a:ea typeface="Noto Sans CJK KR"/>
                <a:cs typeface="Noto Sans CJK KR"/>
              </a:rPr>
              <a:t>벡터가 유사 표현을 보완</a:t>
            </a:r>
          </a:p>
        </p:txBody>
      </p:sp>
      <p:sp>
        <p:nvSpPr>
          <p:cNvPr id="31" name="">
            <a:extLst xmlns:a="http://schemas.openxmlformats.org/drawingml/2006/main">
              <a:ext uri="{FF2B5EF4-FFF2-40B4-BE49-F238E27FC236}">
                <a16:creationId xmlns:a16="http://schemas.microsoft.com/office/drawing/2014/main" id="{37CBD8FA-564B-442E-B91B-F81FED83B762}"/>
              </a:ext>
            </a:extLst>
          </p:cNvPr>
          <p:cNvSpPr>
            <a:spLocks xmlns:a="http://schemas.openxmlformats.org/drawingml/2006/main" noGrp="1"/>
          </p:cNvSpPr>
          <p:nvPr/>
        </p:nvSpPr>
        <p:spPr>
          <a:xfrm xmlns:a="http://schemas.openxmlformats.org/drawingml/2006/main">
            <a:off x="7943850" y="4819650"/>
            <a:ext cx="3448050" cy="685800"/>
          </a:xfrm>
          <a:prstGeom xmlns:a="http://schemas.openxmlformats.org/drawingml/2006/main" prst="roundRect">
            <a:avLst>
              <a:gd name="adj" fmla="val 11111"/>
            </a:avLst>
          </a:prstGeom>
          <a:solidFill xmlns:a="http://schemas.openxmlformats.org/drawingml/2006/main">
            <a:srgbClr val="E7F6F3"/>
          </a:solidFill>
          <a:ln xmlns:a="http://schemas.openxmlformats.org/drawingml/2006/main" w="9525">
            <a:solidFill>
              <a:srgbClr val="B2DED6"/>
            </a:solidFill>
          </a:ln>
        </p:spPr>
      </p:sp>
      <p:sp>
        <p:nvSpPr>
          <p:cNvPr id="32" name="">
            <a:extLst xmlns:a="http://schemas.openxmlformats.org/drawingml/2006/main">
              <a:ext uri="{FF2B5EF4-FFF2-40B4-BE49-F238E27FC236}">
                <a16:creationId xmlns:a16="http://schemas.microsoft.com/office/drawing/2014/main" id="{613A05C2-7F8D-4749-87FD-B48F8AAC2E5C}"/>
              </a:ext>
            </a:extLst>
          </p:cNvPr>
          <p:cNvSpPr>
            <a:spLocks xmlns:a="http://schemas.openxmlformats.org/drawingml/2006/main" noGrp="1"/>
          </p:cNvSpPr>
          <p:nvPr/>
        </p:nvSpPr>
        <p:spPr>
          <a:xfrm xmlns:a="http://schemas.openxmlformats.org/drawingml/2006/main">
            <a:off x="8077200" y="4943475"/>
            <a:ext cx="31813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119C8B"/>
                </a:solidFill>
                <a:latin typeface="Noto Sans CJK KR"/>
                <a:ea typeface="Noto Sans CJK KR"/>
                <a:cs typeface="Noto Sans CJK KR"/>
              </a:defRPr>
            </a:pPr>
            <a:r>
              <a:rPr sz="1050" b="1">
                <a:solidFill>
                  <a:srgbClr val="119C8B"/>
                </a:solidFill>
                <a:latin typeface="Noto Sans CJK KR"/>
                <a:ea typeface="Noto Sans CJK KR"/>
                <a:cs typeface="Noto Sans CJK KR"/>
              </a:rPr>
              <a:t>“1억원 이상 실적”</a:t>
            </a:r>
          </a:p>
        </p:txBody>
      </p:sp>
      <p:sp>
        <p:nvSpPr>
          <p:cNvPr id="33" name="">
            <a:extLst xmlns:a="http://schemas.openxmlformats.org/drawingml/2006/main">
              <a:ext uri="{FF2B5EF4-FFF2-40B4-BE49-F238E27FC236}">
                <a16:creationId xmlns:a16="http://schemas.microsoft.com/office/drawing/2014/main" id="{FED33735-3DA0-4E92-9060-28A01187011E}"/>
              </a:ext>
            </a:extLst>
          </p:cNvPr>
          <p:cNvSpPr>
            <a:spLocks xmlns:a="http://schemas.openxmlformats.org/drawingml/2006/main" noGrp="1"/>
          </p:cNvSpPr>
          <p:nvPr/>
        </p:nvSpPr>
        <p:spPr>
          <a:xfrm xmlns:a="http://schemas.openxmlformats.org/drawingml/2006/main">
            <a:off x="8077200" y="5181600"/>
            <a:ext cx="3181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0">
                <a:solidFill>
                  <a:srgbClr val="132238"/>
                </a:solidFill>
                <a:latin typeface="Noto Sans CJK KR"/>
                <a:ea typeface="Noto Sans CJK KR"/>
                <a:cs typeface="Noto Sans CJK KR"/>
              </a:defRPr>
            </a:pPr>
            <a:r>
              <a:rPr sz="900" b="0">
                <a:solidFill>
                  <a:srgbClr val="132238"/>
                </a:solidFill>
                <a:latin typeface="Noto Sans CJK KR"/>
                <a:ea typeface="Noto Sans CJK KR"/>
                <a:cs typeface="Noto Sans CJK KR"/>
              </a:rPr>
              <a:t>숫자 exact + 의미 문맥을 함께 확인</a:t>
            </a:r>
          </a:p>
        </p:txBody>
      </p:sp>
      <p:sp>
        <p:nvSpPr>
          <p:cNvPr id="34" name="">
            <a:extLst xmlns:a="http://schemas.openxmlformats.org/drawingml/2006/main">
              <a:ext uri="{FF2B5EF4-FFF2-40B4-BE49-F238E27FC236}">
                <a16:creationId xmlns:a16="http://schemas.microsoft.com/office/drawing/2014/main" id="{8221F292-B929-403E-B1A3-A75ADE985C2B}"/>
              </a:ext>
            </a:extLst>
          </p:cNvPr>
          <p:cNvSpPr>
            <a:spLocks xmlns:a="http://schemas.openxmlformats.org/drawingml/2006/main" noGrp="1"/>
          </p:cNvSpPr>
          <p:nvPr/>
        </p:nvSpPr>
        <p:spPr>
          <a:xfrm xmlns:a="http://schemas.openxmlformats.org/drawingml/2006/main">
            <a:off x="514350" y="6353175"/>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35" name="">
            <a:extLst xmlns:a="http://schemas.openxmlformats.org/drawingml/2006/main">
              <a:ext uri="{FF2B5EF4-FFF2-40B4-BE49-F238E27FC236}">
                <a16:creationId xmlns:a16="http://schemas.microsoft.com/office/drawing/2014/main" id="{97E26F99-AD8E-4D6E-A005-A3C7F73F2BC6}"/>
              </a:ext>
            </a:extLst>
          </p:cNvPr>
          <p:cNvSpPr>
            <a:spLocks xmlns:a="http://schemas.openxmlformats.org/drawingml/2006/main" noGrp="1"/>
          </p:cNvSpPr>
          <p:nvPr/>
        </p:nvSpPr>
        <p:spPr>
          <a:xfrm xmlns:a="http://schemas.openxmlformats.org/drawingml/2006/main">
            <a:off x="533400" y="6457950"/>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0">
                <a:solidFill>
                  <a:srgbClr val="52657A"/>
                </a:solidFill>
                <a:latin typeface="Noto Sans CJK KR"/>
                <a:ea typeface="Noto Sans CJK KR"/>
                <a:cs typeface="Noto Sans CJK KR"/>
              </a:defRPr>
            </a:pPr>
            <a:r>
              <a:rPr sz="825" b="0">
                <a:solidFill>
                  <a:srgbClr val="52657A"/>
                </a:solidFill>
                <a:latin typeface="Noto Sans CJK KR"/>
                <a:ea typeface="Noto Sans CJK KR"/>
                <a:cs typeface="Noto Sans CJK KR"/>
              </a:rPr>
              <a:t>현재 구현은 권한형 하이브리드 RAG · 별도 그래프 DB 기반 GraphRAG로 표현하지 않음</a:t>
            </a:r>
          </a:p>
        </p:txBody>
      </p:sp>
      <p:sp>
        <p:nvSpPr>
          <p:cNvPr id="36" name="">
            <a:extLst xmlns:a="http://schemas.openxmlformats.org/drawingml/2006/main">
              <a:ext uri="{FF2B5EF4-FFF2-40B4-BE49-F238E27FC236}">
                <a16:creationId xmlns:a16="http://schemas.microsoft.com/office/drawing/2014/main" id="{48306EEC-0E4B-4A09-AC44-41B3EE35C1BE}"/>
              </a:ext>
            </a:extLst>
          </p:cNvPr>
          <p:cNvSpPr>
            <a:spLocks xmlns:a="http://schemas.openxmlformats.org/drawingml/2006/main" noGrp="1"/>
          </p:cNvSpPr>
          <p:nvPr/>
        </p:nvSpPr>
        <p:spPr>
          <a:xfrm xmlns:a="http://schemas.openxmlformats.org/drawingml/2006/main">
            <a:off x="10001250" y="6457950"/>
            <a:ext cx="1676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1">
                <a:solidFill>
                  <a:srgbClr val="183B5B"/>
                </a:solidFill>
                <a:latin typeface="Noto Sans CJK KR"/>
                <a:ea typeface="Noto Sans CJK KR"/>
                <a:cs typeface="Noto Sans CJK KR"/>
              </a:defRPr>
            </a:pPr>
            <a:r>
              <a:rPr sz="825" b="1">
                <a:solidFill>
                  <a:srgbClr val="183B5B"/>
                </a:solidFill>
                <a:latin typeface="Noto Sans CJK KR"/>
                <a:ea typeface="Noto Sans CJK KR"/>
                <a:cs typeface="Noto Sans CJK KR"/>
              </a:rPr>
              <a:t>ASTRA · ko-LettuceDetect</a:t>
            </a:r>
          </a:p>
        </p:txBody>
      </p:sp>
    </p:spTree>
    <p:extLst>
      <p:ext uri="{BB962C8B-B14F-4D97-AF65-F5344CB8AC3E}">
        <p14:creationId xmlns:p14="http://schemas.microsoft.com/office/powerpoint/2010/main" val="315560214"/>
      </p:ext>
    </p:extLst>
  </p:cSld>
</p:sld>
</file>

<file path=ppt/slides/slide2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D862A057-1094-4451-85BC-2E6FDD6A37FB}"/>
              </a:ext>
            </a:extLst>
          </p:cNvPr>
          <p:cNvSpPr>
            <a:spLocks xmlns:a="http://schemas.openxmlformats.org/drawingml/2006/main" noGrp="1"/>
          </p:cNvSpPr>
          <p:nvPr/>
        </p:nvSpPr>
        <p:spPr>
          <a:xfrm xmlns:a="http://schemas.openxmlformats.org/drawingml/2006/main">
            <a:off x="5143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119C8B"/>
                </a:solidFill>
                <a:latin typeface="Noto Sans CJK KR"/>
                <a:ea typeface="Noto Sans CJK KR"/>
                <a:cs typeface="Noto Sans CJK KR"/>
              </a:defRPr>
            </a:pPr>
            <a:r>
              <a:rPr sz="975" b="1">
                <a:solidFill>
                  <a:srgbClr val="119C8B"/>
                </a:solidFill>
                <a:latin typeface="Noto Sans CJK KR"/>
                <a:ea typeface="Noto Sans CJK KR"/>
                <a:cs typeface="Noto Sans CJK KR"/>
              </a:rPr>
              <a:t>생성·탐지</a:t>
            </a:r>
          </a:p>
        </p:txBody>
      </p:sp>
      <p:sp>
        <p:nvSpPr>
          <p:cNvPr id="2" name="">
            <a:extLst xmlns:a="http://schemas.openxmlformats.org/drawingml/2006/main">
              <a:ext uri="{FF2B5EF4-FFF2-40B4-BE49-F238E27FC236}">
                <a16:creationId xmlns:a16="http://schemas.microsoft.com/office/drawing/2014/main" id="{2F668D56-797A-4426-B0A3-6D373B028381}"/>
              </a:ext>
            </a:extLst>
          </p:cNvPr>
          <p:cNvSpPr>
            <a:spLocks xmlns:a="http://schemas.openxmlformats.org/drawingml/2006/main" noGrp="1"/>
          </p:cNvSpPr>
          <p:nvPr/>
        </p:nvSpPr>
        <p:spPr>
          <a:xfrm xmlns:a="http://schemas.openxmlformats.org/drawingml/2006/main">
            <a:off x="514350" y="457200"/>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132238"/>
                </a:solidFill>
                <a:latin typeface="Noto Sans CJK KR"/>
                <a:ea typeface="Noto Sans CJK KR"/>
                <a:cs typeface="Noto Sans CJK KR"/>
              </a:defRPr>
            </a:pPr>
            <a:r>
              <a:rPr sz="2325" b="1">
                <a:solidFill>
                  <a:srgbClr val="132238"/>
                </a:solidFill>
                <a:latin typeface="Noto Sans CJK KR"/>
                <a:ea typeface="Noto Sans CJK KR"/>
                <a:cs typeface="Noto Sans CJK KR"/>
              </a:rPr>
              <a:t>답변은 외부 API 없이 로컬 GPU에서 생성했다</a:t>
            </a:r>
          </a:p>
        </p:txBody>
      </p:sp>
      <p:sp>
        <p:nvSpPr>
          <p:cNvPr id="3" name="">
            <a:extLst xmlns:a="http://schemas.openxmlformats.org/drawingml/2006/main">
              <a:ext uri="{FF2B5EF4-FFF2-40B4-BE49-F238E27FC236}">
                <a16:creationId xmlns:a16="http://schemas.microsoft.com/office/drawing/2014/main" id="{20D5D25B-879D-49EA-94F9-4170B0C3C2A3}"/>
              </a:ext>
            </a:extLst>
          </p:cNvPr>
          <p:cNvSpPr>
            <a:spLocks xmlns:a="http://schemas.openxmlformats.org/drawingml/2006/main" noGrp="1"/>
          </p:cNvSpPr>
          <p:nvPr/>
        </p:nvSpPr>
        <p:spPr>
          <a:xfrm xmlns:a="http://schemas.openxmlformats.org/drawingml/2006/main">
            <a:off x="533400" y="923925"/>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2657A"/>
                </a:solidFill>
                <a:latin typeface="Noto Sans CJK KR"/>
                <a:ea typeface="Noto Sans CJK KR"/>
                <a:cs typeface="Noto Sans CJK KR"/>
              </a:defRPr>
            </a:pPr>
            <a:r>
              <a:rPr sz="1200" b="0">
                <a:solidFill>
                  <a:srgbClr val="52657A"/>
                </a:solidFill>
                <a:latin typeface="Noto Sans CJK KR"/>
                <a:ea typeface="Noto Sans CJK KR"/>
                <a:cs typeface="Noto Sans CJK KR"/>
              </a:rPr>
              <a:t>Qwen3-4B GGUF 모델을 한 번 로드하고 여러 문항을 배치·재개 방식으로 처리</a:t>
            </a:r>
          </a:p>
        </p:txBody>
      </p:sp>
      <p:sp>
        <p:nvSpPr>
          <p:cNvPr id="4" name="">
            <a:extLst xmlns:a="http://schemas.openxmlformats.org/drawingml/2006/main">
              <a:ext uri="{FF2B5EF4-FFF2-40B4-BE49-F238E27FC236}">
                <a16:creationId xmlns:a16="http://schemas.microsoft.com/office/drawing/2014/main" id="{B1F02630-8A8D-4967-A61F-C8182D438811}"/>
              </a:ext>
            </a:extLst>
          </p:cNvPr>
          <p:cNvSpPr>
            <a:spLocks xmlns:a="http://schemas.openxmlformats.org/drawingml/2006/main" noGrp="1"/>
          </p:cNvSpPr>
          <p:nvPr/>
        </p:nvSpPr>
        <p:spPr>
          <a:xfrm xmlns:a="http://schemas.openxmlformats.org/drawingml/2006/main">
            <a:off x="514350" y="1257300"/>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5" name="">
            <a:extLst xmlns:a="http://schemas.openxmlformats.org/drawingml/2006/main">
              <a:ext uri="{FF2B5EF4-FFF2-40B4-BE49-F238E27FC236}">
                <a16:creationId xmlns:a16="http://schemas.microsoft.com/office/drawing/2014/main" id="{E727D793-6C34-4A44-8254-C505FBBC7F17}"/>
              </a:ext>
            </a:extLst>
          </p:cNvPr>
          <p:cNvSpPr>
            <a:spLocks xmlns:a="http://schemas.openxmlformats.org/drawingml/2006/main" noGrp="1"/>
          </p:cNvSpPr>
          <p:nvPr/>
        </p:nvSpPr>
        <p:spPr>
          <a:xfrm xmlns:a="http://schemas.openxmlformats.org/drawingml/2006/main">
            <a:off x="11201400" y="209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52657A"/>
                </a:solidFill>
                <a:latin typeface="Noto Sans CJK KR"/>
                <a:ea typeface="Noto Sans CJK KR"/>
                <a:cs typeface="Noto Sans CJK KR"/>
              </a:defRPr>
            </a:pPr>
            <a:r>
              <a:rPr sz="975" b="1">
                <a:solidFill>
                  <a:srgbClr val="52657A"/>
                </a:solidFill>
                <a:latin typeface="Noto Sans CJK KR"/>
                <a:ea typeface="Noto Sans CJK KR"/>
                <a:cs typeface="Noto Sans CJK KR"/>
              </a:rPr>
              <a:t>22</a:t>
            </a:r>
          </a:p>
        </p:txBody>
      </p:sp>
      <p:sp>
        <p:nvSpPr>
          <p:cNvPr id="6" name="">
            <a:extLst xmlns:a="http://schemas.openxmlformats.org/drawingml/2006/main">
              <a:ext uri="{FF2B5EF4-FFF2-40B4-BE49-F238E27FC236}">
                <a16:creationId xmlns:a16="http://schemas.microsoft.com/office/drawing/2014/main" id="{FF490260-52DF-49CC-90B2-0530BBE2F312}"/>
              </a:ext>
            </a:extLst>
          </p:cNvPr>
          <p:cNvSpPr>
            <a:spLocks xmlns:a="http://schemas.openxmlformats.org/drawingml/2006/main" noGrp="1"/>
          </p:cNvSpPr>
          <p:nvPr/>
        </p:nvSpPr>
        <p:spPr>
          <a:xfrm xmlns:a="http://schemas.openxmlformats.org/drawingml/2006/main">
            <a:off x="514350" y="1524000"/>
            <a:ext cx="3448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FD9E6"/>
            </a:solidFill>
          </a:ln>
        </p:spPr>
      </p:sp>
      <p:sp>
        <p:nvSpPr>
          <p:cNvPr id="7" name="">
            <a:extLst xmlns:a="http://schemas.openxmlformats.org/drawingml/2006/main">
              <a:ext uri="{FF2B5EF4-FFF2-40B4-BE49-F238E27FC236}">
                <a16:creationId xmlns:a16="http://schemas.microsoft.com/office/drawing/2014/main" id="{BDC0D620-7DB9-4BE6-82AB-A58ED16BCBF9}"/>
              </a:ext>
            </a:extLst>
          </p:cNvPr>
          <p:cNvSpPr>
            <a:spLocks xmlns:a="http://schemas.openxmlformats.org/drawingml/2006/main" noGrp="1"/>
          </p:cNvSpPr>
          <p:nvPr/>
        </p:nvSpPr>
        <p:spPr>
          <a:xfrm xmlns:a="http://schemas.openxmlformats.org/drawingml/2006/main">
            <a:off x="666750" y="16573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2F6BFF"/>
                </a:solidFill>
                <a:latin typeface="Noto Sans CJK KR"/>
                <a:ea typeface="Noto Sans CJK KR"/>
                <a:cs typeface="Noto Sans CJK KR"/>
              </a:defRPr>
            </a:pPr>
            <a:r>
              <a:rPr sz="2400" b="1">
                <a:solidFill>
                  <a:srgbClr val="2F6BFF"/>
                </a:solidFill>
                <a:latin typeface="Noto Sans CJK KR"/>
                <a:ea typeface="Noto Sans CJK KR"/>
                <a:cs typeface="Noto Sans CJK KR"/>
              </a:rPr>
              <a:t>Qwen3-4B</a:t>
            </a:r>
          </a:p>
        </p:txBody>
      </p:sp>
      <p:sp>
        <p:nvSpPr>
          <p:cNvPr id="8" name="">
            <a:extLst xmlns:a="http://schemas.openxmlformats.org/drawingml/2006/main">
              <a:ext uri="{FF2B5EF4-FFF2-40B4-BE49-F238E27FC236}">
                <a16:creationId xmlns:a16="http://schemas.microsoft.com/office/drawing/2014/main" id="{17BA8F4F-127A-46CB-A5D6-A3685F90FC04}"/>
              </a:ext>
            </a:extLst>
          </p:cNvPr>
          <p:cNvSpPr>
            <a:spLocks xmlns:a="http://schemas.openxmlformats.org/drawingml/2006/main" noGrp="1"/>
          </p:cNvSpPr>
          <p:nvPr/>
        </p:nvSpPr>
        <p:spPr>
          <a:xfrm xmlns:a="http://schemas.openxmlformats.org/drawingml/2006/main">
            <a:off x="666750" y="2105025"/>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132238"/>
                </a:solidFill>
                <a:latin typeface="Noto Sans CJK KR"/>
                <a:ea typeface="Noto Sans CJK KR"/>
                <a:cs typeface="Noto Sans CJK KR"/>
              </a:defRPr>
            </a:pPr>
            <a:r>
              <a:rPr sz="1125" b="1">
                <a:solidFill>
                  <a:srgbClr val="132238"/>
                </a:solidFill>
                <a:latin typeface="Noto Sans CJK KR"/>
                <a:ea typeface="Noto Sans CJK KR"/>
                <a:cs typeface="Noto Sans CJK KR"/>
              </a:rPr>
              <a:t>생성 모델</a:t>
            </a:r>
          </a:p>
        </p:txBody>
      </p:sp>
      <p:sp>
        <p:nvSpPr>
          <p:cNvPr id="9" name="">
            <a:extLst xmlns:a="http://schemas.openxmlformats.org/drawingml/2006/main">
              <a:ext uri="{FF2B5EF4-FFF2-40B4-BE49-F238E27FC236}">
                <a16:creationId xmlns:a16="http://schemas.microsoft.com/office/drawing/2014/main" id="{75A9387F-1E99-435A-BDFF-41FBC0133191}"/>
              </a:ext>
            </a:extLst>
          </p:cNvPr>
          <p:cNvSpPr>
            <a:spLocks xmlns:a="http://schemas.openxmlformats.org/drawingml/2006/main" noGrp="1"/>
          </p:cNvSpPr>
          <p:nvPr/>
        </p:nvSpPr>
        <p:spPr>
          <a:xfrm xmlns:a="http://schemas.openxmlformats.org/drawingml/2006/main">
            <a:off x="4229100" y="1524000"/>
            <a:ext cx="3448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FD9E6"/>
            </a:solidFill>
          </a:ln>
        </p:spPr>
      </p:sp>
      <p:sp>
        <p:nvSpPr>
          <p:cNvPr id="10" name="">
            <a:extLst xmlns:a="http://schemas.openxmlformats.org/drawingml/2006/main">
              <a:ext uri="{FF2B5EF4-FFF2-40B4-BE49-F238E27FC236}">
                <a16:creationId xmlns:a16="http://schemas.microsoft.com/office/drawing/2014/main" id="{3391DAAC-9666-482A-AEE3-0E50309594A5}"/>
              </a:ext>
            </a:extLst>
          </p:cNvPr>
          <p:cNvSpPr>
            <a:spLocks xmlns:a="http://schemas.openxmlformats.org/drawingml/2006/main" noGrp="1"/>
          </p:cNvSpPr>
          <p:nvPr/>
        </p:nvSpPr>
        <p:spPr>
          <a:xfrm xmlns:a="http://schemas.openxmlformats.org/drawingml/2006/main">
            <a:off x="4381500" y="16573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119C8B"/>
                </a:solidFill>
                <a:latin typeface="Noto Sans CJK KR"/>
                <a:ea typeface="Noto Sans CJK KR"/>
                <a:cs typeface="Noto Sans CJK KR"/>
              </a:defRPr>
            </a:pPr>
            <a:r>
              <a:rPr sz="2400" b="1">
                <a:solidFill>
                  <a:srgbClr val="119C8B"/>
                </a:solidFill>
                <a:latin typeface="Noto Sans CJK KR"/>
                <a:ea typeface="Noto Sans CJK KR"/>
                <a:cs typeface="Noto Sans CJK KR"/>
              </a:rPr>
              <a:t>Q4_K_M</a:t>
            </a:r>
          </a:p>
        </p:txBody>
      </p:sp>
      <p:sp>
        <p:nvSpPr>
          <p:cNvPr id="11" name="">
            <a:extLst xmlns:a="http://schemas.openxmlformats.org/drawingml/2006/main">
              <a:ext uri="{FF2B5EF4-FFF2-40B4-BE49-F238E27FC236}">
                <a16:creationId xmlns:a16="http://schemas.microsoft.com/office/drawing/2014/main" id="{8B149095-3896-40F0-8362-0ECDBE41755D}"/>
              </a:ext>
            </a:extLst>
          </p:cNvPr>
          <p:cNvSpPr>
            <a:spLocks xmlns:a="http://schemas.openxmlformats.org/drawingml/2006/main" noGrp="1"/>
          </p:cNvSpPr>
          <p:nvPr/>
        </p:nvSpPr>
        <p:spPr>
          <a:xfrm xmlns:a="http://schemas.openxmlformats.org/drawingml/2006/main">
            <a:off x="4381500" y="2105025"/>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132238"/>
                </a:solidFill>
                <a:latin typeface="Noto Sans CJK KR"/>
                <a:ea typeface="Noto Sans CJK KR"/>
                <a:cs typeface="Noto Sans CJK KR"/>
              </a:defRPr>
            </a:pPr>
            <a:r>
              <a:rPr sz="1125" b="1">
                <a:solidFill>
                  <a:srgbClr val="132238"/>
                </a:solidFill>
                <a:latin typeface="Noto Sans CJK KR"/>
                <a:ea typeface="Noto Sans CJK KR"/>
                <a:cs typeface="Noto Sans CJK KR"/>
              </a:rPr>
              <a:t>양자화</a:t>
            </a:r>
          </a:p>
        </p:txBody>
      </p:sp>
      <p:sp>
        <p:nvSpPr>
          <p:cNvPr id="12" name="">
            <a:extLst xmlns:a="http://schemas.openxmlformats.org/drawingml/2006/main">
              <a:ext uri="{FF2B5EF4-FFF2-40B4-BE49-F238E27FC236}">
                <a16:creationId xmlns:a16="http://schemas.microsoft.com/office/drawing/2014/main" id="{37934020-BCC1-450B-AABE-287D12083D48}"/>
              </a:ext>
            </a:extLst>
          </p:cNvPr>
          <p:cNvSpPr>
            <a:spLocks xmlns:a="http://schemas.openxmlformats.org/drawingml/2006/main" noGrp="1"/>
          </p:cNvSpPr>
          <p:nvPr/>
        </p:nvSpPr>
        <p:spPr>
          <a:xfrm xmlns:a="http://schemas.openxmlformats.org/drawingml/2006/main">
            <a:off x="7943850" y="1524000"/>
            <a:ext cx="3448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FD9E6"/>
            </a:solidFill>
          </a:ln>
        </p:spPr>
      </p:sp>
      <p:sp>
        <p:nvSpPr>
          <p:cNvPr id="13" name="">
            <a:extLst xmlns:a="http://schemas.openxmlformats.org/drawingml/2006/main">
              <a:ext uri="{FF2B5EF4-FFF2-40B4-BE49-F238E27FC236}">
                <a16:creationId xmlns:a16="http://schemas.microsoft.com/office/drawing/2014/main" id="{AB2F70DB-4C73-40E9-BD3D-4835B6B1C2CA}"/>
              </a:ext>
            </a:extLst>
          </p:cNvPr>
          <p:cNvSpPr>
            <a:spLocks xmlns:a="http://schemas.openxmlformats.org/drawingml/2006/main" noGrp="1"/>
          </p:cNvSpPr>
          <p:nvPr/>
        </p:nvSpPr>
        <p:spPr>
          <a:xfrm xmlns:a="http://schemas.openxmlformats.org/drawingml/2006/main">
            <a:off x="8096250" y="16573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F29B38"/>
                </a:solidFill>
                <a:latin typeface="Noto Sans CJK KR"/>
                <a:ea typeface="Noto Sans CJK KR"/>
                <a:cs typeface="Noto Sans CJK KR"/>
              </a:defRPr>
            </a:pPr>
            <a:r>
              <a:rPr sz="2400" b="1">
                <a:solidFill>
                  <a:srgbClr val="F29B38"/>
                </a:solidFill>
                <a:latin typeface="Noto Sans CJK KR"/>
                <a:ea typeface="Noto Sans CJK KR"/>
                <a:cs typeface="Noto Sans CJK KR"/>
              </a:rPr>
              <a:t>4,096</a:t>
            </a:r>
          </a:p>
        </p:txBody>
      </p:sp>
      <p:sp>
        <p:nvSpPr>
          <p:cNvPr id="14" name="">
            <a:extLst xmlns:a="http://schemas.openxmlformats.org/drawingml/2006/main">
              <a:ext uri="{FF2B5EF4-FFF2-40B4-BE49-F238E27FC236}">
                <a16:creationId xmlns:a16="http://schemas.microsoft.com/office/drawing/2014/main" id="{99A1C455-038A-4F60-8A9F-D6E3E4AF530F}"/>
              </a:ext>
            </a:extLst>
          </p:cNvPr>
          <p:cNvSpPr>
            <a:spLocks xmlns:a="http://schemas.openxmlformats.org/drawingml/2006/main" noGrp="1"/>
          </p:cNvSpPr>
          <p:nvPr/>
        </p:nvSpPr>
        <p:spPr>
          <a:xfrm xmlns:a="http://schemas.openxmlformats.org/drawingml/2006/main">
            <a:off x="8096250" y="2105025"/>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132238"/>
                </a:solidFill>
                <a:latin typeface="Noto Sans CJK KR"/>
                <a:ea typeface="Noto Sans CJK KR"/>
                <a:cs typeface="Noto Sans CJK KR"/>
              </a:defRPr>
            </a:pPr>
            <a:r>
              <a:rPr sz="1125" b="1">
                <a:solidFill>
                  <a:srgbClr val="132238"/>
                </a:solidFill>
                <a:latin typeface="Noto Sans CJK KR"/>
                <a:ea typeface="Noto Sans CJK KR"/>
                <a:cs typeface="Noto Sans CJK KR"/>
              </a:rPr>
              <a:t>context</a:t>
            </a:r>
          </a:p>
        </p:txBody>
      </p:sp>
      <p:sp>
        <p:nvSpPr>
          <p:cNvPr id="15" name="">
            <a:extLst xmlns:a="http://schemas.openxmlformats.org/drawingml/2006/main">
              <a:ext uri="{FF2B5EF4-FFF2-40B4-BE49-F238E27FC236}">
                <a16:creationId xmlns:a16="http://schemas.microsoft.com/office/drawing/2014/main" id="{5BA39A1C-7F10-4F4C-BF58-77A1B183583C}"/>
              </a:ext>
            </a:extLst>
          </p:cNvPr>
          <p:cNvSpPr>
            <a:spLocks xmlns:a="http://schemas.openxmlformats.org/drawingml/2006/main" noGrp="1"/>
          </p:cNvSpPr>
          <p:nvPr/>
        </p:nvSpPr>
        <p:spPr>
          <a:xfrm xmlns:a="http://schemas.openxmlformats.org/drawingml/2006/main">
            <a:off x="514350" y="2781300"/>
            <a:ext cx="3448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FD9E6"/>
            </a:solidFill>
          </a:ln>
        </p:spPr>
      </p:sp>
      <p:sp>
        <p:nvSpPr>
          <p:cNvPr id="16" name="">
            <a:extLst xmlns:a="http://schemas.openxmlformats.org/drawingml/2006/main">
              <a:ext uri="{FF2B5EF4-FFF2-40B4-BE49-F238E27FC236}">
                <a16:creationId xmlns:a16="http://schemas.microsoft.com/office/drawing/2014/main" id="{53C55447-5215-4D7B-B3E4-879A44CE93D8}"/>
              </a:ext>
            </a:extLst>
          </p:cNvPr>
          <p:cNvSpPr>
            <a:spLocks xmlns:a="http://schemas.openxmlformats.org/drawingml/2006/main" noGrp="1"/>
          </p:cNvSpPr>
          <p:nvPr/>
        </p:nvSpPr>
        <p:spPr>
          <a:xfrm xmlns:a="http://schemas.openxmlformats.org/drawingml/2006/main">
            <a:off x="666750" y="29146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7657C8"/>
                </a:solidFill>
                <a:latin typeface="Noto Sans CJK KR"/>
                <a:ea typeface="Noto Sans CJK KR"/>
                <a:cs typeface="Noto Sans CJK KR"/>
              </a:defRPr>
            </a:pPr>
            <a:r>
              <a:rPr sz="2400" b="1">
                <a:solidFill>
                  <a:srgbClr val="7657C8"/>
                </a:solidFill>
                <a:latin typeface="Noto Sans CJK KR"/>
                <a:ea typeface="Noto Sans CJK KR"/>
                <a:cs typeface="Noto Sans CJK KR"/>
              </a:rPr>
              <a:t>768</a:t>
            </a:r>
          </a:p>
        </p:txBody>
      </p:sp>
      <p:sp>
        <p:nvSpPr>
          <p:cNvPr id="17" name="">
            <a:extLst xmlns:a="http://schemas.openxmlformats.org/drawingml/2006/main">
              <a:ext uri="{FF2B5EF4-FFF2-40B4-BE49-F238E27FC236}">
                <a16:creationId xmlns:a16="http://schemas.microsoft.com/office/drawing/2014/main" id="{CCE507DA-D496-4A12-BBA1-4743350F7002}"/>
              </a:ext>
            </a:extLst>
          </p:cNvPr>
          <p:cNvSpPr>
            <a:spLocks xmlns:a="http://schemas.openxmlformats.org/drawingml/2006/main" noGrp="1"/>
          </p:cNvSpPr>
          <p:nvPr/>
        </p:nvSpPr>
        <p:spPr>
          <a:xfrm xmlns:a="http://schemas.openxmlformats.org/drawingml/2006/main">
            <a:off x="666750" y="3362325"/>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132238"/>
                </a:solidFill>
                <a:latin typeface="Noto Sans CJK KR"/>
                <a:ea typeface="Noto Sans CJK KR"/>
                <a:cs typeface="Noto Sans CJK KR"/>
              </a:defRPr>
            </a:pPr>
            <a:r>
              <a:rPr sz="1125" b="1">
                <a:solidFill>
                  <a:srgbClr val="132238"/>
                </a:solidFill>
                <a:latin typeface="Noto Sans CJK KR"/>
                <a:ea typeface="Noto Sans CJK KR"/>
                <a:cs typeface="Noto Sans CJK KR"/>
              </a:rPr>
              <a:t>max tokens</a:t>
            </a:r>
          </a:p>
        </p:txBody>
      </p:sp>
      <p:sp>
        <p:nvSpPr>
          <p:cNvPr id="18" name="">
            <a:extLst xmlns:a="http://schemas.openxmlformats.org/drawingml/2006/main">
              <a:ext uri="{FF2B5EF4-FFF2-40B4-BE49-F238E27FC236}">
                <a16:creationId xmlns:a16="http://schemas.microsoft.com/office/drawing/2014/main" id="{9A27A2BD-5DA6-4665-B725-061FA96675CF}"/>
              </a:ext>
            </a:extLst>
          </p:cNvPr>
          <p:cNvSpPr>
            <a:spLocks xmlns:a="http://schemas.openxmlformats.org/drawingml/2006/main" noGrp="1"/>
          </p:cNvSpPr>
          <p:nvPr/>
        </p:nvSpPr>
        <p:spPr>
          <a:xfrm xmlns:a="http://schemas.openxmlformats.org/drawingml/2006/main">
            <a:off x="4229100" y="2781300"/>
            <a:ext cx="3448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FD9E6"/>
            </a:solidFill>
          </a:ln>
        </p:spPr>
      </p:sp>
      <p:sp>
        <p:nvSpPr>
          <p:cNvPr id="19" name="">
            <a:extLst xmlns:a="http://schemas.openxmlformats.org/drawingml/2006/main">
              <a:ext uri="{FF2B5EF4-FFF2-40B4-BE49-F238E27FC236}">
                <a16:creationId xmlns:a16="http://schemas.microsoft.com/office/drawing/2014/main" id="{E301784A-566C-4E81-84BA-A14A52E68232}"/>
              </a:ext>
            </a:extLst>
          </p:cNvPr>
          <p:cNvSpPr>
            <a:spLocks xmlns:a="http://schemas.openxmlformats.org/drawingml/2006/main" noGrp="1"/>
          </p:cNvSpPr>
          <p:nvPr/>
        </p:nvSpPr>
        <p:spPr>
          <a:xfrm xmlns:a="http://schemas.openxmlformats.org/drawingml/2006/main">
            <a:off x="4381500" y="29146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D9564A"/>
                </a:solidFill>
                <a:latin typeface="Noto Sans CJK KR"/>
                <a:ea typeface="Noto Sans CJK KR"/>
                <a:cs typeface="Noto Sans CJK KR"/>
              </a:defRPr>
            </a:pPr>
            <a:r>
              <a:rPr sz="2400" b="1">
                <a:solidFill>
                  <a:srgbClr val="D9564A"/>
                </a:solidFill>
                <a:latin typeface="Noto Sans CJK KR"/>
                <a:ea typeface="Noto Sans CJK KR"/>
                <a:cs typeface="Noto Sans CJK KR"/>
              </a:rPr>
              <a:t>37 / 37</a:t>
            </a:r>
          </a:p>
        </p:txBody>
      </p:sp>
      <p:sp>
        <p:nvSpPr>
          <p:cNvPr id="20" name="">
            <a:extLst xmlns:a="http://schemas.openxmlformats.org/drawingml/2006/main">
              <a:ext uri="{FF2B5EF4-FFF2-40B4-BE49-F238E27FC236}">
                <a16:creationId xmlns:a16="http://schemas.microsoft.com/office/drawing/2014/main" id="{B15FC9DF-DE7C-4935-8237-B333553084E5}"/>
              </a:ext>
            </a:extLst>
          </p:cNvPr>
          <p:cNvSpPr>
            <a:spLocks xmlns:a="http://schemas.openxmlformats.org/drawingml/2006/main" noGrp="1"/>
          </p:cNvSpPr>
          <p:nvPr/>
        </p:nvSpPr>
        <p:spPr>
          <a:xfrm xmlns:a="http://schemas.openxmlformats.org/drawingml/2006/main">
            <a:off x="4381500" y="3362325"/>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132238"/>
                </a:solidFill>
                <a:latin typeface="Noto Sans CJK KR"/>
                <a:ea typeface="Noto Sans CJK KR"/>
                <a:cs typeface="Noto Sans CJK KR"/>
              </a:defRPr>
            </a:pPr>
            <a:r>
              <a:rPr sz="1125" b="1">
                <a:solidFill>
                  <a:srgbClr val="132238"/>
                </a:solidFill>
                <a:latin typeface="Noto Sans CJK KR"/>
                <a:ea typeface="Noto Sans CJK KR"/>
                <a:cs typeface="Noto Sans CJK KR"/>
              </a:rPr>
              <a:t>GPU offload layers</a:t>
            </a:r>
          </a:p>
        </p:txBody>
      </p:sp>
      <p:sp>
        <p:nvSpPr>
          <p:cNvPr id="21" name="">
            <a:extLst xmlns:a="http://schemas.openxmlformats.org/drawingml/2006/main">
              <a:ext uri="{FF2B5EF4-FFF2-40B4-BE49-F238E27FC236}">
                <a16:creationId xmlns:a16="http://schemas.microsoft.com/office/drawing/2014/main" id="{5E977A99-6164-489C-9A8F-5B9A9CB9ECDF}"/>
              </a:ext>
            </a:extLst>
          </p:cNvPr>
          <p:cNvSpPr>
            <a:spLocks xmlns:a="http://schemas.openxmlformats.org/drawingml/2006/main" noGrp="1"/>
          </p:cNvSpPr>
          <p:nvPr/>
        </p:nvSpPr>
        <p:spPr>
          <a:xfrm xmlns:a="http://schemas.openxmlformats.org/drawingml/2006/main">
            <a:off x="7943850" y="2781300"/>
            <a:ext cx="3448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FD9E6"/>
            </a:solidFill>
          </a:ln>
        </p:spPr>
      </p:sp>
      <p:sp>
        <p:nvSpPr>
          <p:cNvPr id="22" name="">
            <a:extLst xmlns:a="http://schemas.openxmlformats.org/drawingml/2006/main">
              <a:ext uri="{FF2B5EF4-FFF2-40B4-BE49-F238E27FC236}">
                <a16:creationId xmlns:a16="http://schemas.microsoft.com/office/drawing/2014/main" id="{AAEC7B62-033F-4C27-88A4-14517C4A5FCA}"/>
              </a:ext>
            </a:extLst>
          </p:cNvPr>
          <p:cNvSpPr>
            <a:spLocks xmlns:a="http://schemas.openxmlformats.org/drawingml/2006/main" noGrp="1"/>
          </p:cNvSpPr>
          <p:nvPr/>
        </p:nvSpPr>
        <p:spPr>
          <a:xfrm xmlns:a="http://schemas.openxmlformats.org/drawingml/2006/main">
            <a:off x="8096250" y="29146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2E7D62"/>
                </a:solidFill>
                <a:latin typeface="Noto Sans CJK KR"/>
                <a:ea typeface="Noto Sans CJK KR"/>
                <a:cs typeface="Noto Sans CJK KR"/>
              </a:defRPr>
            </a:pPr>
            <a:r>
              <a:rPr sz="2400" b="1">
                <a:solidFill>
                  <a:srgbClr val="2E7D62"/>
                </a:solidFill>
                <a:latin typeface="Noto Sans CJK KR"/>
                <a:ea typeface="Noto Sans CJK KR"/>
                <a:cs typeface="Noto Sans CJK KR"/>
              </a:rPr>
              <a:t>5,588 MiB</a:t>
            </a:r>
          </a:p>
        </p:txBody>
      </p:sp>
      <p:sp>
        <p:nvSpPr>
          <p:cNvPr id="23" name="">
            <a:extLst xmlns:a="http://schemas.openxmlformats.org/drawingml/2006/main">
              <a:ext uri="{FF2B5EF4-FFF2-40B4-BE49-F238E27FC236}">
                <a16:creationId xmlns:a16="http://schemas.microsoft.com/office/drawing/2014/main" id="{264C567D-0E76-47BD-9A6B-35D842C91827}"/>
              </a:ext>
            </a:extLst>
          </p:cNvPr>
          <p:cNvSpPr>
            <a:spLocks xmlns:a="http://schemas.openxmlformats.org/drawingml/2006/main" noGrp="1"/>
          </p:cNvSpPr>
          <p:nvPr/>
        </p:nvSpPr>
        <p:spPr>
          <a:xfrm xmlns:a="http://schemas.openxmlformats.org/drawingml/2006/main">
            <a:off x="8096250" y="3362325"/>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132238"/>
                </a:solidFill>
                <a:latin typeface="Noto Sans CJK KR"/>
                <a:ea typeface="Noto Sans CJK KR"/>
                <a:cs typeface="Noto Sans CJK KR"/>
              </a:defRPr>
            </a:pPr>
            <a:r>
              <a:rPr sz="1125" b="1">
                <a:solidFill>
                  <a:srgbClr val="132238"/>
                </a:solidFill>
                <a:latin typeface="Noto Sans CJK KR"/>
                <a:ea typeface="Noto Sans CJK KR"/>
                <a:cs typeface="Noto Sans CJK KR"/>
              </a:rPr>
              <a:t>peak GPU memory</a:t>
            </a:r>
          </a:p>
        </p:txBody>
      </p:sp>
      <p:graphicFrame>
        <p:nvGraphicFramePr>
          <p:cNvPr id="51" name=""/>
          <p:cNvGraphicFramePr/>
          <p:nvPr/>
        </p:nvGraphicFramePr>
        <p:xfrm>
          <a:off xmlns:a="http://schemas.openxmlformats.org/drawingml/2006/main" x="514350" y="4171950"/>
          <a:ext xmlns:a="http://schemas.openxmlformats.org/drawingml/2006/main" cx="11163300" cy="1362075"/>
        </p:xfrm>
        <a:graphic xmlns:a="http://schemas.openxmlformats.org/drawingml/2006/main">
          <a:graphicData uri="http://schemas.openxmlformats.org/drawingml/2006/table">
            <a:tbl>
              <a:tblPr/>
              <a:tblGrid>
                <a:gridCol w="2667000"/>
                <a:gridCol w="2952750"/>
                <a:gridCol w="5543550"/>
              </a:tblGrid>
              <a:tr h="227013">
                <a:tc>
                  <a:txBody>
                    <a:bodyPr/>
                    <a:lstStyle/>
                    <a:p>
                      <a:r>
                        <a:rPr sz="975" b="1">
                          <a:solidFill>
                            <a:srgbClr val="FFFFFF"/>
                          </a:solidFill>
                          <a:latin typeface="Noto Sans CJK KR"/>
                          <a:ea typeface="Noto Sans CJK KR"/>
                          <a:cs typeface="Noto Sans CJK KR"/>
                        </a:rPr>
                        <a:t>설정</a:t>
                      </a:r>
                    </a:p>
                  </a:txBody>
                  <a:tcPr marL="76200" marR="76200" marT="57150" marB="57150" anchor="ctr">
                    <a:solidFill>
                      <a:srgbClr val="183B5B"/>
                    </a:solidFill>
                  </a:tcPr>
                </a:tc>
                <a:tc>
                  <a:txBody>
                    <a:bodyPr/>
                    <a:lstStyle/>
                    <a:p>
                      <a:r>
                        <a:rPr sz="975" b="1">
                          <a:solidFill>
                            <a:srgbClr val="FFFFFF"/>
                          </a:solidFill>
                          <a:latin typeface="Noto Sans CJK KR"/>
                          <a:ea typeface="Noto Sans CJK KR"/>
                          <a:cs typeface="Noto Sans CJK KR"/>
                        </a:rPr>
                        <a:t>값</a:t>
                      </a:r>
                    </a:p>
                  </a:txBody>
                  <a:tcPr marL="76200" marR="76200" marT="57150" marB="57150" anchor="ctr">
                    <a:solidFill>
                      <a:srgbClr val="183B5B"/>
                    </a:solidFill>
                  </a:tcPr>
                </a:tc>
                <a:tc>
                  <a:txBody>
                    <a:bodyPr/>
                    <a:lstStyle/>
                    <a:p>
                      <a:r>
                        <a:rPr sz="975" b="1">
                          <a:solidFill>
                            <a:srgbClr val="FFFFFF"/>
                          </a:solidFill>
                          <a:latin typeface="Noto Sans CJK KR"/>
                          <a:ea typeface="Noto Sans CJK KR"/>
                          <a:cs typeface="Noto Sans CJK KR"/>
                        </a:rPr>
                        <a:t>목적</a:t>
                      </a:r>
                    </a:p>
                  </a:txBody>
                  <a:tcPr marL="76200" marR="76200" marT="57150" marB="57150" anchor="ctr">
                    <a:solidFill>
                      <a:srgbClr val="183B5B"/>
                    </a:solidFill>
                  </a:tcPr>
                </a:tc>
              </a:tr>
              <a:tr h="227013">
                <a:tc>
                  <a:txBody>
                    <a:bodyPr/>
                    <a:lstStyle/>
                    <a:p>
                      <a:r>
                        <a:rPr sz="975">
                          <a:solidFill>
                            <a:srgbClr val="132238"/>
                          </a:solidFill>
                          <a:latin typeface="Noto Sans CJK KR"/>
                          <a:ea typeface="Noto Sans CJK KR"/>
                          <a:cs typeface="Noto Sans CJK KR"/>
                        </a:rPr>
                        <a:t>temperature / top_p / top_k</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0.7 / 0.8 / 20</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일관성과 표현 다양성 균형</a:t>
                      </a:r>
                    </a:p>
                  </a:txBody>
                  <a:tcPr marL="76200" marR="76200" marT="57150" marB="57150" anchor="ctr">
                    <a:solidFill>
                      <a:srgbClr val="FFFFFF"/>
                    </a:solidFill>
                  </a:tcPr>
                </a:tc>
              </a:tr>
              <a:tr h="227013">
                <a:tc>
                  <a:txBody>
                    <a:bodyPr/>
                    <a:lstStyle/>
                    <a:p>
                      <a:r>
                        <a:rPr sz="975">
                          <a:solidFill>
                            <a:srgbClr val="132238"/>
                          </a:solidFill>
                          <a:latin typeface="Noto Sans CJK KR"/>
                          <a:ea typeface="Noto Sans CJK KR"/>
                          <a:cs typeface="Noto Sans CJK KR"/>
                        </a:rPr>
                        <a:t>max evidence chunks</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4</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근거 범위 제한</a:t>
                      </a:r>
                    </a:p>
                  </a:txBody>
                  <a:tcPr marL="76200" marR="76200" marT="57150" marB="57150" anchor="ctr">
                    <a:solidFill>
                      <a:srgbClr val="FFFFFF"/>
                    </a:solidFill>
                  </a:tcPr>
                </a:tc>
              </a:tr>
              <a:tr h="227013">
                <a:tc>
                  <a:txBody>
                    <a:bodyPr/>
                    <a:lstStyle/>
                    <a:p>
                      <a:r>
                        <a:rPr sz="975">
                          <a:solidFill>
                            <a:srgbClr val="132238"/>
                          </a:solidFill>
                          <a:latin typeface="Noto Sans CJK KR"/>
                          <a:ea typeface="Noto Sans CJK KR"/>
                          <a:cs typeface="Noto Sans CJK KR"/>
                        </a:rPr>
                        <a:t>batch / ubatch</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512 / 512</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워크스테이션 처리량 조정</a:t>
                      </a:r>
                    </a:p>
                  </a:txBody>
                  <a:tcPr marL="76200" marR="76200" marT="57150" marB="57150" anchor="ctr">
                    <a:solidFill>
                      <a:srgbClr val="FFFFFF"/>
                    </a:solidFill>
                  </a:tcPr>
                </a:tc>
              </a:tr>
              <a:tr h="227013">
                <a:tc>
                  <a:txBody>
                    <a:bodyPr/>
                    <a:lstStyle/>
                    <a:p>
                      <a:r>
                        <a:rPr sz="975">
                          <a:solidFill>
                            <a:srgbClr val="132238"/>
                          </a:solidFill>
                          <a:latin typeface="Noto Sans CJK KR"/>
                          <a:ea typeface="Noto Sans CJK KR"/>
                          <a:cs typeface="Noto Sans CJK KR"/>
                        </a:rPr>
                        <a:t>backend / device</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Vulkan / RTX A5000</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37개 layer 전부 offload</a:t>
                      </a:r>
                    </a:p>
                  </a:txBody>
                  <a:tcPr marL="76200" marR="76200" marT="57150" marB="57150" anchor="ctr">
                    <a:solidFill>
                      <a:srgbClr val="FFFFFF"/>
                    </a:solidFill>
                  </a:tcPr>
                </a:tc>
              </a:tr>
              <a:tr h="227013">
                <a:tc>
                  <a:txBody>
                    <a:bodyPr/>
                    <a:lstStyle/>
                    <a:p>
                      <a:r>
                        <a:rPr sz="975">
                          <a:solidFill>
                            <a:srgbClr val="132238"/>
                          </a:solidFill>
                          <a:latin typeface="Noto Sans CJK KR"/>
                          <a:ea typeface="Noto Sans CJK KR"/>
                          <a:cs typeface="Noto Sans CJK KR"/>
                        </a:rPr>
                        <a:t>외부 API</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사용 안 함</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회사 자료 전송 경계 통제</a:t>
                      </a:r>
                    </a:p>
                  </a:txBody>
                  <a:tcPr marL="76200" marR="76200" marT="57150" marB="57150" anchor="ctr">
                    <a:solidFill>
                      <a:srgbClr val="FFFFFF"/>
                    </a:solidFill>
                  </a:tcPr>
                </a:tc>
              </a:tr>
            </a:tbl>
          </a:graphicData>
        </a:graphic>
      </p:graphicFrame>
      <p:sp>
        <p:nvSpPr>
          <p:cNvPr id="25" name="">
            <a:extLst xmlns:a="http://schemas.openxmlformats.org/drawingml/2006/main">
              <a:ext uri="{FF2B5EF4-FFF2-40B4-BE49-F238E27FC236}">
                <a16:creationId xmlns:a16="http://schemas.microsoft.com/office/drawing/2014/main" id="{55FC0ABF-8C24-4876-8007-6AEE97213280}"/>
              </a:ext>
            </a:extLst>
          </p:cNvPr>
          <p:cNvSpPr>
            <a:spLocks xmlns:a="http://schemas.openxmlformats.org/drawingml/2006/main" noGrp="1"/>
          </p:cNvSpPr>
          <p:nvPr/>
        </p:nvSpPr>
        <p:spPr>
          <a:xfrm xmlns:a="http://schemas.openxmlformats.org/drawingml/2006/main">
            <a:off x="514350" y="6353175"/>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26" name="">
            <a:extLst xmlns:a="http://schemas.openxmlformats.org/drawingml/2006/main">
              <a:ext uri="{FF2B5EF4-FFF2-40B4-BE49-F238E27FC236}">
                <a16:creationId xmlns:a16="http://schemas.microsoft.com/office/drawing/2014/main" id="{B52902C4-4DFD-4393-9D97-54C30C23A6E5}"/>
              </a:ext>
            </a:extLst>
          </p:cNvPr>
          <p:cNvSpPr>
            <a:spLocks xmlns:a="http://schemas.openxmlformats.org/drawingml/2006/main" noGrp="1"/>
          </p:cNvSpPr>
          <p:nvPr/>
        </p:nvSpPr>
        <p:spPr>
          <a:xfrm xmlns:a="http://schemas.openxmlformats.org/drawingml/2006/main">
            <a:off x="533400" y="6457950"/>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0">
                <a:solidFill>
                  <a:srgbClr val="52657A"/>
                </a:solidFill>
                <a:latin typeface="Noto Sans CJK KR"/>
                <a:ea typeface="Noto Sans CJK KR"/>
                <a:cs typeface="Noto Sans CJK KR"/>
              </a:defRPr>
            </a:pPr>
            <a:r>
              <a:rPr sz="825" b="0">
                <a:solidFill>
                  <a:srgbClr val="52657A"/>
                </a:solidFill>
                <a:latin typeface="Noto Sans CJK KR"/>
                <a:ea typeface="Noto Sans CJK KR"/>
                <a:cs typeface="Noto Sans CJK KR"/>
              </a:rPr>
              <a:t>모델·revision·파일 SHA-256·프로필을 environment.json에 기록</a:t>
            </a:r>
          </a:p>
        </p:txBody>
      </p:sp>
      <p:sp>
        <p:nvSpPr>
          <p:cNvPr id="27" name="">
            <a:extLst xmlns:a="http://schemas.openxmlformats.org/drawingml/2006/main">
              <a:ext uri="{FF2B5EF4-FFF2-40B4-BE49-F238E27FC236}">
                <a16:creationId xmlns:a16="http://schemas.microsoft.com/office/drawing/2014/main" id="{EECA1812-625F-4CA4-BB95-BF9FF58335EF}"/>
              </a:ext>
            </a:extLst>
          </p:cNvPr>
          <p:cNvSpPr>
            <a:spLocks xmlns:a="http://schemas.openxmlformats.org/drawingml/2006/main" noGrp="1"/>
          </p:cNvSpPr>
          <p:nvPr/>
        </p:nvSpPr>
        <p:spPr>
          <a:xfrm xmlns:a="http://schemas.openxmlformats.org/drawingml/2006/main">
            <a:off x="10001250" y="6457950"/>
            <a:ext cx="1676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1">
                <a:solidFill>
                  <a:srgbClr val="183B5B"/>
                </a:solidFill>
                <a:latin typeface="Noto Sans CJK KR"/>
                <a:ea typeface="Noto Sans CJK KR"/>
                <a:cs typeface="Noto Sans CJK KR"/>
              </a:defRPr>
            </a:pPr>
            <a:r>
              <a:rPr sz="825" b="1">
                <a:solidFill>
                  <a:srgbClr val="183B5B"/>
                </a:solidFill>
                <a:latin typeface="Noto Sans CJK KR"/>
                <a:ea typeface="Noto Sans CJK KR"/>
                <a:cs typeface="Noto Sans CJK KR"/>
              </a:rPr>
              <a:t>ASTRA · ko-LettuceDetect</a:t>
            </a:r>
          </a:p>
        </p:txBody>
      </p:sp>
    </p:spTree>
    <p:extLst>
      <p:ext uri="{BB962C8B-B14F-4D97-AF65-F5344CB8AC3E}">
        <p14:creationId xmlns:p14="http://schemas.microsoft.com/office/powerpoint/2010/main" val="1826360738"/>
      </p:ext>
    </p:extLst>
  </p:cSld>
</p:sld>
</file>

<file path=ppt/slides/slide2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B070F9FA-DEF6-4AB6-9970-AC5EA12AB9D8}"/>
              </a:ext>
            </a:extLst>
          </p:cNvPr>
          <p:cNvSpPr>
            <a:spLocks xmlns:a="http://schemas.openxmlformats.org/drawingml/2006/main" noGrp="1"/>
          </p:cNvSpPr>
          <p:nvPr/>
        </p:nvSpPr>
        <p:spPr>
          <a:xfrm xmlns:a="http://schemas.openxmlformats.org/drawingml/2006/main">
            <a:off x="5143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119C8B"/>
                </a:solidFill>
                <a:latin typeface="Noto Sans CJK KR"/>
                <a:ea typeface="Noto Sans CJK KR"/>
                <a:cs typeface="Noto Sans CJK KR"/>
              </a:defRPr>
            </a:pPr>
            <a:r>
              <a:rPr sz="975" b="1">
                <a:solidFill>
                  <a:srgbClr val="119C8B"/>
                </a:solidFill>
                <a:latin typeface="Noto Sans CJK KR"/>
                <a:ea typeface="Noto Sans CJK KR"/>
                <a:cs typeface="Noto Sans CJK KR"/>
              </a:rPr>
              <a:t>생성·탐지</a:t>
            </a:r>
          </a:p>
        </p:txBody>
      </p:sp>
      <p:sp>
        <p:nvSpPr>
          <p:cNvPr id="2" name="">
            <a:extLst xmlns:a="http://schemas.openxmlformats.org/drawingml/2006/main">
              <a:ext uri="{FF2B5EF4-FFF2-40B4-BE49-F238E27FC236}">
                <a16:creationId xmlns:a16="http://schemas.microsoft.com/office/drawing/2014/main" id="{C2629A78-23B8-4D62-B41A-2DA7F8770974}"/>
              </a:ext>
            </a:extLst>
          </p:cNvPr>
          <p:cNvSpPr>
            <a:spLocks xmlns:a="http://schemas.openxmlformats.org/drawingml/2006/main" noGrp="1"/>
          </p:cNvSpPr>
          <p:nvPr/>
        </p:nvSpPr>
        <p:spPr>
          <a:xfrm xmlns:a="http://schemas.openxmlformats.org/drawingml/2006/main">
            <a:off x="514350" y="457200"/>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132238"/>
                </a:solidFill>
                <a:latin typeface="Noto Sans CJK KR"/>
                <a:ea typeface="Noto Sans CJK KR"/>
                <a:cs typeface="Noto Sans CJK KR"/>
              </a:defRPr>
            </a:pPr>
            <a:r>
              <a:rPr sz="2325" b="1">
                <a:solidFill>
                  <a:srgbClr val="132238"/>
                </a:solidFill>
                <a:latin typeface="Noto Sans CJK KR"/>
                <a:ea typeface="Noto Sans CJK KR"/>
                <a:cs typeface="Noto Sans CJK KR"/>
              </a:rPr>
              <a:t>정본 답변 295건과 정상 차단 5건을 보존했다</a:t>
            </a:r>
          </a:p>
        </p:txBody>
      </p:sp>
      <p:sp>
        <p:nvSpPr>
          <p:cNvPr id="3" name="">
            <a:extLst xmlns:a="http://schemas.openxmlformats.org/drawingml/2006/main">
              <a:ext uri="{FF2B5EF4-FFF2-40B4-BE49-F238E27FC236}">
                <a16:creationId xmlns:a16="http://schemas.microsoft.com/office/drawing/2014/main" id="{15AA6B3C-FB37-47A6-BE36-9DC621C97026}"/>
              </a:ext>
            </a:extLst>
          </p:cNvPr>
          <p:cNvSpPr>
            <a:spLocks xmlns:a="http://schemas.openxmlformats.org/drawingml/2006/main" noGrp="1"/>
          </p:cNvSpPr>
          <p:nvPr/>
        </p:nvSpPr>
        <p:spPr>
          <a:xfrm xmlns:a="http://schemas.openxmlformats.org/drawingml/2006/main">
            <a:off x="533400" y="923925"/>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2657A"/>
                </a:solidFill>
                <a:latin typeface="Noto Sans CJK KR"/>
                <a:ea typeface="Noto Sans CJK KR"/>
                <a:cs typeface="Noto Sans CJK KR"/>
              </a:defRPr>
            </a:pPr>
            <a:r>
              <a:rPr sz="1200" b="0">
                <a:solidFill>
                  <a:srgbClr val="52657A"/>
                </a:solidFill>
                <a:latin typeface="Noto Sans CJK KR"/>
                <a:ea typeface="Noto Sans CJK KR"/>
                <a:cs typeface="Noto Sans CJK KR"/>
              </a:rPr>
              <a:t>에이전트 검토 분포는 탐색 결과이며 독립 정확도나 사람 gold 성능이 아니다</a:t>
            </a:r>
          </a:p>
        </p:txBody>
      </p:sp>
      <p:sp>
        <p:nvSpPr>
          <p:cNvPr id="4" name="">
            <a:extLst xmlns:a="http://schemas.openxmlformats.org/drawingml/2006/main">
              <a:ext uri="{FF2B5EF4-FFF2-40B4-BE49-F238E27FC236}">
                <a16:creationId xmlns:a16="http://schemas.microsoft.com/office/drawing/2014/main" id="{78A70C84-06A7-4EB8-986F-AF569D7925B8}"/>
              </a:ext>
            </a:extLst>
          </p:cNvPr>
          <p:cNvSpPr>
            <a:spLocks xmlns:a="http://schemas.openxmlformats.org/drawingml/2006/main" noGrp="1"/>
          </p:cNvSpPr>
          <p:nvPr/>
        </p:nvSpPr>
        <p:spPr>
          <a:xfrm xmlns:a="http://schemas.openxmlformats.org/drawingml/2006/main">
            <a:off x="514350" y="1257300"/>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5" name="">
            <a:extLst xmlns:a="http://schemas.openxmlformats.org/drawingml/2006/main">
              <a:ext uri="{FF2B5EF4-FFF2-40B4-BE49-F238E27FC236}">
                <a16:creationId xmlns:a16="http://schemas.microsoft.com/office/drawing/2014/main" id="{52F01AB2-812C-4575-9115-C66B2499C190}"/>
              </a:ext>
            </a:extLst>
          </p:cNvPr>
          <p:cNvSpPr>
            <a:spLocks xmlns:a="http://schemas.openxmlformats.org/drawingml/2006/main" noGrp="1"/>
          </p:cNvSpPr>
          <p:nvPr/>
        </p:nvSpPr>
        <p:spPr>
          <a:xfrm xmlns:a="http://schemas.openxmlformats.org/drawingml/2006/main">
            <a:off x="11201400" y="209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52657A"/>
                </a:solidFill>
                <a:latin typeface="Noto Sans CJK KR"/>
                <a:ea typeface="Noto Sans CJK KR"/>
                <a:cs typeface="Noto Sans CJK KR"/>
              </a:defRPr>
            </a:pPr>
            <a:r>
              <a:rPr sz="975" b="1">
                <a:solidFill>
                  <a:srgbClr val="52657A"/>
                </a:solidFill>
                <a:latin typeface="Noto Sans CJK KR"/>
                <a:ea typeface="Noto Sans CJK KR"/>
                <a:cs typeface="Noto Sans CJK KR"/>
              </a:rPr>
              <a:t>23</a:t>
            </a:r>
          </a:p>
        </p:txBody>
      </p:sp>
      <p:sp>
        <p:nvSpPr>
          <p:cNvPr id="6" name="">
            <a:extLst xmlns:a="http://schemas.openxmlformats.org/drawingml/2006/main">
              <a:ext uri="{FF2B5EF4-FFF2-40B4-BE49-F238E27FC236}">
                <a16:creationId xmlns:a16="http://schemas.microsoft.com/office/drawing/2014/main" id="{908ED12E-4F43-46C9-B3A9-B25B602DE12D}"/>
              </a:ext>
            </a:extLst>
          </p:cNvPr>
          <p:cNvSpPr>
            <a:spLocks xmlns:a="http://schemas.openxmlformats.org/drawingml/2006/main" noGrp="1"/>
          </p:cNvSpPr>
          <p:nvPr/>
        </p:nvSpPr>
        <p:spPr>
          <a:xfrm xmlns:a="http://schemas.openxmlformats.org/drawingml/2006/main">
            <a:off x="514350" y="1524000"/>
            <a:ext cx="2190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FD9E6"/>
            </a:solidFill>
          </a:ln>
        </p:spPr>
      </p:sp>
      <p:sp>
        <p:nvSpPr>
          <p:cNvPr id="7" name="">
            <a:extLst xmlns:a="http://schemas.openxmlformats.org/drawingml/2006/main">
              <a:ext uri="{FF2B5EF4-FFF2-40B4-BE49-F238E27FC236}">
                <a16:creationId xmlns:a16="http://schemas.microsoft.com/office/drawing/2014/main" id="{DF28D4AD-FD68-4CA9-A853-C52A1A55DD8E}"/>
              </a:ext>
            </a:extLst>
          </p:cNvPr>
          <p:cNvSpPr>
            <a:spLocks xmlns:a="http://schemas.openxmlformats.org/drawingml/2006/main" noGrp="1"/>
          </p:cNvSpPr>
          <p:nvPr/>
        </p:nvSpPr>
        <p:spPr>
          <a:xfrm xmlns:a="http://schemas.openxmlformats.org/drawingml/2006/main">
            <a:off x="666750" y="1657350"/>
            <a:ext cx="1885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2F6BFF"/>
                </a:solidFill>
                <a:latin typeface="Noto Sans CJK KR"/>
                <a:ea typeface="Noto Sans CJK KR"/>
                <a:cs typeface="Noto Sans CJK KR"/>
              </a:defRPr>
            </a:pPr>
            <a:r>
              <a:rPr sz="2400" b="1">
                <a:solidFill>
                  <a:srgbClr val="2F6BFF"/>
                </a:solidFill>
                <a:latin typeface="Noto Sans CJK KR"/>
                <a:ea typeface="Noto Sans CJK KR"/>
                <a:cs typeface="Noto Sans CJK KR"/>
              </a:rPr>
              <a:t>295</a:t>
            </a:r>
          </a:p>
        </p:txBody>
      </p:sp>
      <p:sp>
        <p:nvSpPr>
          <p:cNvPr id="8" name="">
            <a:extLst xmlns:a="http://schemas.openxmlformats.org/drawingml/2006/main">
              <a:ext uri="{FF2B5EF4-FFF2-40B4-BE49-F238E27FC236}">
                <a16:creationId xmlns:a16="http://schemas.microsoft.com/office/drawing/2014/main" id="{6035B6C1-1DE9-4259-88C5-D7B4CCDF2EFF}"/>
              </a:ext>
            </a:extLst>
          </p:cNvPr>
          <p:cNvSpPr>
            <a:spLocks xmlns:a="http://schemas.openxmlformats.org/drawingml/2006/main" noGrp="1"/>
          </p:cNvSpPr>
          <p:nvPr/>
        </p:nvSpPr>
        <p:spPr>
          <a:xfrm xmlns:a="http://schemas.openxmlformats.org/drawingml/2006/main">
            <a:off x="666750" y="2105025"/>
            <a:ext cx="1885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132238"/>
                </a:solidFill>
                <a:latin typeface="Noto Sans CJK KR"/>
                <a:ea typeface="Noto Sans CJK KR"/>
                <a:cs typeface="Noto Sans CJK KR"/>
              </a:defRPr>
            </a:pPr>
            <a:r>
              <a:rPr sz="1125" b="1">
                <a:solidFill>
                  <a:srgbClr val="132238"/>
                </a:solidFill>
                <a:latin typeface="Noto Sans CJK KR"/>
                <a:ea typeface="Noto Sans CJK KR"/>
                <a:cs typeface="Noto Sans CJK KR"/>
              </a:rPr>
              <a:t>생성 답변</a:t>
            </a:r>
          </a:p>
        </p:txBody>
      </p:sp>
      <p:sp>
        <p:nvSpPr>
          <p:cNvPr id="9" name="">
            <a:extLst xmlns:a="http://schemas.openxmlformats.org/drawingml/2006/main">
              <a:ext uri="{FF2B5EF4-FFF2-40B4-BE49-F238E27FC236}">
                <a16:creationId xmlns:a16="http://schemas.microsoft.com/office/drawing/2014/main" id="{F7D441AF-5686-4DE1-A95C-CBDA99E6E2AE}"/>
              </a:ext>
            </a:extLst>
          </p:cNvPr>
          <p:cNvSpPr>
            <a:spLocks xmlns:a="http://schemas.openxmlformats.org/drawingml/2006/main" noGrp="1"/>
          </p:cNvSpPr>
          <p:nvPr/>
        </p:nvSpPr>
        <p:spPr>
          <a:xfrm xmlns:a="http://schemas.openxmlformats.org/drawingml/2006/main">
            <a:off x="666750" y="2343150"/>
            <a:ext cx="1885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0">
                <a:solidFill>
                  <a:srgbClr val="52657A"/>
                </a:solidFill>
                <a:latin typeface="Noto Sans CJK KR"/>
                <a:ea typeface="Noto Sans CJK KR"/>
                <a:cs typeface="Noto Sans CJK KR"/>
              </a:defRPr>
            </a:pPr>
            <a:r>
              <a:rPr sz="825" b="0">
                <a:solidFill>
                  <a:srgbClr val="52657A"/>
                </a:solidFill>
                <a:latin typeface="Noto Sans CJK KR"/>
                <a:ea typeface="Noto Sans CJK KR"/>
                <a:cs typeface="Noto Sans CJK KR"/>
              </a:rPr>
              <a:t>기존 25 + 신규 275</a:t>
            </a:r>
          </a:p>
        </p:txBody>
      </p:sp>
      <p:sp>
        <p:nvSpPr>
          <p:cNvPr id="10" name="">
            <a:extLst xmlns:a="http://schemas.openxmlformats.org/drawingml/2006/main">
              <a:ext uri="{FF2B5EF4-FFF2-40B4-BE49-F238E27FC236}">
                <a16:creationId xmlns:a16="http://schemas.microsoft.com/office/drawing/2014/main" id="{1823D662-0AC7-4986-9A0E-E868BCB3F2ED}"/>
              </a:ext>
            </a:extLst>
          </p:cNvPr>
          <p:cNvSpPr>
            <a:spLocks xmlns:a="http://schemas.openxmlformats.org/drawingml/2006/main" noGrp="1"/>
          </p:cNvSpPr>
          <p:nvPr/>
        </p:nvSpPr>
        <p:spPr>
          <a:xfrm xmlns:a="http://schemas.openxmlformats.org/drawingml/2006/main">
            <a:off x="2895600" y="1524000"/>
            <a:ext cx="2190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FD9E6"/>
            </a:solidFill>
          </a:ln>
        </p:spPr>
      </p:sp>
      <p:sp>
        <p:nvSpPr>
          <p:cNvPr id="11" name="">
            <a:extLst xmlns:a="http://schemas.openxmlformats.org/drawingml/2006/main">
              <a:ext uri="{FF2B5EF4-FFF2-40B4-BE49-F238E27FC236}">
                <a16:creationId xmlns:a16="http://schemas.microsoft.com/office/drawing/2014/main" id="{8DD3FA13-FDD5-4750-8AE8-88E41105B74B}"/>
              </a:ext>
            </a:extLst>
          </p:cNvPr>
          <p:cNvSpPr>
            <a:spLocks xmlns:a="http://schemas.openxmlformats.org/drawingml/2006/main" noGrp="1"/>
          </p:cNvSpPr>
          <p:nvPr/>
        </p:nvSpPr>
        <p:spPr>
          <a:xfrm xmlns:a="http://schemas.openxmlformats.org/drawingml/2006/main">
            <a:off x="3048000" y="1657350"/>
            <a:ext cx="1885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119C8B"/>
                </a:solidFill>
                <a:latin typeface="Noto Sans CJK KR"/>
                <a:ea typeface="Noto Sans CJK KR"/>
                <a:cs typeface="Noto Sans CJK KR"/>
              </a:defRPr>
            </a:pPr>
            <a:r>
              <a:rPr sz="2400" b="1">
                <a:solidFill>
                  <a:srgbClr val="119C8B"/>
                </a:solidFill>
                <a:latin typeface="Noto Sans CJK KR"/>
                <a:ea typeface="Noto Sans CJK KR"/>
                <a:cs typeface="Noto Sans CJK KR"/>
              </a:rPr>
              <a:t>5</a:t>
            </a:r>
          </a:p>
        </p:txBody>
      </p:sp>
      <p:sp>
        <p:nvSpPr>
          <p:cNvPr id="12" name="">
            <a:extLst xmlns:a="http://schemas.openxmlformats.org/drawingml/2006/main">
              <a:ext uri="{FF2B5EF4-FFF2-40B4-BE49-F238E27FC236}">
                <a16:creationId xmlns:a16="http://schemas.microsoft.com/office/drawing/2014/main" id="{53B49821-B47C-4615-9829-7DAE7E82BE36}"/>
              </a:ext>
            </a:extLst>
          </p:cNvPr>
          <p:cNvSpPr>
            <a:spLocks xmlns:a="http://schemas.openxmlformats.org/drawingml/2006/main" noGrp="1"/>
          </p:cNvSpPr>
          <p:nvPr/>
        </p:nvSpPr>
        <p:spPr>
          <a:xfrm xmlns:a="http://schemas.openxmlformats.org/drawingml/2006/main">
            <a:off x="3048000" y="2105025"/>
            <a:ext cx="1885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132238"/>
                </a:solidFill>
                <a:latin typeface="Noto Sans CJK KR"/>
                <a:ea typeface="Noto Sans CJK KR"/>
                <a:cs typeface="Noto Sans CJK KR"/>
              </a:defRPr>
            </a:pPr>
            <a:r>
              <a:rPr sz="1125" b="1">
                <a:solidFill>
                  <a:srgbClr val="132238"/>
                </a:solidFill>
                <a:latin typeface="Noto Sans CJK KR"/>
                <a:ea typeface="Noto Sans CJK KR"/>
                <a:cs typeface="Noto Sans CJK KR"/>
              </a:rPr>
              <a:t>정상 접근 차단</a:t>
            </a:r>
          </a:p>
        </p:txBody>
      </p:sp>
      <p:sp>
        <p:nvSpPr>
          <p:cNvPr id="13" name="">
            <a:extLst xmlns:a="http://schemas.openxmlformats.org/drawingml/2006/main">
              <a:ext uri="{FF2B5EF4-FFF2-40B4-BE49-F238E27FC236}">
                <a16:creationId xmlns:a16="http://schemas.microsoft.com/office/drawing/2014/main" id="{C35F653A-17B4-406E-8638-965B911DFA34}"/>
              </a:ext>
            </a:extLst>
          </p:cNvPr>
          <p:cNvSpPr>
            <a:spLocks xmlns:a="http://schemas.openxmlformats.org/drawingml/2006/main" noGrp="1"/>
          </p:cNvSpPr>
          <p:nvPr/>
        </p:nvSpPr>
        <p:spPr>
          <a:xfrm xmlns:a="http://schemas.openxmlformats.org/drawingml/2006/main">
            <a:off x="3048000" y="2343150"/>
            <a:ext cx="1885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0">
                <a:solidFill>
                  <a:srgbClr val="52657A"/>
                </a:solidFill>
                <a:latin typeface="Noto Sans CJK KR"/>
                <a:ea typeface="Noto Sans CJK KR"/>
                <a:cs typeface="Noto Sans CJK KR"/>
              </a:defRPr>
            </a:pPr>
            <a:r>
              <a:rPr sz="825" b="0">
                <a:solidFill>
                  <a:srgbClr val="52657A"/>
                </a:solidFill>
                <a:latin typeface="Noto Sans CJK KR"/>
                <a:ea typeface="Noto Sans CJK KR"/>
                <a:cs typeface="Noto Sans CJK KR"/>
              </a:rPr>
              <a:t>LLM 호출 없음</a:t>
            </a:r>
          </a:p>
        </p:txBody>
      </p:sp>
      <p:sp>
        <p:nvSpPr>
          <p:cNvPr id="14" name="">
            <a:extLst xmlns:a="http://schemas.openxmlformats.org/drawingml/2006/main">
              <a:ext uri="{FF2B5EF4-FFF2-40B4-BE49-F238E27FC236}">
                <a16:creationId xmlns:a16="http://schemas.microsoft.com/office/drawing/2014/main" id="{CF980212-9C11-48F8-AC49-19828197CABC}"/>
              </a:ext>
            </a:extLst>
          </p:cNvPr>
          <p:cNvSpPr>
            <a:spLocks xmlns:a="http://schemas.openxmlformats.org/drawingml/2006/main" noGrp="1"/>
          </p:cNvSpPr>
          <p:nvPr/>
        </p:nvSpPr>
        <p:spPr>
          <a:xfrm xmlns:a="http://schemas.openxmlformats.org/drawingml/2006/main">
            <a:off x="5276850" y="1524000"/>
            <a:ext cx="2190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FD9E6"/>
            </a:solidFill>
          </a:ln>
        </p:spPr>
      </p:sp>
      <p:sp>
        <p:nvSpPr>
          <p:cNvPr id="15" name="">
            <a:extLst xmlns:a="http://schemas.openxmlformats.org/drawingml/2006/main">
              <a:ext uri="{FF2B5EF4-FFF2-40B4-BE49-F238E27FC236}">
                <a16:creationId xmlns:a16="http://schemas.microsoft.com/office/drawing/2014/main" id="{C5E04AFF-47BD-4079-B76C-926D01E82DCF}"/>
              </a:ext>
            </a:extLst>
          </p:cNvPr>
          <p:cNvSpPr>
            <a:spLocks xmlns:a="http://schemas.openxmlformats.org/drawingml/2006/main" noGrp="1"/>
          </p:cNvSpPr>
          <p:nvPr/>
        </p:nvSpPr>
        <p:spPr>
          <a:xfrm xmlns:a="http://schemas.openxmlformats.org/drawingml/2006/main">
            <a:off x="5429250" y="1657350"/>
            <a:ext cx="1885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D9564A"/>
                </a:solidFill>
                <a:latin typeface="Noto Sans CJK KR"/>
                <a:ea typeface="Noto Sans CJK KR"/>
                <a:cs typeface="Noto Sans CJK KR"/>
              </a:defRPr>
            </a:pPr>
            <a:r>
              <a:rPr sz="2400" b="1">
                <a:solidFill>
                  <a:srgbClr val="D9564A"/>
                </a:solidFill>
                <a:latin typeface="Noto Sans CJK KR"/>
                <a:ea typeface="Noto Sans CJK KR"/>
                <a:cs typeface="Noto Sans CJK KR"/>
              </a:rPr>
              <a:t>4</a:t>
            </a:r>
          </a:p>
        </p:txBody>
      </p:sp>
      <p:sp>
        <p:nvSpPr>
          <p:cNvPr id="16" name="">
            <a:extLst xmlns:a="http://schemas.openxmlformats.org/drawingml/2006/main">
              <a:ext uri="{FF2B5EF4-FFF2-40B4-BE49-F238E27FC236}">
                <a16:creationId xmlns:a16="http://schemas.microsoft.com/office/drawing/2014/main" id="{6E964232-0427-4B79-AD56-4640F6BD67F6}"/>
              </a:ext>
            </a:extLst>
          </p:cNvPr>
          <p:cNvSpPr>
            <a:spLocks xmlns:a="http://schemas.openxmlformats.org/drawingml/2006/main" noGrp="1"/>
          </p:cNvSpPr>
          <p:nvPr/>
        </p:nvSpPr>
        <p:spPr>
          <a:xfrm xmlns:a="http://schemas.openxmlformats.org/drawingml/2006/main">
            <a:off x="5429250" y="2105025"/>
            <a:ext cx="1885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132238"/>
                </a:solidFill>
                <a:latin typeface="Noto Sans CJK KR"/>
                <a:ea typeface="Noto Sans CJK KR"/>
                <a:cs typeface="Noto Sans CJK KR"/>
              </a:defRPr>
            </a:pPr>
            <a:r>
              <a:rPr sz="1125" b="1">
                <a:solidFill>
                  <a:srgbClr val="132238"/>
                </a:solidFill>
                <a:latin typeface="Noto Sans CJK KR"/>
                <a:ea typeface="Noto Sans CJK KR"/>
                <a:cs typeface="Noto Sans CJK KR"/>
              </a:rPr>
              <a:t>잘림 답변</a:t>
            </a:r>
          </a:p>
        </p:txBody>
      </p:sp>
      <p:sp>
        <p:nvSpPr>
          <p:cNvPr id="17" name="">
            <a:extLst xmlns:a="http://schemas.openxmlformats.org/drawingml/2006/main">
              <a:ext uri="{FF2B5EF4-FFF2-40B4-BE49-F238E27FC236}">
                <a16:creationId xmlns:a16="http://schemas.microsoft.com/office/drawing/2014/main" id="{5A6810AA-B807-4BE2-BE0A-03B4F34102FB}"/>
              </a:ext>
            </a:extLst>
          </p:cNvPr>
          <p:cNvSpPr>
            <a:spLocks xmlns:a="http://schemas.openxmlformats.org/drawingml/2006/main" noGrp="1"/>
          </p:cNvSpPr>
          <p:nvPr/>
        </p:nvSpPr>
        <p:spPr>
          <a:xfrm xmlns:a="http://schemas.openxmlformats.org/drawingml/2006/main">
            <a:off x="5429250" y="2343150"/>
            <a:ext cx="1885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0">
                <a:solidFill>
                  <a:srgbClr val="52657A"/>
                </a:solidFill>
                <a:latin typeface="Noto Sans CJK KR"/>
                <a:ea typeface="Noto Sans CJK KR"/>
                <a:cs typeface="Noto Sans CJK KR"/>
              </a:defRPr>
            </a:pPr>
            <a:r>
              <a:rPr sz="825" b="0">
                <a:solidFill>
                  <a:srgbClr val="52657A"/>
                </a:solidFill>
                <a:latin typeface="Noto Sans CJK KR"/>
                <a:ea typeface="Noto Sans CJK KR"/>
                <a:cs typeface="Noto Sans CJK KR"/>
              </a:rPr>
              <a:t>신규 275 중</a:t>
            </a:r>
          </a:p>
        </p:txBody>
      </p:sp>
      <p:sp>
        <p:nvSpPr>
          <p:cNvPr id="18" name="">
            <a:extLst xmlns:a="http://schemas.openxmlformats.org/drawingml/2006/main">
              <a:ext uri="{FF2B5EF4-FFF2-40B4-BE49-F238E27FC236}">
                <a16:creationId xmlns:a16="http://schemas.microsoft.com/office/drawing/2014/main" id="{B5A881C7-AE8B-41E3-9BEA-763B535BA78A}"/>
              </a:ext>
            </a:extLst>
          </p:cNvPr>
          <p:cNvSpPr>
            <a:spLocks xmlns:a="http://schemas.openxmlformats.org/drawingml/2006/main" noGrp="1"/>
          </p:cNvSpPr>
          <p:nvPr/>
        </p:nvSpPr>
        <p:spPr>
          <a:xfrm xmlns:a="http://schemas.openxmlformats.org/drawingml/2006/main">
            <a:off x="7658100" y="1524000"/>
            <a:ext cx="2190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FD9E6"/>
            </a:solidFill>
          </a:ln>
        </p:spPr>
      </p:sp>
      <p:sp>
        <p:nvSpPr>
          <p:cNvPr id="19" name="">
            <a:extLst xmlns:a="http://schemas.openxmlformats.org/drawingml/2006/main">
              <a:ext uri="{FF2B5EF4-FFF2-40B4-BE49-F238E27FC236}">
                <a16:creationId xmlns:a16="http://schemas.microsoft.com/office/drawing/2014/main" id="{34F52EE4-BBB7-4863-80F0-9929BC313390}"/>
              </a:ext>
            </a:extLst>
          </p:cNvPr>
          <p:cNvSpPr>
            <a:spLocks xmlns:a="http://schemas.openxmlformats.org/drawingml/2006/main" noGrp="1"/>
          </p:cNvSpPr>
          <p:nvPr/>
        </p:nvSpPr>
        <p:spPr>
          <a:xfrm xmlns:a="http://schemas.openxmlformats.org/drawingml/2006/main">
            <a:off x="7810500" y="1657350"/>
            <a:ext cx="1885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F29B38"/>
                </a:solidFill>
                <a:latin typeface="Noto Sans CJK KR"/>
                <a:ea typeface="Noto Sans CJK KR"/>
                <a:cs typeface="Noto Sans CJK KR"/>
              </a:defRPr>
            </a:pPr>
            <a:r>
              <a:rPr sz="2400" b="1">
                <a:solidFill>
                  <a:srgbClr val="F29B38"/>
                </a:solidFill>
                <a:latin typeface="Noto Sans CJK KR"/>
                <a:ea typeface="Noto Sans CJK KR"/>
                <a:cs typeface="Noto Sans CJK KR"/>
              </a:rPr>
              <a:t>1</a:t>
            </a:r>
          </a:p>
        </p:txBody>
      </p:sp>
      <p:sp>
        <p:nvSpPr>
          <p:cNvPr id="20" name="">
            <a:extLst xmlns:a="http://schemas.openxmlformats.org/drawingml/2006/main">
              <a:ext uri="{FF2B5EF4-FFF2-40B4-BE49-F238E27FC236}">
                <a16:creationId xmlns:a16="http://schemas.microsoft.com/office/drawing/2014/main" id="{1C43A244-6234-4BDC-80BE-066C9A0D676E}"/>
              </a:ext>
            </a:extLst>
          </p:cNvPr>
          <p:cNvSpPr>
            <a:spLocks xmlns:a="http://schemas.openxmlformats.org/drawingml/2006/main" noGrp="1"/>
          </p:cNvSpPr>
          <p:nvPr/>
        </p:nvSpPr>
        <p:spPr>
          <a:xfrm xmlns:a="http://schemas.openxmlformats.org/drawingml/2006/main">
            <a:off x="7810500" y="2105025"/>
            <a:ext cx="1885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132238"/>
                </a:solidFill>
                <a:latin typeface="Noto Sans CJK KR"/>
                <a:ea typeface="Noto Sans CJK KR"/>
                <a:cs typeface="Noto Sans CJK KR"/>
              </a:defRPr>
            </a:pPr>
            <a:r>
              <a:rPr sz="1125" b="1">
                <a:solidFill>
                  <a:srgbClr val="132238"/>
                </a:solidFill>
                <a:latin typeface="Noto Sans CJK KR"/>
                <a:ea typeface="Noto Sans CJK KR"/>
                <a:cs typeface="Noto Sans CJK KR"/>
              </a:rPr>
              <a:t>인용번호 오류 답변</a:t>
            </a:r>
          </a:p>
        </p:txBody>
      </p:sp>
      <p:sp>
        <p:nvSpPr>
          <p:cNvPr id="21" name="">
            <a:extLst xmlns:a="http://schemas.openxmlformats.org/drawingml/2006/main">
              <a:ext uri="{FF2B5EF4-FFF2-40B4-BE49-F238E27FC236}">
                <a16:creationId xmlns:a16="http://schemas.microsoft.com/office/drawing/2014/main" id="{4917ADCC-3168-423D-9DF1-C6FB604443A4}"/>
              </a:ext>
            </a:extLst>
          </p:cNvPr>
          <p:cNvSpPr>
            <a:spLocks xmlns:a="http://schemas.openxmlformats.org/drawingml/2006/main" noGrp="1"/>
          </p:cNvSpPr>
          <p:nvPr/>
        </p:nvSpPr>
        <p:spPr>
          <a:xfrm xmlns:a="http://schemas.openxmlformats.org/drawingml/2006/main">
            <a:off x="7810500" y="2343150"/>
            <a:ext cx="1885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0">
                <a:solidFill>
                  <a:srgbClr val="52657A"/>
                </a:solidFill>
                <a:latin typeface="Noto Sans CJK KR"/>
                <a:ea typeface="Noto Sans CJK KR"/>
                <a:cs typeface="Noto Sans CJK KR"/>
              </a:defRPr>
            </a:pPr>
            <a:r>
              <a:rPr sz="825" b="0">
                <a:solidFill>
                  <a:srgbClr val="52657A"/>
                </a:solidFill>
                <a:latin typeface="Noto Sans CJK KR"/>
                <a:ea typeface="Noto Sans CJK KR"/>
                <a:cs typeface="Noto Sans CJK KR"/>
              </a:rPr>
              <a:t>신규 275 중</a:t>
            </a:r>
          </a:p>
        </p:txBody>
      </p:sp>
      <p:sp>
        <p:nvSpPr>
          <p:cNvPr id="22" name="">
            <a:extLst xmlns:a="http://schemas.openxmlformats.org/drawingml/2006/main">
              <a:ext uri="{FF2B5EF4-FFF2-40B4-BE49-F238E27FC236}">
                <a16:creationId xmlns:a16="http://schemas.microsoft.com/office/drawing/2014/main" id="{25243A3D-5BBC-4B8B-81B3-D5428060543B}"/>
              </a:ext>
            </a:extLst>
          </p:cNvPr>
          <p:cNvSpPr>
            <a:spLocks xmlns:a="http://schemas.openxmlformats.org/drawingml/2006/main" noGrp="1"/>
          </p:cNvSpPr>
          <p:nvPr/>
        </p:nvSpPr>
        <p:spPr>
          <a:xfrm xmlns:a="http://schemas.openxmlformats.org/drawingml/2006/main">
            <a:off x="10039350" y="1524000"/>
            <a:ext cx="16383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FD9E6"/>
            </a:solidFill>
          </a:ln>
        </p:spPr>
      </p:sp>
      <p:sp>
        <p:nvSpPr>
          <p:cNvPr id="23" name="">
            <a:extLst xmlns:a="http://schemas.openxmlformats.org/drawingml/2006/main">
              <a:ext uri="{FF2B5EF4-FFF2-40B4-BE49-F238E27FC236}">
                <a16:creationId xmlns:a16="http://schemas.microsoft.com/office/drawing/2014/main" id="{1E8B6F37-FD2F-4A78-918D-93516935E28B}"/>
              </a:ext>
            </a:extLst>
          </p:cNvPr>
          <p:cNvSpPr>
            <a:spLocks xmlns:a="http://schemas.openxmlformats.org/drawingml/2006/main" noGrp="1"/>
          </p:cNvSpPr>
          <p:nvPr/>
        </p:nvSpPr>
        <p:spPr>
          <a:xfrm xmlns:a="http://schemas.openxmlformats.org/drawingml/2006/main">
            <a:off x="10191750" y="1657350"/>
            <a:ext cx="133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7657C8"/>
                </a:solidFill>
                <a:latin typeface="Noto Sans CJK KR"/>
                <a:ea typeface="Noto Sans CJK KR"/>
                <a:cs typeface="Noto Sans CJK KR"/>
              </a:defRPr>
            </a:pPr>
            <a:r>
              <a:rPr sz="2400" b="1">
                <a:solidFill>
                  <a:srgbClr val="7657C8"/>
                </a:solidFill>
                <a:latin typeface="Noto Sans CJK KR"/>
                <a:ea typeface="Noto Sans CJK KR"/>
                <a:cs typeface="Noto Sans CJK KR"/>
              </a:rPr>
              <a:t>6</a:t>
            </a:r>
          </a:p>
        </p:txBody>
      </p:sp>
      <p:sp>
        <p:nvSpPr>
          <p:cNvPr id="24" name="">
            <a:extLst xmlns:a="http://schemas.openxmlformats.org/drawingml/2006/main">
              <a:ext uri="{FF2B5EF4-FFF2-40B4-BE49-F238E27FC236}">
                <a16:creationId xmlns:a16="http://schemas.microsoft.com/office/drawing/2014/main" id="{1AE2422E-32B3-4245-AAC5-5A02322606DC}"/>
              </a:ext>
            </a:extLst>
          </p:cNvPr>
          <p:cNvSpPr>
            <a:spLocks xmlns:a="http://schemas.openxmlformats.org/drawingml/2006/main" noGrp="1"/>
          </p:cNvSpPr>
          <p:nvPr/>
        </p:nvSpPr>
        <p:spPr>
          <a:xfrm xmlns:a="http://schemas.openxmlformats.org/drawingml/2006/main">
            <a:off x="10191750" y="2105025"/>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132238"/>
                </a:solidFill>
                <a:latin typeface="Noto Sans CJK KR"/>
                <a:ea typeface="Noto Sans CJK KR"/>
                <a:cs typeface="Noto Sans CJK KR"/>
              </a:defRPr>
            </a:pPr>
            <a:r>
              <a:rPr sz="1125" b="1">
                <a:solidFill>
                  <a:srgbClr val="132238"/>
                </a:solidFill>
                <a:latin typeface="Noto Sans CJK KR"/>
                <a:ea typeface="Noto Sans CJK KR"/>
                <a:cs typeface="Noto Sans CJK KR"/>
              </a:rPr>
              <a:t>선택 재시도 ID</a:t>
            </a:r>
          </a:p>
        </p:txBody>
      </p:sp>
      <p:sp>
        <p:nvSpPr>
          <p:cNvPr id="25" name="">
            <a:extLst xmlns:a="http://schemas.openxmlformats.org/drawingml/2006/main">
              <a:ext uri="{FF2B5EF4-FFF2-40B4-BE49-F238E27FC236}">
                <a16:creationId xmlns:a16="http://schemas.microsoft.com/office/drawing/2014/main" id="{9BF0F845-6DAE-47FA-B9D7-A8D5CB5366FE}"/>
              </a:ext>
            </a:extLst>
          </p:cNvPr>
          <p:cNvSpPr>
            <a:spLocks xmlns:a="http://schemas.openxmlformats.org/drawingml/2006/main" noGrp="1"/>
          </p:cNvSpPr>
          <p:nvPr/>
        </p:nvSpPr>
        <p:spPr>
          <a:xfrm xmlns:a="http://schemas.openxmlformats.org/drawingml/2006/main">
            <a:off x="10191750" y="2343150"/>
            <a:ext cx="1333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0">
                <a:solidFill>
                  <a:srgbClr val="52657A"/>
                </a:solidFill>
                <a:latin typeface="Noto Sans CJK KR"/>
                <a:ea typeface="Noto Sans CJK KR"/>
                <a:cs typeface="Noto Sans CJK KR"/>
              </a:defRPr>
            </a:pPr>
            <a:r>
              <a:rPr sz="825" b="0">
                <a:solidFill>
                  <a:srgbClr val="52657A"/>
                </a:solidFill>
                <a:latin typeface="Noto Sans CJK KR"/>
                <a:ea typeface="Noto Sans CJK KR"/>
                <a:cs typeface="Noto Sans CJK KR"/>
              </a:rPr>
              <a:t>repair attempt</a:t>
            </a:r>
          </a:p>
        </p:txBody>
      </p:sp>
      <p:graphicFrame>
        <p:nvGraphicFramePr>
          <p:cNvPr id="59" name="Chart"/>
          <p:cNvGraphicFramePr/>
          <p:nvPr/>
        </p:nvGraphicFramePr>
        <p:xfrm>
          <a:off xmlns:a="http://schemas.openxmlformats.org/drawingml/2006/main" x="514350" y="2914650"/>
          <a:ext xmlns:a="http://schemas.openxmlformats.org/drawingml/2006/main" cx="6229350" cy="2543175"/>
        </p:xfrm>
        <a:graphic xmlns:a="http://schemas.openxmlformats.org/drawingml/2006/main">
          <a:graphicData uri="http://schemas.openxmlformats.org/drawingml/2006/chart">
            <c:chart xmlns:r="http://schemas.openxmlformats.org/officeDocument/2006/relationships" xmlns:c="http://schemas.openxmlformats.org/drawingml/2006/chart" r:id="Ra3364aeef3724d77"/>
          </a:graphicData>
        </a:graphic>
      </p:graphicFrame>
      <p:sp>
        <p:nvSpPr>
          <p:cNvPr id="27" name="">
            <a:extLst xmlns:a="http://schemas.openxmlformats.org/drawingml/2006/main">
              <a:ext uri="{FF2B5EF4-FFF2-40B4-BE49-F238E27FC236}">
                <a16:creationId xmlns:a16="http://schemas.microsoft.com/office/drawing/2014/main" id="{E55C7107-E5EC-46A2-BCE2-22D548BCC4C6}"/>
              </a:ext>
            </a:extLst>
          </p:cNvPr>
          <p:cNvSpPr>
            <a:spLocks xmlns:a="http://schemas.openxmlformats.org/drawingml/2006/main" noGrp="1"/>
          </p:cNvSpPr>
          <p:nvPr/>
        </p:nvSpPr>
        <p:spPr>
          <a:xfrm xmlns:a="http://schemas.openxmlformats.org/drawingml/2006/main">
            <a:off x="7067550" y="2914650"/>
            <a:ext cx="4610100" cy="2543175"/>
          </a:xfrm>
          <a:prstGeom xmlns:a="http://schemas.openxmlformats.org/drawingml/2006/main" prst="roundRect">
            <a:avLst>
              <a:gd name="adj" fmla="val 2996"/>
            </a:avLst>
          </a:prstGeom>
          <a:solidFill xmlns:a="http://schemas.openxmlformats.org/drawingml/2006/main">
            <a:srgbClr val="FFF2DE"/>
          </a:solidFill>
          <a:ln xmlns:a="http://schemas.openxmlformats.org/drawingml/2006/main" w="9525">
            <a:solidFill>
              <a:srgbClr val="F2CA8A"/>
            </a:solidFill>
          </a:ln>
        </p:spPr>
      </p:sp>
      <p:sp>
        <p:nvSpPr>
          <p:cNvPr id="28" name="">
            <a:extLst xmlns:a="http://schemas.openxmlformats.org/drawingml/2006/main">
              <a:ext uri="{FF2B5EF4-FFF2-40B4-BE49-F238E27FC236}">
                <a16:creationId xmlns:a16="http://schemas.microsoft.com/office/drawing/2014/main" id="{4E1FA926-A586-4628-A75A-6759957B624D}"/>
              </a:ext>
            </a:extLst>
          </p:cNvPr>
          <p:cNvSpPr>
            <a:spLocks xmlns:a="http://schemas.openxmlformats.org/drawingml/2006/main" noGrp="1"/>
          </p:cNvSpPr>
          <p:nvPr/>
        </p:nvSpPr>
        <p:spPr>
          <a:xfrm xmlns:a="http://schemas.openxmlformats.org/drawingml/2006/main">
            <a:off x="7258050" y="3095625"/>
            <a:ext cx="417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F29B38"/>
                </a:solidFill>
                <a:latin typeface="Noto Sans CJK KR"/>
                <a:ea typeface="Noto Sans CJK KR"/>
                <a:cs typeface="Noto Sans CJK KR"/>
              </a:defRPr>
            </a:pPr>
            <a:r>
              <a:rPr sz="1350" b="1">
                <a:solidFill>
                  <a:srgbClr val="F29B38"/>
                </a:solidFill>
                <a:latin typeface="Noto Sans CJK KR"/>
                <a:ea typeface="Noto Sans CJK KR"/>
                <a:cs typeface="Noto Sans CJK KR"/>
              </a:rPr>
              <a:t>이 분포를 정확도로 부르지 않는 이유</a:t>
            </a:r>
          </a:p>
        </p:txBody>
      </p:sp>
      <p:sp>
        <p:nvSpPr>
          <p:cNvPr id="29" name="">
            <a:extLst xmlns:a="http://schemas.openxmlformats.org/drawingml/2006/main">
              <a:ext uri="{FF2B5EF4-FFF2-40B4-BE49-F238E27FC236}">
                <a16:creationId xmlns:a16="http://schemas.microsoft.com/office/drawing/2014/main" id="{4784F9E3-EC93-49C1-8276-33E00493050C}"/>
              </a:ext>
            </a:extLst>
          </p:cNvPr>
          <p:cNvSpPr>
            <a:spLocks xmlns:a="http://schemas.openxmlformats.org/drawingml/2006/main" noGrp="1"/>
          </p:cNvSpPr>
          <p:nvPr/>
        </p:nvSpPr>
        <p:spPr>
          <a:xfrm xmlns:a="http://schemas.openxmlformats.org/drawingml/2006/main">
            <a:off x="7258050" y="3533775"/>
            <a:ext cx="41338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177800" indent="-88900">
              <a:spcAft>
                <a:spcPts val="600"/>
              </a:spcAft>
              <a:buChar char="•"/>
              <a:defRPr sz="1125" b="0">
                <a:solidFill>
                  <a:srgbClr val="132238"/>
                </a:solidFill>
                <a:latin typeface="Noto Sans CJK KR"/>
                <a:ea typeface="Noto Sans CJK KR"/>
                <a:cs typeface="Noto Sans CJK KR"/>
              </a:defRPr>
            </a:pPr>
            <a:r>
              <a:rPr sz="1125" b="0">
                <a:solidFill>
                  <a:srgbClr val="132238"/>
                </a:solidFill>
                <a:latin typeface="Noto Sans CJK KR"/>
                <a:ea typeface="Noto Sans CJK KR"/>
                <a:cs typeface="Noto Sans CJK KR"/>
              </a:rPr>
              <a:t>질문마다 조건과 난도가 섞여 있음</a:t>
            </a:r>
          </a:p>
          <a:p xmlns:a="http://schemas.openxmlformats.org/drawingml/2006/main">
            <a:pPr marL="177800" indent="-88900">
              <a:spcAft>
                <a:spcPts val="600"/>
              </a:spcAft>
              <a:buChar char="•"/>
              <a:defRPr sz="1125" b="0">
                <a:solidFill>
                  <a:srgbClr val="132238"/>
                </a:solidFill>
                <a:latin typeface="Noto Sans CJK KR"/>
                <a:ea typeface="Noto Sans CJK KR"/>
                <a:cs typeface="Noto Sans CJK KR"/>
              </a:defRPr>
            </a:pPr>
            <a:r>
              <a:rPr sz="1125" b="0">
                <a:solidFill>
                  <a:srgbClr val="132238"/>
                </a:solidFill>
                <a:latin typeface="Noto Sans CJK KR"/>
                <a:ea typeface="Noto Sans CJK KR"/>
                <a:cs typeface="Noto Sans CJK KR"/>
              </a:rPr>
              <a:t>실행 후 라우팅 repair에 노출된 개발 자료</a:t>
            </a:r>
          </a:p>
          <a:p xmlns:a="http://schemas.openxmlformats.org/drawingml/2006/main">
            <a:pPr marL="177800" indent="-88900">
              <a:spcAft>
                <a:spcPts val="600"/>
              </a:spcAft>
              <a:buChar char="•"/>
              <a:defRPr sz="1125" b="0">
                <a:solidFill>
                  <a:srgbClr val="132238"/>
                </a:solidFill>
                <a:latin typeface="Noto Sans CJK KR"/>
                <a:ea typeface="Noto Sans CJK KR"/>
                <a:cs typeface="Noto Sans CJK KR"/>
              </a:defRPr>
            </a:pPr>
            <a:r>
              <a:rPr sz="1125" b="0">
                <a:solidFill>
                  <a:srgbClr val="132238"/>
                </a:solidFill>
                <a:latin typeface="Noto Sans CJK KR"/>
                <a:ea typeface="Noto Sans CJK KR"/>
                <a:cs typeface="Noto Sans CJK KR"/>
              </a:rPr>
              <a:t>에이전트 검토 rubric이며 사람 승인 아님</a:t>
            </a:r>
          </a:p>
          <a:p xmlns:a="http://schemas.openxmlformats.org/drawingml/2006/main">
            <a:pPr marL="177800" indent="-88900">
              <a:spcAft>
                <a:spcPts val="600"/>
              </a:spcAft>
              <a:buChar char="•"/>
              <a:defRPr sz="1125" b="0">
                <a:solidFill>
                  <a:srgbClr val="132238"/>
                </a:solidFill>
                <a:latin typeface="Noto Sans CJK KR"/>
                <a:ea typeface="Noto Sans CJK KR"/>
                <a:cs typeface="Noto Sans CJK KR"/>
              </a:defRPr>
            </a:pPr>
            <a:r>
              <a:rPr sz="1125" b="0">
                <a:solidFill>
                  <a:srgbClr val="132238"/>
                </a:solidFill>
                <a:latin typeface="Noto Sans CJK KR"/>
                <a:ea typeface="Noto Sans CJK KR"/>
                <a:cs typeface="Noto Sans CJK KR"/>
              </a:rPr>
              <a:t>구절 단위 환각 라벨링은 당시 수행하지 않음</a:t>
            </a:r>
          </a:p>
        </p:txBody>
      </p:sp>
      <p:sp>
        <p:nvSpPr>
          <p:cNvPr id="30" name="">
            <a:extLst xmlns:a="http://schemas.openxmlformats.org/drawingml/2006/main">
              <a:ext uri="{FF2B5EF4-FFF2-40B4-BE49-F238E27FC236}">
                <a16:creationId xmlns:a16="http://schemas.microsoft.com/office/drawing/2014/main" id="{29F691E6-82FD-4675-9C11-07C1A9D5F89D}"/>
              </a:ext>
            </a:extLst>
          </p:cNvPr>
          <p:cNvSpPr>
            <a:spLocks xmlns:a="http://schemas.openxmlformats.org/drawingml/2006/main" noGrp="1"/>
          </p:cNvSpPr>
          <p:nvPr/>
        </p:nvSpPr>
        <p:spPr>
          <a:xfrm xmlns:a="http://schemas.openxmlformats.org/drawingml/2006/main">
            <a:off x="7258050" y="513397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183B5B"/>
                </a:solidFill>
                <a:latin typeface="Noto Sans CJK KR"/>
                <a:ea typeface="Noto Sans CJK KR"/>
                <a:cs typeface="Noto Sans CJK KR"/>
              </a:defRPr>
            </a:pPr>
            <a:r>
              <a:rPr sz="1050" b="1">
                <a:solidFill>
                  <a:srgbClr val="183B5B"/>
                </a:solidFill>
                <a:latin typeface="Noto Sans CJK KR"/>
                <a:ea typeface="Noto Sans CJK KR"/>
                <a:cs typeface="Noto Sans CJK KR"/>
              </a:rPr>
              <a:t>correct 73 · partial 133 · incorrect 69</a:t>
            </a:r>
          </a:p>
        </p:txBody>
      </p:sp>
      <p:sp>
        <p:nvSpPr>
          <p:cNvPr id="31" name="">
            <a:extLst xmlns:a="http://schemas.openxmlformats.org/drawingml/2006/main">
              <a:ext uri="{FF2B5EF4-FFF2-40B4-BE49-F238E27FC236}">
                <a16:creationId xmlns:a16="http://schemas.microsoft.com/office/drawing/2014/main" id="{521FEDF8-DECE-4BBE-AE3B-B889E778E076}"/>
              </a:ext>
            </a:extLst>
          </p:cNvPr>
          <p:cNvSpPr>
            <a:spLocks xmlns:a="http://schemas.openxmlformats.org/drawingml/2006/main" noGrp="1"/>
          </p:cNvSpPr>
          <p:nvPr/>
        </p:nvSpPr>
        <p:spPr>
          <a:xfrm xmlns:a="http://schemas.openxmlformats.org/drawingml/2006/main">
            <a:off x="514350" y="6353175"/>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32" name="">
            <a:extLst xmlns:a="http://schemas.openxmlformats.org/drawingml/2006/main">
              <a:ext uri="{FF2B5EF4-FFF2-40B4-BE49-F238E27FC236}">
                <a16:creationId xmlns:a16="http://schemas.microsoft.com/office/drawing/2014/main" id="{52D48571-301E-408B-8C2C-025FAFB80833}"/>
              </a:ext>
            </a:extLst>
          </p:cNvPr>
          <p:cNvSpPr>
            <a:spLocks xmlns:a="http://schemas.openxmlformats.org/drawingml/2006/main" noGrp="1"/>
          </p:cNvSpPr>
          <p:nvPr/>
        </p:nvSpPr>
        <p:spPr>
          <a:xfrm xmlns:a="http://schemas.openxmlformats.org/drawingml/2006/main">
            <a:off x="533400" y="6457950"/>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0">
                <a:solidFill>
                  <a:srgbClr val="52657A"/>
                </a:solidFill>
                <a:latin typeface="Noto Sans CJK KR"/>
                <a:ea typeface="Noto Sans CJK KR"/>
                <a:cs typeface="Noto Sans CJK KR"/>
              </a:defRPr>
            </a:pPr>
            <a:r>
              <a:rPr sz="825" b="0">
                <a:solidFill>
                  <a:srgbClr val="52657A"/>
                </a:solidFill>
                <a:latin typeface="Noto Sans CJK KR"/>
                <a:ea typeface="Noto Sans CJK KR"/>
                <a:cs typeface="Noto Sans CJK KR"/>
              </a:rPr>
              <a:t>원본 25답변은 보존 · 답변·prompt·record hash로 선택 결과 고정</a:t>
            </a:r>
          </a:p>
        </p:txBody>
      </p:sp>
      <p:sp>
        <p:nvSpPr>
          <p:cNvPr id="33" name="">
            <a:extLst xmlns:a="http://schemas.openxmlformats.org/drawingml/2006/main">
              <a:ext uri="{FF2B5EF4-FFF2-40B4-BE49-F238E27FC236}">
                <a16:creationId xmlns:a16="http://schemas.microsoft.com/office/drawing/2014/main" id="{5F4D0BD5-0EDF-4D2B-A84B-EB7EDBA97511}"/>
              </a:ext>
            </a:extLst>
          </p:cNvPr>
          <p:cNvSpPr>
            <a:spLocks xmlns:a="http://schemas.openxmlformats.org/drawingml/2006/main" noGrp="1"/>
          </p:cNvSpPr>
          <p:nvPr/>
        </p:nvSpPr>
        <p:spPr>
          <a:xfrm xmlns:a="http://schemas.openxmlformats.org/drawingml/2006/main">
            <a:off x="10001250" y="6457950"/>
            <a:ext cx="1676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1">
                <a:solidFill>
                  <a:srgbClr val="183B5B"/>
                </a:solidFill>
                <a:latin typeface="Noto Sans CJK KR"/>
                <a:ea typeface="Noto Sans CJK KR"/>
                <a:cs typeface="Noto Sans CJK KR"/>
              </a:defRPr>
            </a:pPr>
            <a:r>
              <a:rPr sz="825" b="1">
                <a:solidFill>
                  <a:srgbClr val="183B5B"/>
                </a:solidFill>
                <a:latin typeface="Noto Sans CJK KR"/>
                <a:ea typeface="Noto Sans CJK KR"/>
                <a:cs typeface="Noto Sans CJK KR"/>
              </a:rPr>
              <a:t>ASTRA · ko-LettuceDetect</a:t>
            </a:r>
          </a:p>
        </p:txBody>
      </p:sp>
    </p:spTree>
    <p:extLst>
      <p:ext uri="{BB962C8B-B14F-4D97-AF65-F5344CB8AC3E}">
        <p14:creationId xmlns:p14="http://schemas.microsoft.com/office/powerpoint/2010/main" val="1842575398"/>
      </p:ext>
    </p:extLst>
  </p:cSld>
</p:sld>
</file>

<file path=ppt/slides/slide2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22565403-158B-4103-9716-3BE44DC91249}"/>
              </a:ext>
            </a:extLst>
          </p:cNvPr>
          <p:cNvSpPr>
            <a:spLocks xmlns:a="http://schemas.openxmlformats.org/drawingml/2006/main" noGrp="1"/>
          </p:cNvSpPr>
          <p:nvPr/>
        </p:nvSpPr>
        <p:spPr>
          <a:xfrm xmlns:a="http://schemas.openxmlformats.org/drawingml/2006/main">
            <a:off x="5143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119C8B"/>
                </a:solidFill>
                <a:latin typeface="Noto Sans CJK KR"/>
                <a:ea typeface="Noto Sans CJK KR"/>
                <a:cs typeface="Noto Sans CJK KR"/>
              </a:defRPr>
            </a:pPr>
            <a:r>
              <a:rPr sz="975" b="1">
                <a:solidFill>
                  <a:srgbClr val="119C8B"/>
                </a:solidFill>
                <a:latin typeface="Noto Sans CJK KR"/>
                <a:ea typeface="Noto Sans CJK KR"/>
                <a:cs typeface="Noto Sans CJK KR"/>
              </a:rPr>
              <a:t>생성·탐지</a:t>
            </a:r>
          </a:p>
        </p:txBody>
      </p:sp>
      <p:sp>
        <p:nvSpPr>
          <p:cNvPr id="2" name="">
            <a:extLst xmlns:a="http://schemas.openxmlformats.org/drawingml/2006/main">
              <a:ext uri="{FF2B5EF4-FFF2-40B4-BE49-F238E27FC236}">
                <a16:creationId xmlns:a16="http://schemas.microsoft.com/office/drawing/2014/main" id="{41EB04FC-E3DB-480E-A71B-2553E405984F}"/>
              </a:ext>
            </a:extLst>
          </p:cNvPr>
          <p:cNvSpPr>
            <a:spLocks xmlns:a="http://schemas.openxmlformats.org/drawingml/2006/main" noGrp="1"/>
          </p:cNvSpPr>
          <p:nvPr/>
        </p:nvSpPr>
        <p:spPr>
          <a:xfrm xmlns:a="http://schemas.openxmlformats.org/drawingml/2006/main">
            <a:off x="514350" y="457200"/>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132238"/>
                </a:solidFill>
                <a:latin typeface="Noto Sans CJK KR"/>
                <a:ea typeface="Noto Sans CJK KR"/>
                <a:cs typeface="Noto Sans CJK KR"/>
              </a:defRPr>
            </a:pPr>
            <a:r>
              <a:rPr sz="2325" b="1">
                <a:solidFill>
                  <a:srgbClr val="132238"/>
                </a:solidFill>
                <a:latin typeface="Noto Sans CJK KR"/>
                <a:ea typeface="Noto Sans CJK KR"/>
                <a:cs typeface="Noto Sans CJK KR"/>
              </a:rPr>
              <a:t>환각 탐지는 답변을 실제 생성 근거와 직접 대조한다</a:t>
            </a:r>
          </a:p>
        </p:txBody>
      </p:sp>
      <p:sp>
        <p:nvSpPr>
          <p:cNvPr id="3" name="">
            <a:extLst xmlns:a="http://schemas.openxmlformats.org/drawingml/2006/main">
              <a:ext uri="{FF2B5EF4-FFF2-40B4-BE49-F238E27FC236}">
                <a16:creationId xmlns:a16="http://schemas.microsoft.com/office/drawing/2014/main" id="{7F0B20EE-8FD6-4EFC-96C2-B95D700C5CB2}"/>
              </a:ext>
            </a:extLst>
          </p:cNvPr>
          <p:cNvSpPr>
            <a:spLocks xmlns:a="http://schemas.openxmlformats.org/drawingml/2006/main" noGrp="1"/>
          </p:cNvSpPr>
          <p:nvPr/>
        </p:nvSpPr>
        <p:spPr>
          <a:xfrm xmlns:a="http://schemas.openxmlformats.org/drawingml/2006/main">
            <a:off x="533400" y="923925"/>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2657A"/>
                </a:solidFill>
                <a:latin typeface="Noto Sans CJK KR"/>
                <a:ea typeface="Noto Sans CJK KR"/>
                <a:cs typeface="Noto Sans CJK KR"/>
              </a:defRPr>
            </a:pPr>
            <a:r>
              <a:rPr sz="1200" b="0">
                <a:solidFill>
                  <a:srgbClr val="52657A"/>
                </a:solidFill>
                <a:latin typeface="Noto Sans CJK KR"/>
                <a:ea typeface="Noto Sans CJK KR"/>
                <a:cs typeface="Noto Sans CJK KR"/>
              </a:rPr>
              <a:t>답변 전체를 보되, 모델·규칙·인용 검사를 서로 다른 신호로 유지</a:t>
            </a:r>
          </a:p>
        </p:txBody>
      </p:sp>
      <p:sp>
        <p:nvSpPr>
          <p:cNvPr id="4" name="">
            <a:extLst xmlns:a="http://schemas.openxmlformats.org/drawingml/2006/main">
              <a:ext uri="{FF2B5EF4-FFF2-40B4-BE49-F238E27FC236}">
                <a16:creationId xmlns:a16="http://schemas.microsoft.com/office/drawing/2014/main" id="{80B55F15-1D6A-4BB2-8533-71DDAD1A69C6}"/>
              </a:ext>
            </a:extLst>
          </p:cNvPr>
          <p:cNvSpPr>
            <a:spLocks xmlns:a="http://schemas.openxmlformats.org/drawingml/2006/main" noGrp="1"/>
          </p:cNvSpPr>
          <p:nvPr/>
        </p:nvSpPr>
        <p:spPr>
          <a:xfrm xmlns:a="http://schemas.openxmlformats.org/drawingml/2006/main">
            <a:off x="514350" y="1257300"/>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5" name="">
            <a:extLst xmlns:a="http://schemas.openxmlformats.org/drawingml/2006/main">
              <a:ext uri="{FF2B5EF4-FFF2-40B4-BE49-F238E27FC236}">
                <a16:creationId xmlns:a16="http://schemas.microsoft.com/office/drawing/2014/main" id="{5E4ED836-830A-48C8-A9E2-9E8B26F35728}"/>
              </a:ext>
            </a:extLst>
          </p:cNvPr>
          <p:cNvSpPr>
            <a:spLocks xmlns:a="http://schemas.openxmlformats.org/drawingml/2006/main" noGrp="1"/>
          </p:cNvSpPr>
          <p:nvPr/>
        </p:nvSpPr>
        <p:spPr>
          <a:xfrm xmlns:a="http://schemas.openxmlformats.org/drawingml/2006/main">
            <a:off x="11201400" y="209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52657A"/>
                </a:solidFill>
                <a:latin typeface="Noto Sans CJK KR"/>
                <a:ea typeface="Noto Sans CJK KR"/>
                <a:cs typeface="Noto Sans CJK KR"/>
              </a:defRPr>
            </a:pPr>
            <a:r>
              <a:rPr sz="975" b="1">
                <a:solidFill>
                  <a:srgbClr val="52657A"/>
                </a:solidFill>
                <a:latin typeface="Noto Sans CJK KR"/>
                <a:ea typeface="Noto Sans CJK KR"/>
                <a:cs typeface="Noto Sans CJK KR"/>
              </a:rPr>
              <a:t>24</a:t>
            </a:r>
          </a:p>
        </p:txBody>
      </p:sp>
      <p:sp>
        <p:nvSpPr>
          <p:cNvPr id="6" name="">
            <a:extLst xmlns:a="http://schemas.openxmlformats.org/drawingml/2006/main">
              <a:ext uri="{FF2B5EF4-FFF2-40B4-BE49-F238E27FC236}">
                <a16:creationId xmlns:a16="http://schemas.microsoft.com/office/drawing/2014/main" id="{E7FFF7E9-7FEC-40F7-969F-57112784F462}"/>
              </a:ext>
            </a:extLst>
          </p:cNvPr>
          <p:cNvSpPr>
            <a:spLocks xmlns:a="http://schemas.openxmlformats.org/drawingml/2006/main" noGrp="1"/>
          </p:cNvSpPr>
          <p:nvPr/>
        </p:nvSpPr>
        <p:spPr>
          <a:xfrm xmlns:a="http://schemas.openxmlformats.org/drawingml/2006/main">
            <a:off x="514350" y="1685925"/>
            <a:ext cx="2038350" cy="1581150"/>
          </a:xfrm>
          <a:prstGeom xmlns:a="http://schemas.openxmlformats.org/drawingml/2006/main" prst="roundRect">
            <a:avLst>
              <a:gd name="adj" fmla="val 4819"/>
            </a:avLst>
          </a:prstGeom>
          <a:solidFill xmlns:a="http://schemas.openxmlformats.org/drawingml/2006/main">
            <a:srgbClr val="FFFFFF"/>
          </a:solidFill>
          <a:ln xmlns:a="http://schemas.openxmlformats.org/drawingml/2006/main" w="9525">
            <a:solidFill>
              <a:srgbClr val="CFD9E6"/>
            </a:solidFill>
          </a:ln>
        </p:spPr>
      </p:sp>
      <p:sp>
        <p:nvSpPr>
          <p:cNvPr id="7" name="">
            <a:extLst xmlns:a="http://schemas.openxmlformats.org/drawingml/2006/main">
              <a:ext uri="{FF2B5EF4-FFF2-40B4-BE49-F238E27FC236}">
                <a16:creationId xmlns:a16="http://schemas.microsoft.com/office/drawing/2014/main" id="{64C3F762-280E-46C5-BAAF-FD245B278601}"/>
              </a:ext>
            </a:extLst>
          </p:cNvPr>
          <p:cNvSpPr>
            <a:spLocks xmlns:a="http://schemas.openxmlformats.org/drawingml/2006/main" noGrp="1"/>
          </p:cNvSpPr>
          <p:nvPr/>
        </p:nvSpPr>
        <p:spPr>
          <a:xfrm xmlns:a="http://schemas.openxmlformats.org/drawingml/2006/main">
            <a:off x="514350" y="1685925"/>
            <a:ext cx="57150" cy="1581150"/>
          </a:xfrm>
          <a:prstGeom xmlns:a="http://schemas.openxmlformats.org/drawingml/2006/main" prst="rect">
            <a:avLst/>
          </a:prstGeom>
          <a:solidFill xmlns:a="http://schemas.openxmlformats.org/drawingml/2006/main">
            <a:srgbClr val="2F6BFF"/>
          </a:solidFill>
          <a:ln xmlns:a="http://schemas.openxmlformats.org/drawingml/2006/main" w="9525">
            <a:solidFill>
              <a:srgbClr val="2F6BFF"/>
            </a:solidFill>
          </a:ln>
        </p:spPr>
      </p:sp>
      <p:sp>
        <p:nvSpPr>
          <p:cNvPr id="8" name="">
            <a:extLst xmlns:a="http://schemas.openxmlformats.org/drawingml/2006/main">
              <a:ext uri="{FF2B5EF4-FFF2-40B4-BE49-F238E27FC236}">
                <a16:creationId xmlns:a16="http://schemas.microsoft.com/office/drawing/2014/main" id="{CDBECE6F-3DF5-4152-87F2-7ED6386E819D}"/>
              </a:ext>
            </a:extLst>
          </p:cNvPr>
          <p:cNvSpPr>
            <a:spLocks xmlns:a="http://schemas.openxmlformats.org/drawingml/2006/main" noGrp="1"/>
          </p:cNvSpPr>
          <p:nvPr/>
        </p:nvSpPr>
        <p:spPr>
          <a:xfrm xmlns:a="http://schemas.openxmlformats.org/drawingml/2006/main">
            <a:off x="676275" y="1809750"/>
            <a:ext cx="1752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32238"/>
                </a:solidFill>
                <a:latin typeface="Noto Sans CJK KR"/>
                <a:ea typeface="Noto Sans CJK KR"/>
                <a:cs typeface="Noto Sans CJK KR"/>
              </a:defRPr>
            </a:pPr>
            <a:r>
              <a:rPr sz="1350" b="1">
                <a:solidFill>
                  <a:srgbClr val="132238"/>
                </a:solidFill>
                <a:latin typeface="Noto Sans CJK KR"/>
                <a:ea typeface="Noto Sans CJK KR"/>
                <a:cs typeface="Noto Sans CJK KR"/>
              </a:rPr>
              <a:t>입력 고정</a:t>
            </a:r>
          </a:p>
        </p:txBody>
      </p:sp>
      <p:sp>
        <p:nvSpPr>
          <p:cNvPr id="9" name="">
            <a:extLst xmlns:a="http://schemas.openxmlformats.org/drawingml/2006/main">
              <a:ext uri="{FF2B5EF4-FFF2-40B4-BE49-F238E27FC236}">
                <a16:creationId xmlns:a16="http://schemas.microsoft.com/office/drawing/2014/main" id="{8D37256D-6292-4D87-A6DF-D4D790FDE481}"/>
              </a:ext>
            </a:extLst>
          </p:cNvPr>
          <p:cNvSpPr>
            <a:spLocks xmlns:a="http://schemas.openxmlformats.org/drawingml/2006/main" noGrp="1"/>
          </p:cNvSpPr>
          <p:nvPr/>
        </p:nvSpPr>
        <p:spPr>
          <a:xfrm xmlns:a="http://schemas.openxmlformats.org/drawingml/2006/main">
            <a:off x="676275" y="2143125"/>
            <a:ext cx="17335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질문·정본 답변</a:t>
            </a:r>
          </a:p>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당시 prompt 근거 hash</a:t>
            </a:r>
          </a:p>
        </p:txBody>
      </p:sp>
      <p:sp>
        <p:nvSpPr>
          <p:cNvPr id="10" name="">
            <a:extLst xmlns:a="http://schemas.openxmlformats.org/drawingml/2006/main">
              <a:ext uri="{FF2B5EF4-FFF2-40B4-BE49-F238E27FC236}">
                <a16:creationId xmlns:a16="http://schemas.microsoft.com/office/drawing/2014/main" id="{0AE31CA6-5F65-4269-93E2-C48492B3F8B1}"/>
              </a:ext>
            </a:extLst>
          </p:cNvPr>
          <p:cNvSpPr>
            <a:spLocks xmlns:a="http://schemas.openxmlformats.org/drawingml/2006/main" noGrp="1"/>
          </p:cNvSpPr>
          <p:nvPr/>
        </p:nvSpPr>
        <p:spPr>
          <a:xfrm xmlns:a="http://schemas.openxmlformats.org/drawingml/2006/main">
            <a:off x="2752725" y="1685925"/>
            <a:ext cx="2038350" cy="1581150"/>
          </a:xfrm>
          <a:prstGeom xmlns:a="http://schemas.openxmlformats.org/drawingml/2006/main" prst="roundRect">
            <a:avLst>
              <a:gd name="adj" fmla="val 4819"/>
            </a:avLst>
          </a:prstGeom>
          <a:solidFill xmlns:a="http://schemas.openxmlformats.org/drawingml/2006/main">
            <a:srgbClr val="FFFFFF"/>
          </a:solidFill>
          <a:ln xmlns:a="http://schemas.openxmlformats.org/drawingml/2006/main" w="9525">
            <a:solidFill>
              <a:srgbClr val="CFD9E6"/>
            </a:solidFill>
          </a:ln>
        </p:spPr>
      </p:sp>
      <p:sp>
        <p:nvSpPr>
          <p:cNvPr id="11" name="">
            <a:extLst xmlns:a="http://schemas.openxmlformats.org/drawingml/2006/main">
              <a:ext uri="{FF2B5EF4-FFF2-40B4-BE49-F238E27FC236}">
                <a16:creationId xmlns:a16="http://schemas.microsoft.com/office/drawing/2014/main" id="{C6956910-D91B-4E91-B677-96240D4B7D2E}"/>
              </a:ext>
            </a:extLst>
          </p:cNvPr>
          <p:cNvSpPr>
            <a:spLocks xmlns:a="http://schemas.openxmlformats.org/drawingml/2006/main" noGrp="1"/>
          </p:cNvSpPr>
          <p:nvPr/>
        </p:nvSpPr>
        <p:spPr>
          <a:xfrm xmlns:a="http://schemas.openxmlformats.org/drawingml/2006/main">
            <a:off x="2752725" y="1685925"/>
            <a:ext cx="57150" cy="1581150"/>
          </a:xfrm>
          <a:prstGeom xmlns:a="http://schemas.openxmlformats.org/drawingml/2006/main" prst="rect">
            <a:avLst/>
          </a:prstGeom>
          <a:solidFill xmlns:a="http://schemas.openxmlformats.org/drawingml/2006/main">
            <a:srgbClr val="119C8B"/>
          </a:solidFill>
          <a:ln xmlns:a="http://schemas.openxmlformats.org/drawingml/2006/main" w="9525">
            <a:solidFill>
              <a:srgbClr val="119C8B"/>
            </a:solidFill>
          </a:ln>
        </p:spPr>
      </p:sp>
      <p:sp>
        <p:nvSpPr>
          <p:cNvPr id="12" name="">
            <a:extLst xmlns:a="http://schemas.openxmlformats.org/drawingml/2006/main">
              <a:ext uri="{FF2B5EF4-FFF2-40B4-BE49-F238E27FC236}">
                <a16:creationId xmlns:a16="http://schemas.microsoft.com/office/drawing/2014/main" id="{13D01D37-69D8-4379-A4B4-08C09513C7FC}"/>
              </a:ext>
            </a:extLst>
          </p:cNvPr>
          <p:cNvSpPr>
            <a:spLocks xmlns:a="http://schemas.openxmlformats.org/drawingml/2006/main" noGrp="1"/>
          </p:cNvSpPr>
          <p:nvPr/>
        </p:nvSpPr>
        <p:spPr>
          <a:xfrm xmlns:a="http://schemas.openxmlformats.org/drawingml/2006/main">
            <a:off x="2914650" y="1809750"/>
            <a:ext cx="1752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32238"/>
                </a:solidFill>
                <a:latin typeface="Noto Sans CJK KR"/>
                <a:ea typeface="Noto Sans CJK KR"/>
                <a:cs typeface="Noto Sans CJK KR"/>
              </a:defRPr>
            </a:pPr>
            <a:r>
              <a:rPr sz="1350" b="1">
                <a:solidFill>
                  <a:srgbClr val="132238"/>
                </a:solidFill>
                <a:latin typeface="Noto Sans CJK KR"/>
                <a:ea typeface="Noto Sans CJK KR"/>
                <a:cs typeface="Noto Sans CJK KR"/>
              </a:rPr>
              <a:t>근거 window</a:t>
            </a:r>
          </a:p>
        </p:txBody>
      </p:sp>
      <p:sp>
        <p:nvSpPr>
          <p:cNvPr id="13" name="">
            <a:extLst xmlns:a="http://schemas.openxmlformats.org/drawingml/2006/main">
              <a:ext uri="{FF2B5EF4-FFF2-40B4-BE49-F238E27FC236}">
                <a16:creationId xmlns:a16="http://schemas.microsoft.com/office/drawing/2014/main" id="{10840D8D-1808-49A8-BB04-78C95B96682C}"/>
              </a:ext>
            </a:extLst>
          </p:cNvPr>
          <p:cNvSpPr>
            <a:spLocks xmlns:a="http://schemas.openxmlformats.org/drawingml/2006/main" noGrp="1"/>
          </p:cNvSpPr>
          <p:nvPr/>
        </p:nvSpPr>
        <p:spPr>
          <a:xfrm xmlns:a="http://schemas.openxmlformats.org/drawingml/2006/main">
            <a:off x="2914650" y="2143125"/>
            <a:ext cx="17335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긴 근거를 분할하되</a:t>
            </a:r>
          </a:p>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parent·offset 보존</a:t>
            </a:r>
          </a:p>
        </p:txBody>
      </p:sp>
      <p:sp>
        <p:nvSpPr>
          <p:cNvPr id="14" name="">
            <a:extLst xmlns:a="http://schemas.openxmlformats.org/drawingml/2006/main">
              <a:ext uri="{FF2B5EF4-FFF2-40B4-BE49-F238E27FC236}">
                <a16:creationId xmlns:a16="http://schemas.microsoft.com/office/drawing/2014/main" id="{2C6A8102-C8D2-4397-A145-C3CAB63A7C06}"/>
              </a:ext>
            </a:extLst>
          </p:cNvPr>
          <p:cNvSpPr>
            <a:spLocks xmlns:a="http://schemas.openxmlformats.org/drawingml/2006/main" noGrp="1"/>
          </p:cNvSpPr>
          <p:nvPr/>
        </p:nvSpPr>
        <p:spPr>
          <a:xfrm xmlns:a="http://schemas.openxmlformats.org/drawingml/2006/main">
            <a:off x="4991100" y="1685925"/>
            <a:ext cx="2038350" cy="1581150"/>
          </a:xfrm>
          <a:prstGeom xmlns:a="http://schemas.openxmlformats.org/drawingml/2006/main" prst="roundRect">
            <a:avLst>
              <a:gd name="adj" fmla="val 4819"/>
            </a:avLst>
          </a:prstGeom>
          <a:solidFill xmlns:a="http://schemas.openxmlformats.org/drawingml/2006/main">
            <a:srgbClr val="FFFFFF"/>
          </a:solidFill>
          <a:ln xmlns:a="http://schemas.openxmlformats.org/drawingml/2006/main" w="9525">
            <a:solidFill>
              <a:srgbClr val="CFD9E6"/>
            </a:solidFill>
          </a:ln>
        </p:spPr>
      </p:sp>
      <p:sp>
        <p:nvSpPr>
          <p:cNvPr id="15" name="">
            <a:extLst xmlns:a="http://schemas.openxmlformats.org/drawingml/2006/main">
              <a:ext uri="{FF2B5EF4-FFF2-40B4-BE49-F238E27FC236}">
                <a16:creationId xmlns:a16="http://schemas.microsoft.com/office/drawing/2014/main" id="{BE5202E3-5E51-40B2-AD0A-DD56CF8DAD28}"/>
              </a:ext>
            </a:extLst>
          </p:cNvPr>
          <p:cNvSpPr>
            <a:spLocks xmlns:a="http://schemas.openxmlformats.org/drawingml/2006/main" noGrp="1"/>
          </p:cNvSpPr>
          <p:nvPr/>
        </p:nvSpPr>
        <p:spPr>
          <a:xfrm xmlns:a="http://schemas.openxmlformats.org/drawingml/2006/main">
            <a:off x="4991100" y="1685925"/>
            <a:ext cx="57150" cy="1581150"/>
          </a:xfrm>
          <a:prstGeom xmlns:a="http://schemas.openxmlformats.org/drawingml/2006/main" prst="rect">
            <a:avLst/>
          </a:prstGeom>
          <a:solidFill xmlns:a="http://schemas.openxmlformats.org/drawingml/2006/main">
            <a:srgbClr val="7657C8"/>
          </a:solidFill>
          <a:ln xmlns:a="http://schemas.openxmlformats.org/drawingml/2006/main" w="9525">
            <a:solidFill>
              <a:srgbClr val="7657C8"/>
            </a:solidFill>
          </a:ln>
        </p:spPr>
      </p:sp>
      <p:sp>
        <p:nvSpPr>
          <p:cNvPr id="16" name="">
            <a:extLst xmlns:a="http://schemas.openxmlformats.org/drawingml/2006/main">
              <a:ext uri="{FF2B5EF4-FFF2-40B4-BE49-F238E27FC236}">
                <a16:creationId xmlns:a16="http://schemas.microsoft.com/office/drawing/2014/main" id="{A48BC366-3D6C-4244-BFDA-FAA4AB6142CF}"/>
              </a:ext>
            </a:extLst>
          </p:cNvPr>
          <p:cNvSpPr>
            <a:spLocks xmlns:a="http://schemas.openxmlformats.org/drawingml/2006/main" noGrp="1"/>
          </p:cNvSpPr>
          <p:nvPr/>
        </p:nvSpPr>
        <p:spPr>
          <a:xfrm xmlns:a="http://schemas.openxmlformats.org/drawingml/2006/main">
            <a:off x="5153025" y="1809750"/>
            <a:ext cx="1752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32238"/>
                </a:solidFill>
                <a:latin typeface="Noto Sans CJK KR"/>
                <a:ea typeface="Noto Sans CJK KR"/>
                <a:cs typeface="Noto Sans CJK KR"/>
              </a:defRPr>
            </a:pPr>
            <a:r>
              <a:rPr sz="1350" b="1">
                <a:solidFill>
                  <a:srgbClr val="132238"/>
                </a:solidFill>
                <a:latin typeface="Noto Sans CJK KR"/>
                <a:ea typeface="Noto Sans CJK KR"/>
                <a:cs typeface="Noto Sans CJK KR"/>
              </a:rPr>
              <a:t>토큰 분류</a:t>
            </a:r>
          </a:p>
        </p:txBody>
      </p:sp>
      <p:sp>
        <p:nvSpPr>
          <p:cNvPr id="17" name="">
            <a:extLst xmlns:a="http://schemas.openxmlformats.org/drawingml/2006/main">
              <a:ext uri="{FF2B5EF4-FFF2-40B4-BE49-F238E27FC236}">
                <a16:creationId xmlns:a16="http://schemas.microsoft.com/office/drawing/2014/main" id="{BEE813FA-D530-4CE3-842A-280A1A21FE17}"/>
              </a:ext>
            </a:extLst>
          </p:cNvPr>
          <p:cNvSpPr>
            <a:spLocks xmlns:a="http://schemas.openxmlformats.org/drawingml/2006/main" noGrp="1"/>
          </p:cNvSpPr>
          <p:nvPr/>
        </p:nvSpPr>
        <p:spPr>
          <a:xfrm xmlns:a="http://schemas.openxmlformats.org/drawingml/2006/main">
            <a:off x="5153025" y="2143125"/>
            <a:ext cx="17335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KLUE / XLM-R / BGE-M3</a:t>
            </a:r>
          </a:p>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0=정상 · 1=의심</a:t>
            </a:r>
          </a:p>
        </p:txBody>
      </p:sp>
      <p:sp>
        <p:nvSpPr>
          <p:cNvPr id="18" name="">
            <a:extLst xmlns:a="http://schemas.openxmlformats.org/drawingml/2006/main">
              <a:ext uri="{FF2B5EF4-FFF2-40B4-BE49-F238E27FC236}">
                <a16:creationId xmlns:a16="http://schemas.microsoft.com/office/drawing/2014/main" id="{30C36BDF-DF90-4C65-9386-BE8BE32BF75E}"/>
              </a:ext>
            </a:extLst>
          </p:cNvPr>
          <p:cNvSpPr>
            <a:spLocks xmlns:a="http://schemas.openxmlformats.org/drawingml/2006/main" noGrp="1"/>
          </p:cNvSpPr>
          <p:nvPr/>
        </p:nvSpPr>
        <p:spPr>
          <a:xfrm xmlns:a="http://schemas.openxmlformats.org/drawingml/2006/main">
            <a:off x="7229475" y="1685925"/>
            <a:ext cx="2038350" cy="1581150"/>
          </a:xfrm>
          <a:prstGeom xmlns:a="http://schemas.openxmlformats.org/drawingml/2006/main" prst="roundRect">
            <a:avLst>
              <a:gd name="adj" fmla="val 4819"/>
            </a:avLst>
          </a:prstGeom>
          <a:solidFill xmlns:a="http://schemas.openxmlformats.org/drawingml/2006/main">
            <a:srgbClr val="FFFFFF"/>
          </a:solidFill>
          <a:ln xmlns:a="http://schemas.openxmlformats.org/drawingml/2006/main" w="9525">
            <a:solidFill>
              <a:srgbClr val="CFD9E6"/>
            </a:solidFill>
          </a:ln>
        </p:spPr>
      </p:sp>
      <p:sp>
        <p:nvSpPr>
          <p:cNvPr id="19" name="">
            <a:extLst xmlns:a="http://schemas.openxmlformats.org/drawingml/2006/main">
              <a:ext uri="{FF2B5EF4-FFF2-40B4-BE49-F238E27FC236}">
                <a16:creationId xmlns:a16="http://schemas.microsoft.com/office/drawing/2014/main" id="{E8204512-271C-4D1C-96A5-93AADDB19491}"/>
              </a:ext>
            </a:extLst>
          </p:cNvPr>
          <p:cNvSpPr>
            <a:spLocks xmlns:a="http://schemas.openxmlformats.org/drawingml/2006/main" noGrp="1"/>
          </p:cNvSpPr>
          <p:nvPr/>
        </p:nvSpPr>
        <p:spPr>
          <a:xfrm xmlns:a="http://schemas.openxmlformats.org/drawingml/2006/main">
            <a:off x="7229475" y="1685925"/>
            <a:ext cx="57150" cy="1581150"/>
          </a:xfrm>
          <a:prstGeom xmlns:a="http://schemas.openxmlformats.org/drawingml/2006/main" prst="rect">
            <a:avLst/>
          </a:prstGeom>
          <a:solidFill xmlns:a="http://schemas.openxmlformats.org/drawingml/2006/main">
            <a:srgbClr val="F29B38"/>
          </a:solidFill>
          <a:ln xmlns:a="http://schemas.openxmlformats.org/drawingml/2006/main" w="9525">
            <a:solidFill>
              <a:srgbClr val="F29B38"/>
            </a:solidFill>
          </a:ln>
        </p:spPr>
      </p:sp>
      <p:sp>
        <p:nvSpPr>
          <p:cNvPr id="20" name="">
            <a:extLst xmlns:a="http://schemas.openxmlformats.org/drawingml/2006/main">
              <a:ext uri="{FF2B5EF4-FFF2-40B4-BE49-F238E27FC236}">
                <a16:creationId xmlns:a16="http://schemas.microsoft.com/office/drawing/2014/main" id="{234DADF5-2DE4-4DE5-9074-727AEB82E478}"/>
              </a:ext>
            </a:extLst>
          </p:cNvPr>
          <p:cNvSpPr>
            <a:spLocks xmlns:a="http://schemas.openxmlformats.org/drawingml/2006/main" noGrp="1"/>
          </p:cNvSpPr>
          <p:nvPr/>
        </p:nvSpPr>
        <p:spPr>
          <a:xfrm xmlns:a="http://schemas.openxmlformats.org/drawingml/2006/main">
            <a:off x="7391400" y="1809750"/>
            <a:ext cx="1752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32238"/>
                </a:solidFill>
                <a:latin typeface="Noto Sans CJK KR"/>
                <a:ea typeface="Noto Sans CJK KR"/>
                <a:cs typeface="Noto Sans CJK KR"/>
              </a:defRPr>
            </a:pPr>
            <a:r>
              <a:rPr sz="1350" b="1">
                <a:solidFill>
                  <a:srgbClr val="132238"/>
                </a:solidFill>
                <a:latin typeface="Noto Sans CJK KR"/>
                <a:ea typeface="Noto Sans CJK KR"/>
                <a:cs typeface="Noto Sans CJK KR"/>
              </a:rPr>
              <a:t>규칙 검사</a:t>
            </a:r>
          </a:p>
        </p:txBody>
      </p:sp>
      <p:sp>
        <p:nvSpPr>
          <p:cNvPr id="21" name="">
            <a:extLst xmlns:a="http://schemas.openxmlformats.org/drawingml/2006/main">
              <a:ext uri="{FF2B5EF4-FFF2-40B4-BE49-F238E27FC236}">
                <a16:creationId xmlns:a16="http://schemas.microsoft.com/office/drawing/2014/main" id="{A502FEDE-CBE1-4FB0-B244-F59E0BA09267}"/>
              </a:ext>
            </a:extLst>
          </p:cNvPr>
          <p:cNvSpPr>
            <a:spLocks xmlns:a="http://schemas.openxmlformats.org/drawingml/2006/main" noGrp="1"/>
          </p:cNvSpPr>
          <p:nvPr/>
        </p:nvSpPr>
        <p:spPr>
          <a:xfrm xmlns:a="http://schemas.openxmlformats.org/drawingml/2006/main">
            <a:off x="7391400" y="2143125"/>
            <a:ext cx="17335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금액·VAT·날짜·자격</a:t>
            </a:r>
          </a:p>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FTE·주체·부정 표현</a:t>
            </a:r>
          </a:p>
        </p:txBody>
      </p:sp>
      <p:sp>
        <p:nvSpPr>
          <p:cNvPr id="22" name="">
            <a:extLst xmlns:a="http://schemas.openxmlformats.org/drawingml/2006/main">
              <a:ext uri="{FF2B5EF4-FFF2-40B4-BE49-F238E27FC236}">
                <a16:creationId xmlns:a16="http://schemas.microsoft.com/office/drawing/2014/main" id="{878BD8D8-7F75-4C55-8BBE-E827A6DF53A2}"/>
              </a:ext>
            </a:extLst>
          </p:cNvPr>
          <p:cNvSpPr>
            <a:spLocks xmlns:a="http://schemas.openxmlformats.org/drawingml/2006/main" noGrp="1"/>
          </p:cNvSpPr>
          <p:nvPr/>
        </p:nvSpPr>
        <p:spPr>
          <a:xfrm xmlns:a="http://schemas.openxmlformats.org/drawingml/2006/main">
            <a:off x="9467850" y="1685925"/>
            <a:ext cx="2038350" cy="1581150"/>
          </a:xfrm>
          <a:prstGeom xmlns:a="http://schemas.openxmlformats.org/drawingml/2006/main" prst="roundRect">
            <a:avLst>
              <a:gd name="adj" fmla="val 4819"/>
            </a:avLst>
          </a:prstGeom>
          <a:solidFill xmlns:a="http://schemas.openxmlformats.org/drawingml/2006/main">
            <a:srgbClr val="FFFFFF"/>
          </a:solidFill>
          <a:ln xmlns:a="http://schemas.openxmlformats.org/drawingml/2006/main" w="9525">
            <a:solidFill>
              <a:srgbClr val="CFD9E6"/>
            </a:solidFill>
          </a:ln>
        </p:spPr>
      </p:sp>
      <p:sp>
        <p:nvSpPr>
          <p:cNvPr id="23" name="">
            <a:extLst xmlns:a="http://schemas.openxmlformats.org/drawingml/2006/main">
              <a:ext uri="{FF2B5EF4-FFF2-40B4-BE49-F238E27FC236}">
                <a16:creationId xmlns:a16="http://schemas.microsoft.com/office/drawing/2014/main" id="{B1F49694-3C09-4586-809E-0590A53E8A4B}"/>
              </a:ext>
            </a:extLst>
          </p:cNvPr>
          <p:cNvSpPr>
            <a:spLocks xmlns:a="http://schemas.openxmlformats.org/drawingml/2006/main" noGrp="1"/>
          </p:cNvSpPr>
          <p:nvPr/>
        </p:nvSpPr>
        <p:spPr>
          <a:xfrm xmlns:a="http://schemas.openxmlformats.org/drawingml/2006/main">
            <a:off x="9467850" y="1685925"/>
            <a:ext cx="57150" cy="1581150"/>
          </a:xfrm>
          <a:prstGeom xmlns:a="http://schemas.openxmlformats.org/drawingml/2006/main" prst="rect">
            <a:avLst/>
          </a:prstGeom>
          <a:solidFill xmlns:a="http://schemas.openxmlformats.org/drawingml/2006/main">
            <a:srgbClr val="D9564A"/>
          </a:solidFill>
          <a:ln xmlns:a="http://schemas.openxmlformats.org/drawingml/2006/main" w="9525">
            <a:solidFill>
              <a:srgbClr val="D9564A"/>
            </a:solidFill>
          </a:ln>
        </p:spPr>
      </p:sp>
      <p:sp>
        <p:nvSpPr>
          <p:cNvPr id="24" name="">
            <a:extLst xmlns:a="http://schemas.openxmlformats.org/drawingml/2006/main">
              <a:ext uri="{FF2B5EF4-FFF2-40B4-BE49-F238E27FC236}">
                <a16:creationId xmlns:a16="http://schemas.microsoft.com/office/drawing/2014/main" id="{9CA29241-1340-4FE2-8AFD-1497153D28B0}"/>
              </a:ext>
            </a:extLst>
          </p:cNvPr>
          <p:cNvSpPr>
            <a:spLocks xmlns:a="http://schemas.openxmlformats.org/drawingml/2006/main" noGrp="1"/>
          </p:cNvSpPr>
          <p:nvPr/>
        </p:nvSpPr>
        <p:spPr>
          <a:xfrm xmlns:a="http://schemas.openxmlformats.org/drawingml/2006/main">
            <a:off x="9629775" y="1809750"/>
            <a:ext cx="1752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32238"/>
                </a:solidFill>
                <a:latin typeface="Noto Sans CJK KR"/>
                <a:ea typeface="Noto Sans CJK KR"/>
                <a:cs typeface="Noto Sans CJK KR"/>
              </a:defRPr>
            </a:pPr>
            <a:r>
              <a:rPr sz="1350" b="1">
                <a:solidFill>
                  <a:srgbClr val="132238"/>
                </a:solidFill>
                <a:latin typeface="Noto Sans CJK KR"/>
                <a:ea typeface="Noto Sans CJK KR"/>
                <a:cs typeface="Noto Sans CJK KR"/>
              </a:rPr>
              <a:t>문자 구절</a:t>
            </a:r>
          </a:p>
        </p:txBody>
      </p:sp>
      <p:sp>
        <p:nvSpPr>
          <p:cNvPr id="25" name="">
            <a:extLst xmlns:a="http://schemas.openxmlformats.org/drawingml/2006/main">
              <a:ext uri="{FF2B5EF4-FFF2-40B4-BE49-F238E27FC236}">
                <a16:creationId xmlns:a16="http://schemas.microsoft.com/office/drawing/2014/main" id="{636AA672-2657-49D5-8571-6E1B29A6CE57}"/>
              </a:ext>
            </a:extLst>
          </p:cNvPr>
          <p:cNvSpPr>
            <a:spLocks xmlns:a="http://schemas.openxmlformats.org/drawingml/2006/main" noGrp="1"/>
          </p:cNvSpPr>
          <p:nvPr/>
        </p:nvSpPr>
        <p:spPr>
          <a:xfrm xmlns:a="http://schemas.openxmlformats.org/drawingml/2006/main">
            <a:off x="9629775" y="2143125"/>
            <a:ext cx="17335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Unicode offset으로</a:t>
            </a:r>
          </a:p>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의심 구절·미검사 범위</a:t>
            </a:r>
          </a:p>
        </p:txBody>
      </p:sp>
      <p:sp>
        <p:nvSpPr>
          <p:cNvPr id="26" name="">
            <a:extLst xmlns:a="http://schemas.openxmlformats.org/drawingml/2006/main">
              <a:ext uri="{FF2B5EF4-FFF2-40B4-BE49-F238E27FC236}">
                <a16:creationId xmlns:a16="http://schemas.microsoft.com/office/drawing/2014/main" id="{AF735800-57B4-4A0A-A751-12746EBE44EB}"/>
              </a:ext>
            </a:extLst>
          </p:cNvPr>
          <p:cNvSpPr>
            <a:spLocks xmlns:a="http://schemas.openxmlformats.org/drawingml/2006/main" noGrp="1"/>
          </p:cNvSpPr>
          <p:nvPr/>
        </p:nvSpPr>
        <p:spPr>
          <a:xfrm xmlns:a="http://schemas.openxmlformats.org/drawingml/2006/main">
            <a:off x="2552700" y="2476500"/>
            <a:ext cx="200025" cy="0"/>
          </a:xfrm>
          <a:prstGeom xmlns:a="http://schemas.openxmlformats.org/drawingml/2006/main" prst="line">
            <a:avLst/>
          </a:prstGeom>
          <a:noFill xmlns:a="http://schemas.openxmlformats.org/drawingml/2006/main"/>
          <a:ln xmlns:a="http://schemas.openxmlformats.org/drawingml/2006/main" w="19050">
            <a:solidFill>
              <a:srgbClr val="52657A"/>
            </a:solidFill>
          </a:ln>
        </p:spPr>
      </p:sp>
      <p:sp>
        <p:nvSpPr>
          <p:cNvPr id="27" name="">
            <a:extLst xmlns:a="http://schemas.openxmlformats.org/drawingml/2006/main">
              <a:ext uri="{FF2B5EF4-FFF2-40B4-BE49-F238E27FC236}">
                <a16:creationId xmlns:a16="http://schemas.microsoft.com/office/drawing/2014/main" id="{928FB812-0AF0-4906-AAE0-8CFDD642D0C5}"/>
              </a:ext>
            </a:extLst>
          </p:cNvPr>
          <p:cNvSpPr>
            <a:spLocks xmlns:a="http://schemas.openxmlformats.org/drawingml/2006/main" noGrp="1"/>
          </p:cNvSpPr>
          <p:nvPr/>
        </p:nvSpPr>
        <p:spPr>
          <a:xfrm xmlns:a="http://schemas.openxmlformats.org/drawingml/2006/main">
            <a:off x="2657475" y="2428875"/>
            <a:ext cx="95250" cy="95250"/>
          </a:xfrm>
          <a:prstGeom xmlns:a="http://schemas.openxmlformats.org/drawingml/2006/main" prst="triangle">
            <a:avLst/>
          </a:prstGeom>
          <a:solidFill xmlns:a="http://schemas.openxmlformats.org/drawingml/2006/main">
            <a:srgbClr val="52657A"/>
          </a:solidFill>
          <a:ln xmlns:a="http://schemas.openxmlformats.org/drawingml/2006/main" w="9525">
            <a:solidFill>
              <a:srgbClr val="52657A"/>
            </a:solidFill>
          </a:ln>
        </p:spPr>
      </p:sp>
      <p:sp>
        <p:nvSpPr>
          <p:cNvPr id="28" name="">
            <a:extLst xmlns:a="http://schemas.openxmlformats.org/drawingml/2006/main">
              <a:ext uri="{FF2B5EF4-FFF2-40B4-BE49-F238E27FC236}">
                <a16:creationId xmlns:a16="http://schemas.microsoft.com/office/drawing/2014/main" id="{92984FFA-1F2C-4209-87D3-F73BE61B8D92}"/>
              </a:ext>
            </a:extLst>
          </p:cNvPr>
          <p:cNvSpPr>
            <a:spLocks xmlns:a="http://schemas.openxmlformats.org/drawingml/2006/main" noGrp="1"/>
          </p:cNvSpPr>
          <p:nvPr/>
        </p:nvSpPr>
        <p:spPr>
          <a:xfrm xmlns:a="http://schemas.openxmlformats.org/drawingml/2006/main">
            <a:off x="4791075" y="2476500"/>
            <a:ext cx="200025" cy="0"/>
          </a:xfrm>
          <a:prstGeom xmlns:a="http://schemas.openxmlformats.org/drawingml/2006/main" prst="line">
            <a:avLst/>
          </a:prstGeom>
          <a:noFill xmlns:a="http://schemas.openxmlformats.org/drawingml/2006/main"/>
          <a:ln xmlns:a="http://schemas.openxmlformats.org/drawingml/2006/main" w="19050">
            <a:solidFill>
              <a:srgbClr val="52657A"/>
            </a:solidFill>
          </a:ln>
        </p:spPr>
      </p:sp>
      <p:sp>
        <p:nvSpPr>
          <p:cNvPr id="29" name="">
            <a:extLst xmlns:a="http://schemas.openxmlformats.org/drawingml/2006/main">
              <a:ext uri="{FF2B5EF4-FFF2-40B4-BE49-F238E27FC236}">
                <a16:creationId xmlns:a16="http://schemas.microsoft.com/office/drawing/2014/main" id="{920F9D7F-DABB-4F3E-ABE0-23F9103B90C0}"/>
              </a:ext>
            </a:extLst>
          </p:cNvPr>
          <p:cNvSpPr>
            <a:spLocks xmlns:a="http://schemas.openxmlformats.org/drawingml/2006/main" noGrp="1"/>
          </p:cNvSpPr>
          <p:nvPr/>
        </p:nvSpPr>
        <p:spPr>
          <a:xfrm xmlns:a="http://schemas.openxmlformats.org/drawingml/2006/main">
            <a:off x="4895850" y="2428875"/>
            <a:ext cx="95250" cy="95250"/>
          </a:xfrm>
          <a:prstGeom xmlns:a="http://schemas.openxmlformats.org/drawingml/2006/main" prst="triangle">
            <a:avLst/>
          </a:prstGeom>
          <a:solidFill xmlns:a="http://schemas.openxmlformats.org/drawingml/2006/main">
            <a:srgbClr val="52657A"/>
          </a:solidFill>
          <a:ln xmlns:a="http://schemas.openxmlformats.org/drawingml/2006/main" w="9525">
            <a:solidFill>
              <a:srgbClr val="52657A"/>
            </a:solidFill>
          </a:ln>
        </p:spPr>
      </p:sp>
      <p:sp>
        <p:nvSpPr>
          <p:cNvPr id="30" name="">
            <a:extLst xmlns:a="http://schemas.openxmlformats.org/drawingml/2006/main">
              <a:ext uri="{FF2B5EF4-FFF2-40B4-BE49-F238E27FC236}">
                <a16:creationId xmlns:a16="http://schemas.microsoft.com/office/drawing/2014/main" id="{9364187D-A656-471D-B896-ED9C56954E53}"/>
              </a:ext>
            </a:extLst>
          </p:cNvPr>
          <p:cNvSpPr>
            <a:spLocks xmlns:a="http://schemas.openxmlformats.org/drawingml/2006/main" noGrp="1"/>
          </p:cNvSpPr>
          <p:nvPr/>
        </p:nvSpPr>
        <p:spPr>
          <a:xfrm xmlns:a="http://schemas.openxmlformats.org/drawingml/2006/main">
            <a:off x="7029450" y="2476500"/>
            <a:ext cx="200025" cy="0"/>
          </a:xfrm>
          <a:prstGeom xmlns:a="http://schemas.openxmlformats.org/drawingml/2006/main" prst="line">
            <a:avLst/>
          </a:prstGeom>
          <a:noFill xmlns:a="http://schemas.openxmlformats.org/drawingml/2006/main"/>
          <a:ln xmlns:a="http://schemas.openxmlformats.org/drawingml/2006/main" w="19050">
            <a:solidFill>
              <a:srgbClr val="52657A"/>
            </a:solidFill>
          </a:ln>
        </p:spPr>
      </p:sp>
      <p:sp>
        <p:nvSpPr>
          <p:cNvPr id="31" name="">
            <a:extLst xmlns:a="http://schemas.openxmlformats.org/drawingml/2006/main">
              <a:ext uri="{FF2B5EF4-FFF2-40B4-BE49-F238E27FC236}">
                <a16:creationId xmlns:a16="http://schemas.microsoft.com/office/drawing/2014/main" id="{38C4D2B0-9FF4-4162-913E-0D3DF5F67EFA}"/>
              </a:ext>
            </a:extLst>
          </p:cNvPr>
          <p:cNvSpPr>
            <a:spLocks xmlns:a="http://schemas.openxmlformats.org/drawingml/2006/main" noGrp="1"/>
          </p:cNvSpPr>
          <p:nvPr/>
        </p:nvSpPr>
        <p:spPr>
          <a:xfrm xmlns:a="http://schemas.openxmlformats.org/drawingml/2006/main">
            <a:off x="7134225" y="2428875"/>
            <a:ext cx="95250" cy="95250"/>
          </a:xfrm>
          <a:prstGeom xmlns:a="http://schemas.openxmlformats.org/drawingml/2006/main" prst="triangle">
            <a:avLst/>
          </a:prstGeom>
          <a:solidFill xmlns:a="http://schemas.openxmlformats.org/drawingml/2006/main">
            <a:srgbClr val="52657A"/>
          </a:solidFill>
          <a:ln xmlns:a="http://schemas.openxmlformats.org/drawingml/2006/main" w="9525">
            <a:solidFill>
              <a:srgbClr val="52657A"/>
            </a:solidFill>
          </a:ln>
        </p:spPr>
      </p:sp>
      <p:sp>
        <p:nvSpPr>
          <p:cNvPr id="32" name="">
            <a:extLst xmlns:a="http://schemas.openxmlformats.org/drawingml/2006/main">
              <a:ext uri="{FF2B5EF4-FFF2-40B4-BE49-F238E27FC236}">
                <a16:creationId xmlns:a16="http://schemas.microsoft.com/office/drawing/2014/main" id="{03258190-D11D-459C-A73F-FED34D8653D7}"/>
              </a:ext>
            </a:extLst>
          </p:cNvPr>
          <p:cNvSpPr>
            <a:spLocks xmlns:a="http://schemas.openxmlformats.org/drawingml/2006/main" noGrp="1"/>
          </p:cNvSpPr>
          <p:nvPr/>
        </p:nvSpPr>
        <p:spPr>
          <a:xfrm xmlns:a="http://schemas.openxmlformats.org/drawingml/2006/main">
            <a:off x="9267825" y="2476500"/>
            <a:ext cx="200025" cy="0"/>
          </a:xfrm>
          <a:prstGeom xmlns:a="http://schemas.openxmlformats.org/drawingml/2006/main" prst="line">
            <a:avLst/>
          </a:prstGeom>
          <a:noFill xmlns:a="http://schemas.openxmlformats.org/drawingml/2006/main"/>
          <a:ln xmlns:a="http://schemas.openxmlformats.org/drawingml/2006/main" w="19050">
            <a:solidFill>
              <a:srgbClr val="52657A"/>
            </a:solidFill>
          </a:ln>
        </p:spPr>
      </p:sp>
      <p:sp>
        <p:nvSpPr>
          <p:cNvPr id="33" name="">
            <a:extLst xmlns:a="http://schemas.openxmlformats.org/drawingml/2006/main">
              <a:ext uri="{FF2B5EF4-FFF2-40B4-BE49-F238E27FC236}">
                <a16:creationId xmlns:a16="http://schemas.microsoft.com/office/drawing/2014/main" id="{19838D28-8732-4750-9FBA-08B53E7F7AF4}"/>
              </a:ext>
            </a:extLst>
          </p:cNvPr>
          <p:cNvSpPr>
            <a:spLocks xmlns:a="http://schemas.openxmlformats.org/drawingml/2006/main" noGrp="1"/>
          </p:cNvSpPr>
          <p:nvPr/>
        </p:nvSpPr>
        <p:spPr>
          <a:xfrm xmlns:a="http://schemas.openxmlformats.org/drawingml/2006/main">
            <a:off x="9372600" y="2428875"/>
            <a:ext cx="95250" cy="95250"/>
          </a:xfrm>
          <a:prstGeom xmlns:a="http://schemas.openxmlformats.org/drawingml/2006/main" prst="triangle">
            <a:avLst/>
          </a:prstGeom>
          <a:solidFill xmlns:a="http://schemas.openxmlformats.org/drawingml/2006/main">
            <a:srgbClr val="52657A"/>
          </a:solidFill>
          <a:ln xmlns:a="http://schemas.openxmlformats.org/drawingml/2006/main" w="9525">
            <a:solidFill>
              <a:srgbClr val="52657A"/>
            </a:solidFill>
          </a:ln>
        </p:spPr>
      </p:sp>
      <p:graphicFrame>
        <p:nvGraphicFramePr>
          <p:cNvPr id="71" name=""/>
          <p:cNvGraphicFramePr/>
          <p:nvPr/>
        </p:nvGraphicFramePr>
        <p:xfrm>
          <a:off xmlns:a="http://schemas.openxmlformats.org/drawingml/2006/main" x="514350" y="3600450"/>
          <a:ext xmlns:a="http://schemas.openxmlformats.org/drawingml/2006/main" cx="11163300" cy="1885950"/>
        </p:xfrm>
        <a:graphic xmlns:a="http://schemas.openxmlformats.org/drawingml/2006/main">
          <a:graphicData uri="http://schemas.openxmlformats.org/drawingml/2006/table">
            <a:tbl>
              <a:tblPr/>
              <a:tblGrid>
                <a:gridCol w="2095500"/>
                <a:gridCol w="4476750"/>
                <a:gridCol w="4591050"/>
              </a:tblGrid>
              <a:tr h="314325">
                <a:tc>
                  <a:txBody>
                    <a:bodyPr/>
                    <a:lstStyle/>
                    <a:p>
                      <a:r>
                        <a:rPr sz="975" b="1">
                          <a:solidFill>
                            <a:srgbClr val="FFFFFF"/>
                          </a:solidFill>
                          <a:latin typeface="Noto Sans CJK KR"/>
                          <a:ea typeface="Noto Sans CJK KR"/>
                          <a:cs typeface="Noto Sans CJK KR"/>
                        </a:rPr>
                        <a:t>판정 유형</a:t>
                      </a:r>
                    </a:p>
                  </a:txBody>
                  <a:tcPr marL="76200" marR="76200" marT="57150" marB="57150" anchor="ctr">
                    <a:solidFill>
                      <a:srgbClr val="183B5B"/>
                    </a:solidFill>
                  </a:tcPr>
                </a:tc>
                <a:tc>
                  <a:txBody>
                    <a:bodyPr/>
                    <a:lstStyle/>
                    <a:p>
                      <a:r>
                        <a:rPr sz="975" b="1">
                          <a:solidFill>
                            <a:srgbClr val="FFFFFF"/>
                          </a:solidFill>
                          <a:latin typeface="Noto Sans CJK KR"/>
                          <a:ea typeface="Noto Sans CJK KR"/>
                          <a:cs typeface="Noto Sans CJK KR"/>
                        </a:rPr>
                        <a:t>의미</a:t>
                      </a:r>
                    </a:p>
                  </a:txBody>
                  <a:tcPr marL="76200" marR="76200" marT="57150" marB="57150" anchor="ctr">
                    <a:solidFill>
                      <a:srgbClr val="183B5B"/>
                    </a:solidFill>
                  </a:tcPr>
                </a:tc>
                <a:tc>
                  <a:txBody>
                    <a:bodyPr/>
                    <a:lstStyle/>
                    <a:p>
                      <a:r>
                        <a:rPr sz="975" b="1">
                          <a:solidFill>
                            <a:srgbClr val="FFFFFF"/>
                          </a:solidFill>
                          <a:latin typeface="Noto Sans CJK KR"/>
                          <a:ea typeface="Noto Sans CJK KR"/>
                          <a:cs typeface="Noto Sans CJK KR"/>
                        </a:rPr>
                        <a:t>평가에서의 처리</a:t>
                      </a:r>
                    </a:p>
                  </a:txBody>
                  <a:tcPr marL="76200" marR="76200" marT="57150" marB="57150" anchor="ctr">
                    <a:solidFill>
                      <a:srgbClr val="183B5B"/>
                    </a:solidFill>
                  </a:tcPr>
                </a:tc>
              </a:tr>
              <a:tr h="314325">
                <a:tc>
                  <a:txBody>
                    <a:bodyPr/>
                    <a:lstStyle/>
                    <a:p>
                      <a:r>
                        <a:rPr sz="975">
                          <a:solidFill>
                            <a:srgbClr val="132238"/>
                          </a:solidFill>
                          <a:latin typeface="Noto Sans CJK KR"/>
                          <a:ea typeface="Noto Sans CJK KR"/>
                          <a:cs typeface="Noto Sans CJK KR"/>
                        </a:rPr>
                        <a:t>CONTRADICTION</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근거와 명시적으로 모순</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환각 구절</a:t>
                      </a:r>
                    </a:p>
                  </a:txBody>
                  <a:tcPr marL="76200" marR="76200" marT="57150" marB="57150" anchor="ctr">
                    <a:solidFill>
                      <a:srgbClr val="FFFFFF"/>
                    </a:solidFill>
                  </a:tcPr>
                </a:tc>
              </a:tr>
              <a:tr h="314325">
                <a:tc>
                  <a:txBody>
                    <a:bodyPr/>
                    <a:lstStyle/>
                    <a:p>
                      <a:r>
                        <a:rPr sz="975">
                          <a:solidFill>
                            <a:srgbClr val="132238"/>
                          </a:solidFill>
                          <a:latin typeface="Noto Sans CJK KR"/>
                          <a:ea typeface="Noto Sans CJK KR"/>
                          <a:cs typeface="Noto Sans CJK KR"/>
                        </a:rPr>
                        <a:t>UNSUPPORTED</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근거가 답변 주장을 지지하지 않음</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환각 구절</a:t>
                      </a:r>
                    </a:p>
                  </a:txBody>
                  <a:tcPr marL="76200" marR="76200" marT="57150" marB="57150" anchor="ctr">
                    <a:solidFill>
                      <a:srgbClr val="FFFFFF"/>
                    </a:solidFill>
                  </a:tcPr>
                </a:tc>
              </a:tr>
              <a:tr h="314325">
                <a:tc>
                  <a:txBody>
                    <a:bodyPr/>
                    <a:lstStyle/>
                    <a:p>
                      <a:r>
                        <a:rPr sz="975">
                          <a:solidFill>
                            <a:srgbClr val="132238"/>
                          </a:solidFill>
                          <a:latin typeface="Noto Sans CJK KR"/>
                          <a:ea typeface="Noto Sans CJK KR"/>
                          <a:cs typeface="Noto Sans CJK KR"/>
                        </a:rPr>
                        <a:t>UNCERTAIN</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근거 부족으로 확정 불가</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보류 · 정상으로 계산 금지</a:t>
                      </a:r>
                    </a:p>
                  </a:txBody>
                  <a:tcPr marL="76200" marR="76200" marT="57150" marB="57150" anchor="ctr">
                    <a:solidFill>
                      <a:srgbClr val="FFFFFF"/>
                    </a:solidFill>
                  </a:tcPr>
                </a:tc>
              </a:tr>
              <a:tr h="314325">
                <a:tc>
                  <a:txBody>
                    <a:bodyPr/>
                    <a:lstStyle/>
                    <a:p>
                      <a:r>
                        <a:rPr sz="975">
                          <a:solidFill>
                            <a:srgbClr val="132238"/>
                          </a:solidFill>
                          <a:latin typeface="Noto Sans CJK KR"/>
                          <a:ea typeface="Noto Sans CJK KR"/>
                          <a:cs typeface="Noto Sans CJK KR"/>
                        </a:rPr>
                        <a:t>CITATION_ERROR</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인용번호·위치 오류</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내용 환각과 별도</a:t>
                      </a:r>
                    </a:p>
                  </a:txBody>
                  <a:tcPr marL="76200" marR="76200" marT="57150" marB="57150" anchor="ctr">
                    <a:solidFill>
                      <a:srgbClr val="FFFFFF"/>
                    </a:solidFill>
                  </a:tcPr>
                </a:tc>
              </a:tr>
              <a:tr h="314325">
                <a:tc>
                  <a:txBody>
                    <a:bodyPr/>
                    <a:lstStyle/>
                    <a:p>
                      <a:r>
                        <a:rPr sz="975">
                          <a:solidFill>
                            <a:srgbClr val="132238"/>
                          </a:solidFill>
                          <a:latin typeface="Noto Sans CJK KR"/>
                          <a:ea typeface="Noto Sans CJK KR"/>
                          <a:cs typeface="Noto Sans CJK KR"/>
                        </a:rPr>
                        <a:t>QUALITY_ONLY</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잘림·형식·문장 품질</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탐지 성능과 별도</a:t>
                      </a:r>
                    </a:p>
                  </a:txBody>
                  <a:tcPr marL="76200" marR="76200" marT="57150" marB="57150" anchor="ctr">
                    <a:solidFill>
                      <a:srgbClr val="FFFFFF"/>
                    </a:solidFill>
                  </a:tcPr>
                </a:tc>
              </a:tr>
            </a:tbl>
          </a:graphicData>
        </a:graphic>
      </p:graphicFrame>
      <p:sp>
        <p:nvSpPr>
          <p:cNvPr id="35" name="">
            <a:extLst xmlns:a="http://schemas.openxmlformats.org/drawingml/2006/main">
              <a:ext uri="{FF2B5EF4-FFF2-40B4-BE49-F238E27FC236}">
                <a16:creationId xmlns:a16="http://schemas.microsoft.com/office/drawing/2014/main" id="{BE5CDCA5-A260-43E5-9800-91B3FC8BF0E6}"/>
              </a:ext>
            </a:extLst>
          </p:cNvPr>
          <p:cNvSpPr>
            <a:spLocks xmlns:a="http://schemas.openxmlformats.org/drawingml/2006/main" noGrp="1"/>
          </p:cNvSpPr>
          <p:nvPr/>
        </p:nvSpPr>
        <p:spPr>
          <a:xfrm xmlns:a="http://schemas.openxmlformats.org/drawingml/2006/main">
            <a:off x="514350" y="6353175"/>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36" name="">
            <a:extLst xmlns:a="http://schemas.openxmlformats.org/drawingml/2006/main">
              <a:ext uri="{FF2B5EF4-FFF2-40B4-BE49-F238E27FC236}">
                <a16:creationId xmlns:a16="http://schemas.microsoft.com/office/drawing/2014/main" id="{0AD3D062-7683-4799-9285-AB8EB56D2854}"/>
              </a:ext>
            </a:extLst>
          </p:cNvPr>
          <p:cNvSpPr>
            <a:spLocks xmlns:a="http://schemas.openxmlformats.org/drawingml/2006/main" noGrp="1"/>
          </p:cNvSpPr>
          <p:nvPr/>
        </p:nvSpPr>
        <p:spPr>
          <a:xfrm xmlns:a="http://schemas.openxmlformats.org/drawingml/2006/main">
            <a:off x="533400" y="6457950"/>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0">
                <a:solidFill>
                  <a:srgbClr val="52657A"/>
                </a:solidFill>
                <a:latin typeface="Noto Sans CJK KR"/>
                <a:ea typeface="Noto Sans CJK KR"/>
                <a:cs typeface="Noto Sans CJK KR"/>
              </a:defRPr>
            </a:pPr>
            <a:r>
              <a:rPr sz="825" b="0">
                <a:solidFill>
                  <a:srgbClr val="52657A"/>
                </a:solidFill>
                <a:latin typeface="Noto Sans CJK KR"/>
                <a:ea typeface="Noto Sans CJK KR"/>
                <a:cs typeface="Noto Sans CJK KR"/>
              </a:rPr>
              <a:t>모델 예측은 라벨 초안이 아니며, 사람 승인과 분리</a:t>
            </a:r>
          </a:p>
        </p:txBody>
      </p:sp>
      <p:sp>
        <p:nvSpPr>
          <p:cNvPr id="37" name="">
            <a:extLst xmlns:a="http://schemas.openxmlformats.org/drawingml/2006/main">
              <a:ext uri="{FF2B5EF4-FFF2-40B4-BE49-F238E27FC236}">
                <a16:creationId xmlns:a16="http://schemas.microsoft.com/office/drawing/2014/main" id="{01DE485D-2CBB-470C-B04B-EE823CFACF67}"/>
              </a:ext>
            </a:extLst>
          </p:cNvPr>
          <p:cNvSpPr>
            <a:spLocks xmlns:a="http://schemas.openxmlformats.org/drawingml/2006/main" noGrp="1"/>
          </p:cNvSpPr>
          <p:nvPr/>
        </p:nvSpPr>
        <p:spPr>
          <a:xfrm xmlns:a="http://schemas.openxmlformats.org/drawingml/2006/main">
            <a:off x="10001250" y="6457950"/>
            <a:ext cx="1676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1">
                <a:solidFill>
                  <a:srgbClr val="183B5B"/>
                </a:solidFill>
                <a:latin typeface="Noto Sans CJK KR"/>
                <a:ea typeface="Noto Sans CJK KR"/>
                <a:cs typeface="Noto Sans CJK KR"/>
              </a:defRPr>
            </a:pPr>
            <a:r>
              <a:rPr sz="825" b="1">
                <a:solidFill>
                  <a:srgbClr val="183B5B"/>
                </a:solidFill>
                <a:latin typeface="Noto Sans CJK KR"/>
                <a:ea typeface="Noto Sans CJK KR"/>
                <a:cs typeface="Noto Sans CJK KR"/>
              </a:rPr>
              <a:t>ASTRA · ko-LettuceDetect</a:t>
            </a:r>
          </a:p>
        </p:txBody>
      </p:sp>
    </p:spTree>
    <p:extLst>
      <p:ext uri="{BB962C8B-B14F-4D97-AF65-F5344CB8AC3E}">
        <p14:creationId xmlns:p14="http://schemas.microsoft.com/office/powerpoint/2010/main" val="2083994617"/>
      </p:ext>
    </p:extLst>
  </p:cSld>
</p:sld>
</file>

<file path=ppt/slides/slide2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04C7F45B-7C77-4E64-AAE7-6901AD68C870}"/>
              </a:ext>
            </a:extLst>
          </p:cNvPr>
          <p:cNvSpPr>
            <a:spLocks xmlns:a="http://schemas.openxmlformats.org/drawingml/2006/main" noGrp="1"/>
          </p:cNvSpPr>
          <p:nvPr/>
        </p:nvSpPr>
        <p:spPr>
          <a:xfrm xmlns:a="http://schemas.openxmlformats.org/drawingml/2006/main">
            <a:off x="5143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119C8B"/>
                </a:solidFill>
                <a:latin typeface="Noto Sans CJK KR"/>
                <a:ea typeface="Noto Sans CJK KR"/>
                <a:cs typeface="Noto Sans CJK KR"/>
              </a:defRPr>
            </a:pPr>
            <a:r>
              <a:rPr sz="975" b="1">
                <a:solidFill>
                  <a:srgbClr val="119C8B"/>
                </a:solidFill>
                <a:latin typeface="Noto Sans CJK KR"/>
                <a:ea typeface="Noto Sans CJK KR"/>
                <a:cs typeface="Noto Sans CJK KR"/>
              </a:rPr>
              <a:t>생성·탐지</a:t>
            </a:r>
          </a:p>
        </p:txBody>
      </p:sp>
      <p:sp>
        <p:nvSpPr>
          <p:cNvPr id="2" name="">
            <a:extLst xmlns:a="http://schemas.openxmlformats.org/drawingml/2006/main">
              <a:ext uri="{FF2B5EF4-FFF2-40B4-BE49-F238E27FC236}">
                <a16:creationId xmlns:a16="http://schemas.microsoft.com/office/drawing/2014/main" id="{EA95DB91-7D12-4C62-8ACB-6971EA825732}"/>
              </a:ext>
            </a:extLst>
          </p:cNvPr>
          <p:cNvSpPr>
            <a:spLocks xmlns:a="http://schemas.openxmlformats.org/drawingml/2006/main" noGrp="1"/>
          </p:cNvSpPr>
          <p:nvPr/>
        </p:nvSpPr>
        <p:spPr>
          <a:xfrm xmlns:a="http://schemas.openxmlformats.org/drawingml/2006/main">
            <a:off x="514350" y="457200"/>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132238"/>
                </a:solidFill>
                <a:latin typeface="Noto Sans CJK KR"/>
                <a:ea typeface="Noto Sans CJK KR"/>
                <a:cs typeface="Noto Sans CJK KR"/>
              </a:defRPr>
            </a:pPr>
            <a:r>
              <a:rPr sz="2325" b="1">
                <a:solidFill>
                  <a:srgbClr val="132238"/>
                </a:solidFill>
                <a:latin typeface="Noto Sans CJK KR"/>
                <a:ea typeface="Noto Sans CJK KR"/>
                <a:cs typeface="Noto Sans CJK KR"/>
              </a:rPr>
              <a:t>25문항 사람 검수는 접수됐고, 88개 구절 조정안을 만들었다</a:t>
            </a:r>
          </a:p>
        </p:txBody>
      </p:sp>
      <p:sp>
        <p:nvSpPr>
          <p:cNvPr id="3" name="">
            <a:extLst xmlns:a="http://schemas.openxmlformats.org/drawingml/2006/main">
              <a:ext uri="{FF2B5EF4-FFF2-40B4-BE49-F238E27FC236}">
                <a16:creationId xmlns:a16="http://schemas.microsoft.com/office/drawing/2014/main" id="{A4E3E1A9-BB88-4761-995D-9FB1950D2959}"/>
              </a:ext>
            </a:extLst>
          </p:cNvPr>
          <p:cNvSpPr>
            <a:spLocks xmlns:a="http://schemas.openxmlformats.org/drawingml/2006/main" noGrp="1"/>
          </p:cNvSpPr>
          <p:nvPr/>
        </p:nvSpPr>
        <p:spPr>
          <a:xfrm xmlns:a="http://schemas.openxmlformats.org/drawingml/2006/main">
            <a:off x="533400" y="923925"/>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2657A"/>
                </a:solidFill>
                <a:latin typeface="Noto Sans CJK KR"/>
                <a:ea typeface="Noto Sans CJK KR"/>
                <a:cs typeface="Noto Sans CJK KR"/>
              </a:defRPr>
            </a:pPr>
            <a:r>
              <a:rPr sz="1200" b="0">
                <a:solidFill>
                  <a:srgbClr val="52657A"/>
                </a:solidFill>
                <a:latin typeface="Noto Sans CJK KR"/>
                <a:ea typeface="Noto Sans CJK KR"/>
                <a:cs typeface="Noto Sans CJK KR"/>
              </a:rPr>
              <a:t>최종 사람 승인 전이므로 학습용 gold나 독립 테스트로 사용하지 않음</a:t>
            </a:r>
          </a:p>
        </p:txBody>
      </p:sp>
      <p:sp>
        <p:nvSpPr>
          <p:cNvPr id="4" name="">
            <a:extLst xmlns:a="http://schemas.openxmlformats.org/drawingml/2006/main">
              <a:ext uri="{FF2B5EF4-FFF2-40B4-BE49-F238E27FC236}">
                <a16:creationId xmlns:a16="http://schemas.microsoft.com/office/drawing/2014/main" id="{87D04896-FB80-4BDB-B7DE-5F1A0047910A}"/>
              </a:ext>
            </a:extLst>
          </p:cNvPr>
          <p:cNvSpPr>
            <a:spLocks xmlns:a="http://schemas.openxmlformats.org/drawingml/2006/main" noGrp="1"/>
          </p:cNvSpPr>
          <p:nvPr/>
        </p:nvSpPr>
        <p:spPr>
          <a:xfrm xmlns:a="http://schemas.openxmlformats.org/drawingml/2006/main">
            <a:off x="514350" y="1257300"/>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5" name="">
            <a:extLst xmlns:a="http://schemas.openxmlformats.org/drawingml/2006/main">
              <a:ext uri="{FF2B5EF4-FFF2-40B4-BE49-F238E27FC236}">
                <a16:creationId xmlns:a16="http://schemas.microsoft.com/office/drawing/2014/main" id="{D6B999B8-09A9-4272-B67A-C9486381762C}"/>
              </a:ext>
            </a:extLst>
          </p:cNvPr>
          <p:cNvSpPr>
            <a:spLocks xmlns:a="http://schemas.openxmlformats.org/drawingml/2006/main" noGrp="1"/>
          </p:cNvSpPr>
          <p:nvPr/>
        </p:nvSpPr>
        <p:spPr>
          <a:xfrm xmlns:a="http://schemas.openxmlformats.org/drawingml/2006/main">
            <a:off x="11201400" y="209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52657A"/>
                </a:solidFill>
                <a:latin typeface="Noto Sans CJK KR"/>
                <a:ea typeface="Noto Sans CJK KR"/>
                <a:cs typeface="Noto Sans CJK KR"/>
              </a:defRPr>
            </a:pPr>
            <a:r>
              <a:rPr sz="975" b="1">
                <a:solidFill>
                  <a:srgbClr val="52657A"/>
                </a:solidFill>
                <a:latin typeface="Noto Sans CJK KR"/>
                <a:ea typeface="Noto Sans CJK KR"/>
                <a:cs typeface="Noto Sans CJK KR"/>
              </a:rPr>
              <a:t>25</a:t>
            </a:r>
          </a:p>
        </p:txBody>
      </p:sp>
      <p:sp>
        <p:nvSpPr>
          <p:cNvPr id="6" name="">
            <a:extLst xmlns:a="http://schemas.openxmlformats.org/drawingml/2006/main">
              <a:ext uri="{FF2B5EF4-FFF2-40B4-BE49-F238E27FC236}">
                <a16:creationId xmlns:a16="http://schemas.microsoft.com/office/drawing/2014/main" id="{67363665-0049-4784-B6DD-01CBBDA6D375}"/>
              </a:ext>
            </a:extLst>
          </p:cNvPr>
          <p:cNvSpPr>
            <a:spLocks xmlns:a="http://schemas.openxmlformats.org/drawingml/2006/main" noGrp="1"/>
          </p:cNvSpPr>
          <p:nvPr/>
        </p:nvSpPr>
        <p:spPr>
          <a:xfrm xmlns:a="http://schemas.openxmlformats.org/drawingml/2006/main">
            <a:off x="514350" y="1524000"/>
            <a:ext cx="20955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FD9E6"/>
            </a:solidFill>
          </a:ln>
        </p:spPr>
      </p:sp>
      <p:sp>
        <p:nvSpPr>
          <p:cNvPr id="7" name="">
            <a:extLst xmlns:a="http://schemas.openxmlformats.org/drawingml/2006/main">
              <a:ext uri="{FF2B5EF4-FFF2-40B4-BE49-F238E27FC236}">
                <a16:creationId xmlns:a16="http://schemas.microsoft.com/office/drawing/2014/main" id="{8C738A2A-A619-4671-84B8-2B206F7F71E5}"/>
              </a:ext>
            </a:extLst>
          </p:cNvPr>
          <p:cNvSpPr>
            <a:spLocks xmlns:a="http://schemas.openxmlformats.org/drawingml/2006/main" noGrp="1"/>
          </p:cNvSpPr>
          <p:nvPr/>
        </p:nvSpPr>
        <p:spPr>
          <a:xfrm xmlns:a="http://schemas.openxmlformats.org/drawingml/2006/main">
            <a:off x="666750" y="1657350"/>
            <a:ext cx="1790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2F6BFF"/>
                </a:solidFill>
                <a:latin typeface="Noto Sans CJK KR"/>
                <a:ea typeface="Noto Sans CJK KR"/>
                <a:cs typeface="Noto Sans CJK KR"/>
              </a:defRPr>
            </a:pPr>
            <a:r>
              <a:rPr sz="2400" b="1">
                <a:solidFill>
                  <a:srgbClr val="2F6BFF"/>
                </a:solidFill>
                <a:latin typeface="Noto Sans CJK KR"/>
                <a:ea typeface="Noto Sans CJK KR"/>
                <a:cs typeface="Noto Sans CJK KR"/>
              </a:rPr>
              <a:t>25</a:t>
            </a:r>
          </a:p>
        </p:txBody>
      </p:sp>
      <p:sp>
        <p:nvSpPr>
          <p:cNvPr id="8" name="">
            <a:extLst xmlns:a="http://schemas.openxmlformats.org/drawingml/2006/main">
              <a:ext uri="{FF2B5EF4-FFF2-40B4-BE49-F238E27FC236}">
                <a16:creationId xmlns:a16="http://schemas.microsoft.com/office/drawing/2014/main" id="{451AA7A8-5556-445B-B4DB-DDC4B31614F6}"/>
              </a:ext>
            </a:extLst>
          </p:cNvPr>
          <p:cNvSpPr>
            <a:spLocks xmlns:a="http://schemas.openxmlformats.org/drawingml/2006/main" noGrp="1"/>
          </p:cNvSpPr>
          <p:nvPr/>
        </p:nvSpPr>
        <p:spPr>
          <a:xfrm xmlns:a="http://schemas.openxmlformats.org/drawingml/2006/main">
            <a:off x="666750" y="2105025"/>
            <a:ext cx="1790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132238"/>
                </a:solidFill>
                <a:latin typeface="Noto Sans CJK KR"/>
                <a:ea typeface="Noto Sans CJK KR"/>
                <a:cs typeface="Noto Sans CJK KR"/>
              </a:defRPr>
            </a:pPr>
            <a:r>
              <a:rPr sz="1125" b="1">
                <a:solidFill>
                  <a:srgbClr val="132238"/>
                </a:solidFill>
                <a:latin typeface="Noto Sans CJK KR"/>
                <a:ea typeface="Noto Sans CJK KR"/>
                <a:cs typeface="Noto Sans CJK KR"/>
              </a:rPr>
              <a:t>검수 문항</a:t>
            </a:r>
          </a:p>
        </p:txBody>
      </p:sp>
      <p:sp>
        <p:nvSpPr>
          <p:cNvPr id="9" name="">
            <a:extLst xmlns:a="http://schemas.openxmlformats.org/drawingml/2006/main">
              <a:ext uri="{FF2B5EF4-FFF2-40B4-BE49-F238E27FC236}">
                <a16:creationId xmlns:a16="http://schemas.microsoft.com/office/drawing/2014/main" id="{02D530F7-2325-4012-9E2C-8F567EA443BB}"/>
              </a:ext>
            </a:extLst>
          </p:cNvPr>
          <p:cNvSpPr>
            <a:spLocks xmlns:a="http://schemas.openxmlformats.org/drawingml/2006/main" noGrp="1"/>
          </p:cNvSpPr>
          <p:nvPr/>
        </p:nvSpPr>
        <p:spPr>
          <a:xfrm xmlns:a="http://schemas.openxmlformats.org/drawingml/2006/main">
            <a:off x="666750" y="2343150"/>
            <a:ext cx="1790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0">
                <a:solidFill>
                  <a:srgbClr val="52657A"/>
                </a:solidFill>
                <a:latin typeface="Noto Sans CJK KR"/>
                <a:ea typeface="Noto Sans CJK KR"/>
                <a:cs typeface="Noto Sans CJK KR"/>
              </a:defRPr>
            </a:pPr>
            <a:r>
              <a:rPr sz="825" b="0">
                <a:solidFill>
                  <a:srgbClr val="52657A"/>
                </a:solidFill>
                <a:latin typeface="Noto Sans CJK KR"/>
                <a:ea typeface="Noto Sans CJK KR"/>
                <a:cs typeface="Noto Sans CJK KR"/>
              </a:rPr>
              <a:t>팀원별 서로 다른 문항</a:t>
            </a:r>
          </a:p>
        </p:txBody>
      </p:sp>
      <p:sp>
        <p:nvSpPr>
          <p:cNvPr id="10" name="">
            <a:extLst xmlns:a="http://schemas.openxmlformats.org/drawingml/2006/main">
              <a:ext uri="{FF2B5EF4-FFF2-40B4-BE49-F238E27FC236}">
                <a16:creationId xmlns:a16="http://schemas.microsoft.com/office/drawing/2014/main" id="{FC80E934-B5EB-466C-BF3D-5BA814E518ED}"/>
              </a:ext>
            </a:extLst>
          </p:cNvPr>
          <p:cNvSpPr>
            <a:spLocks xmlns:a="http://schemas.openxmlformats.org/drawingml/2006/main" noGrp="1"/>
          </p:cNvSpPr>
          <p:nvPr/>
        </p:nvSpPr>
        <p:spPr>
          <a:xfrm xmlns:a="http://schemas.openxmlformats.org/drawingml/2006/main">
            <a:off x="2800350" y="1524000"/>
            <a:ext cx="20955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FD9E6"/>
            </a:solidFill>
          </a:ln>
        </p:spPr>
      </p:sp>
      <p:sp>
        <p:nvSpPr>
          <p:cNvPr id="11" name="">
            <a:extLst xmlns:a="http://schemas.openxmlformats.org/drawingml/2006/main">
              <a:ext uri="{FF2B5EF4-FFF2-40B4-BE49-F238E27FC236}">
                <a16:creationId xmlns:a16="http://schemas.microsoft.com/office/drawing/2014/main" id="{6A113F1F-8774-4CF7-837A-D01B16A65669}"/>
              </a:ext>
            </a:extLst>
          </p:cNvPr>
          <p:cNvSpPr>
            <a:spLocks xmlns:a="http://schemas.openxmlformats.org/drawingml/2006/main" noGrp="1"/>
          </p:cNvSpPr>
          <p:nvPr/>
        </p:nvSpPr>
        <p:spPr>
          <a:xfrm xmlns:a="http://schemas.openxmlformats.org/drawingml/2006/main">
            <a:off x="2952750" y="1657350"/>
            <a:ext cx="1790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119C8B"/>
                </a:solidFill>
                <a:latin typeface="Noto Sans CJK KR"/>
                <a:ea typeface="Noto Sans CJK KR"/>
                <a:cs typeface="Noto Sans CJK KR"/>
              </a:defRPr>
            </a:pPr>
            <a:r>
              <a:rPr sz="2400" b="1">
                <a:solidFill>
                  <a:srgbClr val="119C8B"/>
                </a:solidFill>
                <a:latin typeface="Noto Sans CJK KR"/>
                <a:ea typeface="Noto Sans CJK KR"/>
                <a:cs typeface="Noto Sans CJK KR"/>
              </a:rPr>
              <a:t>68</a:t>
            </a:r>
          </a:p>
        </p:txBody>
      </p:sp>
      <p:sp>
        <p:nvSpPr>
          <p:cNvPr id="12" name="">
            <a:extLst xmlns:a="http://schemas.openxmlformats.org/drawingml/2006/main">
              <a:ext uri="{FF2B5EF4-FFF2-40B4-BE49-F238E27FC236}">
                <a16:creationId xmlns:a16="http://schemas.microsoft.com/office/drawing/2014/main" id="{2D2FF3C4-975C-46E6-B703-22624DA53BB1}"/>
              </a:ext>
            </a:extLst>
          </p:cNvPr>
          <p:cNvSpPr>
            <a:spLocks xmlns:a="http://schemas.openxmlformats.org/drawingml/2006/main" noGrp="1"/>
          </p:cNvSpPr>
          <p:nvPr/>
        </p:nvSpPr>
        <p:spPr>
          <a:xfrm xmlns:a="http://schemas.openxmlformats.org/drawingml/2006/main">
            <a:off x="2952750" y="2105025"/>
            <a:ext cx="1790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132238"/>
                </a:solidFill>
                <a:latin typeface="Noto Sans CJK KR"/>
                <a:ea typeface="Noto Sans CJK KR"/>
                <a:cs typeface="Noto Sans CJK KR"/>
              </a:defRPr>
            </a:pPr>
            <a:r>
              <a:rPr sz="1125" b="1">
                <a:solidFill>
                  <a:srgbClr val="132238"/>
                </a:solidFill>
                <a:latin typeface="Noto Sans CJK KR"/>
                <a:ea typeface="Noto Sans CJK KR"/>
                <a:cs typeface="Noto Sans CJK KR"/>
              </a:rPr>
              <a:t>기존 구절</a:t>
            </a:r>
          </a:p>
        </p:txBody>
      </p:sp>
      <p:sp>
        <p:nvSpPr>
          <p:cNvPr id="13" name="">
            <a:extLst xmlns:a="http://schemas.openxmlformats.org/drawingml/2006/main">
              <a:ext uri="{FF2B5EF4-FFF2-40B4-BE49-F238E27FC236}">
                <a16:creationId xmlns:a16="http://schemas.microsoft.com/office/drawing/2014/main" id="{36AB9A66-4B69-4E3F-B511-7493185A00B4}"/>
              </a:ext>
            </a:extLst>
          </p:cNvPr>
          <p:cNvSpPr>
            <a:spLocks xmlns:a="http://schemas.openxmlformats.org/drawingml/2006/main" noGrp="1"/>
          </p:cNvSpPr>
          <p:nvPr/>
        </p:nvSpPr>
        <p:spPr>
          <a:xfrm xmlns:a="http://schemas.openxmlformats.org/drawingml/2006/main">
            <a:off x="2952750" y="2343150"/>
            <a:ext cx="1790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0">
                <a:solidFill>
                  <a:srgbClr val="52657A"/>
                </a:solidFill>
                <a:latin typeface="Noto Sans CJK KR"/>
                <a:ea typeface="Noto Sans CJK KR"/>
                <a:cs typeface="Noto Sans CJK KR"/>
              </a:defRPr>
            </a:pPr>
            <a:r>
              <a:rPr sz="825" b="0">
                <a:solidFill>
                  <a:srgbClr val="52657A"/>
                </a:solidFill>
                <a:latin typeface="Noto Sans CJK KR"/>
                <a:ea typeface="Noto Sans CJK KR"/>
                <a:cs typeface="Noto Sans CJK KR"/>
              </a:rPr>
              <a:t>동의 65 · 수정 3</a:t>
            </a:r>
          </a:p>
        </p:txBody>
      </p:sp>
      <p:sp>
        <p:nvSpPr>
          <p:cNvPr id="14" name="">
            <a:extLst xmlns:a="http://schemas.openxmlformats.org/drawingml/2006/main">
              <a:ext uri="{FF2B5EF4-FFF2-40B4-BE49-F238E27FC236}">
                <a16:creationId xmlns:a16="http://schemas.microsoft.com/office/drawing/2014/main" id="{400CD8E1-B97B-4FCB-BDDE-4CDCAFC41AAE}"/>
              </a:ext>
            </a:extLst>
          </p:cNvPr>
          <p:cNvSpPr>
            <a:spLocks xmlns:a="http://schemas.openxmlformats.org/drawingml/2006/main" noGrp="1"/>
          </p:cNvSpPr>
          <p:nvPr/>
        </p:nvSpPr>
        <p:spPr>
          <a:xfrm xmlns:a="http://schemas.openxmlformats.org/drawingml/2006/main">
            <a:off x="5086350" y="1524000"/>
            <a:ext cx="20955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FD9E6"/>
            </a:solidFill>
          </a:ln>
        </p:spPr>
      </p:sp>
      <p:sp>
        <p:nvSpPr>
          <p:cNvPr id="15" name="">
            <a:extLst xmlns:a="http://schemas.openxmlformats.org/drawingml/2006/main">
              <a:ext uri="{FF2B5EF4-FFF2-40B4-BE49-F238E27FC236}">
                <a16:creationId xmlns:a16="http://schemas.microsoft.com/office/drawing/2014/main" id="{97A3894F-A0A1-45E5-AB93-38F9C05A8B48}"/>
              </a:ext>
            </a:extLst>
          </p:cNvPr>
          <p:cNvSpPr>
            <a:spLocks xmlns:a="http://schemas.openxmlformats.org/drawingml/2006/main" noGrp="1"/>
          </p:cNvSpPr>
          <p:nvPr/>
        </p:nvSpPr>
        <p:spPr>
          <a:xfrm xmlns:a="http://schemas.openxmlformats.org/drawingml/2006/main">
            <a:off x="5238750" y="1657350"/>
            <a:ext cx="1790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F29B38"/>
                </a:solidFill>
                <a:latin typeface="Noto Sans CJK KR"/>
                <a:ea typeface="Noto Sans CJK KR"/>
                <a:cs typeface="Noto Sans CJK KR"/>
              </a:defRPr>
            </a:pPr>
            <a:r>
              <a:rPr sz="2400" b="1">
                <a:solidFill>
                  <a:srgbClr val="F29B38"/>
                </a:solidFill>
                <a:latin typeface="Noto Sans CJK KR"/>
                <a:ea typeface="Noto Sans CJK KR"/>
                <a:cs typeface="Noto Sans CJK KR"/>
              </a:rPr>
              <a:t>88</a:t>
            </a:r>
          </a:p>
        </p:txBody>
      </p:sp>
      <p:sp>
        <p:nvSpPr>
          <p:cNvPr id="16" name="">
            <a:extLst xmlns:a="http://schemas.openxmlformats.org/drawingml/2006/main">
              <a:ext uri="{FF2B5EF4-FFF2-40B4-BE49-F238E27FC236}">
                <a16:creationId xmlns:a16="http://schemas.microsoft.com/office/drawing/2014/main" id="{A6A7D022-F737-45B8-A214-4B99BBBA5270}"/>
              </a:ext>
            </a:extLst>
          </p:cNvPr>
          <p:cNvSpPr>
            <a:spLocks xmlns:a="http://schemas.openxmlformats.org/drawingml/2006/main" noGrp="1"/>
          </p:cNvSpPr>
          <p:nvPr/>
        </p:nvSpPr>
        <p:spPr>
          <a:xfrm xmlns:a="http://schemas.openxmlformats.org/drawingml/2006/main">
            <a:off x="5238750" y="2105025"/>
            <a:ext cx="1790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132238"/>
                </a:solidFill>
                <a:latin typeface="Noto Sans CJK KR"/>
                <a:ea typeface="Noto Sans CJK KR"/>
                <a:cs typeface="Noto Sans CJK KR"/>
              </a:defRPr>
            </a:pPr>
            <a:r>
              <a:rPr sz="1125" b="1">
                <a:solidFill>
                  <a:srgbClr val="132238"/>
                </a:solidFill>
                <a:latin typeface="Noto Sans CJK KR"/>
                <a:ea typeface="Noto Sans CJK KR"/>
                <a:cs typeface="Noto Sans CJK KR"/>
              </a:rPr>
              <a:t>조정안 구절</a:t>
            </a:r>
          </a:p>
        </p:txBody>
      </p:sp>
      <p:sp>
        <p:nvSpPr>
          <p:cNvPr id="17" name="">
            <a:extLst xmlns:a="http://schemas.openxmlformats.org/drawingml/2006/main">
              <a:ext uri="{FF2B5EF4-FFF2-40B4-BE49-F238E27FC236}">
                <a16:creationId xmlns:a16="http://schemas.microsoft.com/office/drawing/2014/main" id="{32718ADD-9D39-4A55-85D2-E78B9247A425}"/>
              </a:ext>
            </a:extLst>
          </p:cNvPr>
          <p:cNvSpPr>
            <a:spLocks xmlns:a="http://schemas.openxmlformats.org/drawingml/2006/main" noGrp="1"/>
          </p:cNvSpPr>
          <p:nvPr/>
        </p:nvSpPr>
        <p:spPr>
          <a:xfrm xmlns:a="http://schemas.openxmlformats.org/drawingml/2006/main">
            <a:off x="5238750" y="2343150"/>
            <a:ext cx="1790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0">
                <a:solidFill>
                  <a:srgbClr val="52657A"/>
                </a:solidFill>
                <a:latin typeface="Noto Sans CJK KR"/>
                <a:ea typeface="Noto Sans CJK KR"/>
                <a:cs typeface="Noto Sans CJK KR"/>
              </a:defRPr>
            </a:pPr>
            <a:r>
              <a:rPr sz="825" b="0">
                <a:solidFill>
                  <a:srgbClr val="52657A"/>
                </a:solidFill>
                <a:latin typeface="Noto Sans CJK KR"/>
                <a:ea typeface="Noto Sans CJK KR"/>
                <a:cs typeface="Noto Sans CJK KR"/>
              </a:rPr>
              <a:t>추가·수정 포함</a:t>
            </a:r>
          </a:p>
        </p:txBody>
      </p:sp>
      <p:sp>
        <p:nvSpPr>
          <p:cNvPr id="18" name="">
            <a:extLst xmlns:a="http://schemas.openxmlformats.org/drawingml/2006/main">
              <a:ext uri="{FF2B5EF4-FFF2-40B4-BE49-F238E27FC236}">
                <a16:creationId xmlns:a16="http://schemas.microsoft.com/office/drawing/2014/main" id="{4D308941-A7C9-484B-946B-2CED380BEC0E}"/>
              </a:ext>
            </a:extLst>
          </p:cNvPr>
          <p:cNvSpPr>
            <a:spLocks xmlns:a="http://schemas.openxmlformats.org/drawingml/2006/main" noGrp="1"/>
          </p:cNvSpPr>
          <p:nvPr/>
        </p:nvSpPr>
        <p:spPr>
          <a:xfrm xmlns:a="http://schemas.openxmlformats.org/drawingml/2006/main">
            <a:off x="7372350" y="1524000"/>
            <a:ext cx="20955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FD9E6"/>
            </a:solidFill>
          </a:ln>
        </p:spPr>
      </p:sp>
      <p:sp>
        <p:nvSpPr>
          <p:cNvPr id="19" name="">
            <a:extLst xmlns:a="http://schemas.openxmlformats.org/drawingml/2006/main">
              <a:ext uri="{FF2B5EF4-FFF2-40B4-BE49-F238E27FC236}">
                <a16:creationId xmlns:a16="http://schemas.microsoft.com/office/drawing/2014/main" id="{4AFE8605-19D5-4BA7-86AA-6CCF5141E15A}"/>
              </a:ext>
            </a:extLst>
          </p:cNvPr>
          <p:cNvSpPr>
            <a:spLocks xmlns:a="http://schemas.openxmlformats.org/drawingml/2006/main" noGrp="1"/>
          </p:cNvSpPr>
          <p:nvPr/>
        </p:nvSpPr>
        <p:spPr>
          <a:xfrm xmlns:a="http://schemas.openxmlformats.org/drawingml/2006/main">
            <a:off x="7524750" y="1657350"/>
            <a:ext cx="1790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7657C8"/>
                </a:solidFill>
                <a:latin typeface="Noto Sans CJK KR"/>
                <a:ea typeface="Noto Sans CJK KR"/>
                <a:cs typeface="Noto Sans CJK KR"/>
              </a:defRPr>
            </a:pPr>
            <a:r>
              <a:rPr sz="2400" b="1">
                <a:solidFill>
                  <a:srgbClr val="7657C8"/>
                </a:solidFill>
                <a:latin typeface="Noto Sans CJK KR"/>
                <a:ea typeface="Noto Sans CJK KR"/>
                <a:cs typeface="Noto Sans CJK KR"/>
              </a:rPr>
              <a:t>79</a:t>
            </a:r>
          </a:p>
        </p:txBody>
      </p:sp>
      <p:sp>
        <p:nvSpPr>
          <p:cNvPr id="20" name="">
            <a:extLst xmlns:a="http://schemas.openxmlformats.org/drawingml/2006/main">
              <a:ext uri="{FF2B5EF4-FFF2-40B4-BE49-F238E27FC236}">
                <a16:creationId xmlns:a16="http://schemas.microsoft.com/office/drawing/2014/main" id="{2D04F4A6-0204-4A01-B5EA-EA6E2BEEF1AF}"/>
              </a:ext>
            </a:extLst>
          </p:cNvPr>
          <p:cNvSpPr>
            <a:spLocks xmlns:a="http://schemas.openxmlformats.org/drawingml/2006/main" noGrp="1"/>
          </p:cNvSpPr>
          <p:nvPr/>
        </p:nvSpPr>
        <p:spPr>
          <a:xfrm xmlns:a="http://schemas.openxmlformats.org/drawingml/2006/main">
            <a:off x="7524750" y="2105025"/>
            <a:ext cx="1790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132238"/>
                </a:solidFill>
                <a:latin typeface="Noto Sans CJK KR"/>
                <a:ea typeface="Noto Sans CJK KR"/>
                <a:cs typeface="Noto Sans CJK KR"/>
              </a:defRPr>
            </a:pPr>
            <a:r>
              <a:rPr sz="1125" b="1">
                <a:solidFill>
                  <a:srgbClr val="132238"/>
                </a:solidFill>
                <a:latin typeface="Noto Sans CJK KR"/>
                <a:ea typeface="Noto Sans CJK KR"/>
                <a:cs typeface="Noto Sans CJK KR"/>
              </a:rPr>
              <a:t>근거 청크 참조</a:t>
            </a:r>
          </a:p>
        </p:txBody>
      </p:sp>
      <p:sp>
        <p:nvSpPr>
          <p:cNvPr id="21" name="">
            <a:extLst xmlns:a="http://schemas.openxmlformats.org/drawingml/2006/main">
              <a:ext uri="{FF2B5EF4-FFF2-40B4-BE49-F238E27FC236}">
                <a16:creationId xmlns:a16="http://schemas.microsoft.com/office/drawing/2014/main" id="{71030A1C-70D6-4C6F-8CCA-2DF112557454}"/>
              </a:ext>
            </a:extLst>
          </p:cNvPr>
          <p:cNvSpPr>
            <a:spLocks xmlns:a="http://schemas.openxmlformats.org/drawingml/2006/main" noGrp="1"/>
          </p:cNvSpPr>
          <p:nvPr/>
        </p:nvSpPr>
        <p:spPr>
          <a:xfrm xmlns:a="http://schemas.openxmlformats.org/drawingml/2006/main">
            <a:off x="7524750" y="2343150"/>
            <a:ext cx="1790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0">
                <a:solidFill>
                  <a:srgbClr val="52657A"/>
                </a:solidFill>
                <a:latin typeface="Noto Sans CJK KR"/>
                <a:ea typeface="Noto Sans CJK KR"/>
                <a:cs typeface="Noto Sans CJK KR"/>
              </a:defRPr>
            </a:pPr>
            <a:r>
              <a:rPr sz="825" b="0">
                <a:solidFill>
                  <a:srgbClr val="52657A"/>
                </a:solidFill>
                <a:latin typeface="Noto Sans CJK KR"/>
                <a:ea typeface="Noto Sans CJK KR"/>
                <a:cs typeface="Noto Sans CJK KR"/>
              </a:rPr>
              <a:t>read-only index hash 대조</a:t>
            </a:r>
          </a:p>
        </p:txBody>
      </p:sp>
      <p:sp>
        <p:nvSpPr>
          <p:cNvPr id="22" name="">
            <a:extLst xmlns:a="http://schemas.openxmlformats.org/drawingml/2006/main">
              <a:ext uri="{FF2B5EF4-FFF2-40B4-BE49-F238E27FC236}">
                <a16:creationId xmlns:a16="http://schemas.microsoft.com/office/drawing/2014/main" id="{33BC030F-4D8C-4A8A-8066-E19C30CFFB74}"/>
              </a:ext>
            </a:extLst>
          </p:cNvPr>
          <p:cNvSpPr>
            <a:spLocks xmlns:a="http://schemas.openxmlformats.org/drawingml/2006/main" noGrp="1"/>
          </p:cNvSpPr>
          <p:nvPr/>
        </p:nvSpPr>
        <p:spPr>
          <a:xfrm xmlns:a="http://schemas.openxmlformats.org/drawingml/2006/main">
            <a:off x="9658350" y="1524000"/>
            <a:ext cx="20193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FD9E6"/>
            </a:solidFill>
          </a:ln>
        </p:spPr>
      </p:sp>
      <p:sp>
        <p:nvSpPr>
          <p:cNvPr id="23" name="">
            <a:extLst xmlns:a="http://schemas.openxmlformats.org/drawingml/2006/main">
              <a:ext uri="{FF2B5EF4-FFF2-40B4-BE49-F238E27FC236}">
                <a16:creationId xmlns:a16="http://schemas.microsoft.com/office/drawing/2014/main" id="{61862F85-09F9-4CEF-8C1F-258EC0F8ABDD}"/>
              </a:ext>
            </a:extLst>
          </p:cNvPr>
          <p:cNvSpPr>
            <a:spLocks xmlns:a="http://schemas.openxmlformats.org/drawingml/2006/main" noGrp="1"/>
          </p:cNvSpPr>
          <p:nvPr/>
        </p:nvSpPr>
        <p:spPr>
          <a:xfrm xmlns:a="http://schemas.openxmlformats.org/drawingml/2006/main">
            <a:off x="9810750" y="16573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D9564A"/>
                </a:solidFill>
                <a:latin typeface="Noto Sans CJK KR"/>
                <a:ea typeface="Noto Sans CJK KR"/>
                <a:cs typeface="Noto Sans CJK KR"/>
              </a:defRPr>
            </a:pPr>
            <a:r>
              <a:rPr sz="2400" b="1">
                <a:solidFill>
                  <a:srgbClr val="D9564A"/>
                </a:solidFill>
                <a:latin typeface="Noto Sans CJK KR"/>
                <a:ea typeface="Noto Sans CJK KR"/>
                <a:cs typeface="Noto Sans CJK KR"/>
              </a:rPr>
              <a:t>pending</a:t>
            </a:r>
          </a:p>
        </p:txBody>
      </p:sp>
      <p:sp>
        <p:nvSpPr>
          <p:cNvPr id="24" name="">
            <a:extLst xmlns:a="http://schemas.openxmlformats.org/drawingml/2006/main">
              <a:ext uri="{FF2B5EF4-FFF2-40B4-BE49-F238E27FC236}">
                <a16:creationId xmlns:a16="http://schemas.microsoft.com/office/drawing/2014/main" id="{DE0040F3-CD90-4419-87D4-0DEF1A1994AD}"/>
              </a:ext>
            </a:extLst>
          </p:cNvPr>
          <p:cNvSpPr>
            <a:spLocks xmlns:a="http://schemas.openxmlformats.org/drawingml/2006/main" noGrp="1"/>
          </p:cNvSpPr>
          <p:nvPr/>
        </p:nvSpPr>
        <p:spPr>
          <a:xfrm xmlns:a="http://schemas.openxmlformats.org/drawingml/2006/main">
            <a:off x="9810750" y="2105025"/>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132238"/>
                </a:solidFill>
                <a:latin typeface="Noto Sans CJK KR"/>
                <a:ea typeface="Noto Sans CJK KR"/>
                <a:cs typeface="Noto Sans CJK KR"/>
              </a:defRPr>
            </a:pPr>
            <a:r>
              <a:rPr sz="1125" b="1">
                <a:solidFill>
                  <a:srgbClr val="132238"/>
                </a:solidFill>
                <a:latin typeface="Noto Sans CJK KR"/>
                <a:ea typeface="Noto Sans CJK KR"/>
                <a:cs typeface="Noto Sans CJK KR"/>
              </a:rPr>
              <a:t>최종 승인</a:t>
            </a:r>
          </a:p>
        </p:txBody>
      </p:sp>
      <p:sp>
        <p:nvSpPr>
          <p:cNvPr id="25" name="">
            <a:extLst xmlns:a="http://schemas.openxmlformats.org/drawingml/2006/main">
              <a:ext uri="{FF2B5EF4-FFF2-40B4-BE49-F238E27FC236}">
                <a16:creationId xmlns:a16="http://schemas.microsoft.com/office/drawing/2014/main" id="{FA1797A2-F50F-4537-871F-05C59C2E3FCE}"/>
              </a:ext>
            </a:extLst>
          </p:cNvPr>
          <p:cNvSpPr>
            <a:spLocks xmlns:a="http://schemas.openxmlformats.org/drawingml/2006/main" noGrp="1"/>
          </p:cNvSpPr>
          <p:nvPr/>
        </p:nvSpPr>
        <p:spPr>
          <a:xfrm xmlns:a="http://schemas.openxmlformats.org/drawingml/2006/main">
            <a:off x="9810750" y="2343150"/>
            <a:ext cx="171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0">
                <a:solidFill>
                  <a:srgbClr val="52657A"/>
                </a:solidFill>
                <a:latin typeface="Noto Sans CJK KR"/>
                <a:ea typeface="Noto Sans CJK KR"/>
                <a:cs typeface="Noto Sans CJK KR"/>
              </a:defRPr>
            </a:pPr>
            <a:r>
              <a:rPr sz="825" b="0">
                <a:solidFill>
                  <a:srgbClr val="52657A"/>
                </a:solidFill>
                <a:latin typeface="Noto Sans CJK KR"/>
                <a:ea typeface="Noto Sans CJK KR"/>
                <a:cs typeface="Noto Sans CJK KR"/>
              </a:rPr>
              <a:t>training_ready=false</a:t>
            </a:r>
          </a:p>
        </p:txBody>
      </p:sp>
      <p:graphicFrame>
        <p:nvGraphicFramePr>
          <p:cNvPr id="61" name="Chart"/>
          <p:cNvGraphicFramePr/>
          <p:nvPr/>
        </p:nvGraphicFramePr>
        <p:xfrm>
          <a:off xmlns:a="http://schemas.openxmlformats.org/drawingml/2006/main" x="514350" y="2962275"/>
          <a:ext xmlns:a="http://schemas.openxmlformats.org/drawingml/2006/main" cx="6496050" cy="2524125"/>
        </p:xfrm>
        <a:graphic xmlns:a="http://schemas.openxmlformats.org/drawingml/2006/main">
          <a:graphicData uri="http://schemas.openxmlformats.org/drawingml/2006/chart">
            <c:chart xmlns:r="http://schemas.openxmlformats.org/officeDocument/2006/relationships" xmlns:c="http://schemas.openxmlformats.org/drawingml/2006/chart" r:id="R4ebb28d5bd854f9d"/>
          </a:graphicData>
        </a:graphic>
      </p:graphicFrame>
      <p:sp>
        <p:nvSpPr>
          <p:cNvPr id="27" name="">
            <a:extLst xmlns:a="http://schemas.openxmlformats.org/drawingml/2006/main">
              <a:ext uri="{FF2B5EF4-FFF2-40B4-BE49-F238E27FC236}">
                <a16:creationId xmlns:a16="http://schemas.microsoft.com/office/drawing/2014/main" id="{647FD6D5-8E59-4203-BF27-166A5588946D}"/>
              </a:ext>
            </a:extLst>
          </p:cNvPr>
          <p:cNvSpPr>
            <a:spLocks xmlns:a="http://schemas.openxmlformats.org/drawingml/2006/main" noGrp="1"/>
          </p:cNvSpPr>
          <p:nvPr/>
        </p:nvSpPr>
        <p:spPr>
          <a:xfrm xmlns:a="http://schemas.openxmlformats.org/drawingml/2006/main">
            <a:off x="7334250" y="2962275"/>
            <a:ext cx="4343400" cy="2524125"/>
          </a:xfrm>
          <a:prstGeom xmlns:a="http://schemas.openxmlformats.org/drawingml/2006/main" prst="roundRect">
            <a:avLst>
              <a:gd name="adj" fmla="val 3019"/>
            </a:avLst>
          </a:prstGeom>
          <a:solidFill xmlns:a="http://schemas.openxmlformats.org/drawingml/2006/main">
            <a:srgbClr val="FFFFFF"/>
          </a:solidFill>
          <a:ln xmlns:a="http://schemas.openxmlformats.org/drawingml/2006/main" w="9525">
            <a:solidFill>
              <a:srgbClr val="CFD9E6"/>
            </a:solidFill>
          </a:ln>
        </p:spPr>
      </p:sp>
      <p:sp>
        <p:nvSpPr>
          <p:cNvPr id="28" name="">
            <a:extLst xmlns:a="http://schemas.openxmlformats.org/drawingml/2006/main">
              <a:ext uri="{FF2B5EF4-FFF2-40B4-BE49-F238E27FC236}">
                <a16:creationId xmlns:a16="http://schemas.microsoft.com/office/drawing/2014/main" id="{E972FD24-34A6-4EE1-939D-6257D526F14E}"/>
              </a:ext>
            </a:extLst>
          </p:cNvPr>
          <p:cNvSpPr>
            <a:spLocks xmlns:a="http://schemas.openxmlformats.org/drawingml/2006/main" noGrp="1"/>
          </p:cNvSpPr>
          <p:nvPr/>
        </p:nvSpPr>
        <p:spPr>
          <a:xfrm xmlns:a="http://schemas.openxmlformats.org/drawingml/2006/main">
            <a:off x="7524750" y="3133725"/>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83B5B"/>
                </a:solidFill>
                <a:latin typeface="Noto Sans CJK KR"/>
                <a:ea typeface="Noto Sans CJK KR"/>
                <a:cs typeface="Noto Sans CJK KR"/>
              </a:defRPr>
            </a:pPr>
            <a:r>
              <a:rPr sz="1350" b="1">
                <a:solidFill>
                  <a:srgbClr val="183B5B"/>
                </a:solidFill>
                <a:latin typeface="Noto Sans CJK KR"/>
                <a:ea typeface="Noto Sans CJK KR"/>
                <a:cs typeface="Noto Sans CJK KR"/>
              </a:rPr>
              <a:t>조정 결과</a:t>
            </a:r>
          </a:p>
        </p:txBody>
      </p:sp>
      <p:graphicFrame>
        <p:nvGraphicFramePr>
          <p:cNvPr id="64" name=""/>
          <p:cNvGraphicFramePr/>
          <p:nvPr/>
        </p:nvGraphicFramePr>
        <p:xfrm>
          <a:off xmlns:a="http://schemas.openxmlformats.org/drawingml/2006/main" x="7524750" y="3533775"/>
          <a:ext xmlns:a="http://schemas.openxmlformats.org/drawingml/2006/main" cx="2076450" cy="1438275"/>
        </p:xfrm>
        <a:graphic xmlns:a="http://schemas.openxmlformats.org/drawingml/2006/main">
          <a:graphicData uri="http://schemas.openxmlformats.org/drawingml/2006/table">
            <a:tbl>
              <a:tblPr/>
              <a:tblGrid>
                <a:gridCol w="1238250"/>
                <a:gridCol w="838200"/>
              </a:tblGrid>
              <a:tr h="359569">
                <a:tc>
                  <a:txBody>
                    <a:bodyPr/>
                    <a:lstStyle/>
                    <a:p>
                      <a:r>
                        <a:rPr sz="1050" b="1">
                          <a:solidFill>
                            <a:srgbClr val="FFFFFF"/>
                          </a:solidFill>
                          <a:latin typeface="Noto Sans CJK KR"/>
                          <a:ea typeface="Noto Sans CJK KR"/>
                          <a:cs typeface="Noto Sans CJK KR"/>
                        </a:rPr>
                        <a:t>처리</a:t>
                      </a:r>
                    </a:p>
                  </a:txBody>
                  <a:tcPr marL="76200" marR="76200" marT="57150" marB="57150" anchor="ctr">
                    <a:solidFill>
                      <a:srgbClr val="183B5B"/>
                    </a:solidFill>
                  </a:tcPr>
                </a:tc>
                <a:tc>
                  <a:txBody>
                    <a:bodyPr/>
                    <a:lstStyle/>
                    <a:p>
                      <a:r>
                        <a:rPr sz="1050" b="1">
                          <a:solidFill>
                            <a:srgbClr val="FFFFFF"/>
                          </a:solidFill>
                          <a:latin typeface="Noto Sans CJK KR"/>
                          <a:ea typeface="Noto Sans CJK KR"/>
                          <a:cs typeface="Noto Sans CJK KR"/>
                        </a:rPr>
                        <a:t>구절</a:t>
                      </a:r>
                    </a:p>
                  </a:txBody>
                  <a:tcPr marL="76200" marR="76200" marT="57150" marB="57150" anchor="ctr">
                    <a:solidFill>
                      <a:srgbClr val="183B5B"/>
                    </a:solidFill>
                  </a:tcPr>
                </a:tc>
              </a:tr>
              <a:tr h="359569">
                <a:tc>
                  <a:txBody>
                    <a:bodyPr/>
                    <a:lstStyle/>
                    <a:p>
                      <a:r>
                        <a:rPr sz="1050">
                          <a:solidFill>
                            <a:srgbClr val="132238"/>
                          </a:solidFill>
                          <a:latin typeface="Noto Sans CJK KR"/>
                          <a:ea typeface="Noto Sans CJK KR"/>
                          <a:cs typeface="Noto Sans CJK KR"/>
                        </a:rPr>
                        <a:t>제안 수용</a:t>
                      </a:r>
                    </a:p>
                  </a:txBody>
                  <a:tcPr marL="76200" marR="76200" marT="57150" marB="57150" anchor="ctr">
                    <a:solidFill>
                      <a:srgbClr val="FFFFFF"/>
                    </a:solidFill>
                  </a:tcPr>
                </a:tc>
                <a:tc>
                  <a:txBody>
                    <a:bodyPr/>
                    <a:lstStyle/>
                    <a:p>
                      <a:r>
                        <a:rPr sz="1050">
                          <a:solidFill>
                            <a:srgbClr val="132238"/>
                          </a:solidFill>
                          <a:latin typeface="Noto Sans CJK KR"/>
                          <a:ea typeface="Noto Sans CJK KR"/>
                          <a:cs typeface="Noto Sans CJK KR"/>
                        </a:rPr>
                        <a:t>70</a:t>
                      </a:r>
                    </a:p>
                  </a:txBody>
                  <a:tcPr marL="76200" marR="76200" marT="57150" marB="57150" anchor="ctr">
                    <a:solidFill>
                      <a:srgbClr val="FFFFFF"/>
                    </a:solidFill>
                  </a:tcPr>
                </a:tc>
              </a:tr>
              <a:tr h="359569">
                <a:tc>
                  <a:txBody>
                    <a:bodyPr/>
                    <a:lstStyle/>
                    <a:p>
                      <a:r>
                        <a:rPr sz="1050">
                          <a:solidFill>
                            <a:srgbClr val="132238"/>
                          </a:solidFill>
                          <a:latin typeface="Noto Sans CJK KR"/>
                          <a:ea typeface="Noto Sans CJK KR"/>
                          <a:cs typeface="Noto Sans CJK KR"/>
                        </a:rPr>
                        <a:t>보류</a:t>
                      </a:r>
                    </a:p>
                  </a:txBody>
                  <a:tcPr marL="76200" marR="76200" marT="57150" marB="57150" anchor="ctr">
                    <a:solidFill>
                      <a:srgbClr val="FFFFFF"/>
                    </a:solidFill>
                  </a:tcPr>
                </a:tc>
                <a:tc>
                  <a:txBody>
                    <a:bodyPr/>
                    <a:lstStyle/>
                    <a:p>
                      <a:r>
                        <a:rPr sz="1050">
                          <a:solidFill>
                            <a:srgbClr val="132238"/>
                          </a:solidFill>
                          <a:latin typeface="Noto Sans CJK KR"/>
                          <a:ea typeface="Noto Sans CJK KR"/>
                          <a:cs typeface="Noto Sans CJK KR"/>
                        </a:rPr>
                        <a:t>16</a:t>
                      </a:r>
                    </a:p>
                  </a:txBody>
                  <a:tcPr marL="76200" marR="76200" marT="57150" marB="57150" anchor="ctr">
                    <a:solidFill>
                      <a:srgbClr val="FFFFFF"/>
                    </a:solidFill>
                  </a:tcPr>
                </a:tc>
              </a:tr>
              <a:tr h="359569">
                <a:tc>
                  <a:txBody>
                    <a:bodyPr/>
                    <a:lstStyle/>
                    <a:p>
                      <a:r>
                        <a:rPr sz="1050">
                          <a:solidFill>
                            <a:srgbClr val="132238"/>
                          </a:solidFill>
                          <a:latin typeface="Noto Sans CJK KR"/>
                          <a:ea typeface="Noto Sans CJK KR"/>
                          <a:cs typeface="Noto Sans CJK KR"/>
                        </a:rPr>
                        <a:t>품질만</a:t>
                      </a:r>
                    </a:p>
                  </a:txBody>
                  <a:tcPr marL="76200" marR="76200" marT="57150" marB="57150" anchor="ctr">
                    <a:solidFill>
                      <a:srgbClr val="FFFFFF"/>
                    </a:solidFill>
                  </a:tcPr>
                </a:tc>
                <a:tc>
                  <a:txBody>
                    <a:bodyPr/>
                    <a:lstStyle/>
                    <a:p>
                      <a:r>
                        <a:rPr sz="1050">
                          <a:solidFill>
                            <a:srgbClr val="132238"/>
                          </a:solidFill>
                          <a:latin typeface="Noto Sans CJK KR"/>
                          <a:ea typeface="Noto Sans CJK KR"/>
                          <a:cs typeface="Noto Sans CJK KR"/>
                        </a:rPr>
                        <a:t>2</a:t>
                      </a:r>
                    </a:p>
                  </a:txBody>
                  <a:tcPr marL="76200" marR="76200" marT="57150" marB="57150" anchor="ctr">
                    <a:solidFill>
                      <a:srgbClr val="FFFFFF"/>
                    </a:solidFill>
                  </a:tcPr>
                </a:tc>
              </a:tr>
            </a:tbl>
          </a:graphicData>
        </a:graphic>
      </p:graphicFrame>
      <p:sp>
        <p:nvSpPr>
          <p:cNvPr id="30" name="">
            <a:extLst xmlns:a="http://schemas.openxmlformats.org/drawingml/2006/main">
              <a:ext uri="{FF2B5EF4-FFF2-40B4-BE49-F238E27FC236}">
                <a16:creationId xmlns:a16="http://schemas.microsoft.com/office/drawing/2014/main" id="{D83F1619-1CB1-4B55-9C15-E334A347E99D}"/>
              </a:ext>
            </a:extLst>
          </p:cNvPr>
          <p:cNvSpPr>
            <a:spLocks xmlns:a="http://schemas.openxmlformats.org/drawingml/2006/main" noGrp="1"/>
          </p:cNvSpPr>
          <p:nvPr/>
        </p:nvSpPr>
        <p:spPr>
          <a:xfrm xmlns:a="http://schemas.openxmlformats.org/drawingml/2006/main">
            <a:off x="9810750" y="3133725"/>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83B5B"/>
                </a:solidFill>
                <a:latin typeface="Noto Sans CJK KR"/>
                <a:ea typeface="Noto Sans CJK KR"/>
                <a:cs typeface="Noto Sans CJK KR"/>
              </a:defRPr>
            </a:pPr>
            <a:r>
              <a:rPr sz="1350" b="1">
                <a:solidFill>
                  <a:srgbClr val="183B5B"/>
                </a:solidFill>
                <a:latin typeface="Noto Sans CJK KR"/>
                <a:ea typeface="Noto Sans CJK KR"/>
                <a:cs typeface="Noto Sans CJK KR"/>
              </a:rPr>
              <a:t>문항 결정</a:t>
            </a:r>
          </a:p>
        </p:txBody>
      </p:sp>
      <p:graphicFrame>
        <p:nvGraphicFramePr>
          <p:cNvPr id="66" name=""/>
          <p:cNvGraphicFramePr/>
          <p:nvPr/>
        </p:nvGraphicFramePr>
        <p:xfrm>
          <a:off xmlns:a="http://schemas.openxmlformats.org/drawingml/2006/main" x="9810750" y="3533775"/>
          <a:ext xmlns:a="http://schemas.openxmlformats.org/drawingml/2006/main" cx="1676400" cy="1438275"/>
        </p:xfrm>
        <a:graphic xmlns:a="http://schemas.openxmlformats.org/drawingml/2006/main">
          <a:graphicData uri="http://schemas.openxmlformats.org/drawingml/2006/table">
            <a:tbl>
              <a:tblPr/>
              <a:tblGrid>
                <a:gridCol w="1066800"/>
                <a:gridCol w="609600"/>
              </a:tblGrid>
              <a:tr h="359569">
                <a:tc>
                  <a:txBody>
                    <a:bodyPr/>
                    <a:lstStyle/>
                    <a:p>
                      <a:r>
                        <a:rPr sz="975" b="1">
                          <a:solidFill>
                            <a:srgbClr val="FFFFFF"/>
                          </a:solidFill>
                          <a:latin typeface="Noto Sans CJK KR"/>
                          <a:ea typeface="Noto Sans CJK KR"/>
                          <a:cs typeface="Noto Sans CJK KR"/>
                        </a:rPr>
                        <a:t>결정</a:t>
                      </a:r>
                    </a:p>
                  </a:txBody>
                  <a:tcPr marL="76200" marR="76200" marT="57150" marB="57150" anchor="ctr">
                    <a:solidFill>
                      <a:srgbClr val="183B5B"/>
                    </a:solidFill>
                  </a:tcPr>
                </a:tc>
                <a:tc>
                  <a:txBody>
                    <a:bodyPr/>
                    <a:lstStyle/>
                    <a:p>
                      <a:r>
                        <a:rPr sz="975" b="1">
                          <a:solidFill>
                            <a:srgbClr val="FFFFFF"/>
                          </a:solidFill>
                          <a:latin typeface="Noto Sans CJK KR"/>
                          <a:ea typeface="Noto Sans CJK KR"/>
                          <a:cs typeface="Noto Sans CJK KR"/>
                        </a:rPr>
                        <a:t>문항</a:t>
                      </a:r>
                    </a:p>
                  </a:txBody>
                  <a:tcPr marL="76200" marR="76200" marT="57150" marB="57150" anchor="ctr">
                    <a:solidFill>
                      <a:srgbClr val="183B5B"/>
                    </a:solidFill>
                  </a:tcPr>
                </a:tc>
              </a:tr>
              <a:tr h="359569">
                <a:tc>
                  <a:txBody>
                    <a:bodyPr/>
                    <a:lstStyle/>
                    <a:p>
                      <a:r>
                        <a:rPr sz="975">
                          <a:solidFill>
                            <a:srgbClr val="132238"/>
                          </a:solidFill>
                          <a:latin typeface="Noto Sans CJK KR"/>
                          <a:ea typeface="Noto Sans CJK KR"/>
                          <a:cs typeface="Noto Sans CJK KR"/>
                        </a:rPr>
                        <a:t>동의</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12</a:t>
                      </a:r>
                    </a:p>
                  </a:txBody>
                  <a:tcPr marL="76200" marR="76200" marT="57150" marB="57150" anchor="ctr">
                    <a:solidFill>
                      <a:srgbClr val="FFFFFF"/>
                    </a:solidFill>
                  </a:tcPr>
                </a:tc>
              </a:tr>
              <a:tr h="359569">
                <a:tc>
                  <a:txBody>
                    <a:bodyPr/>
                    <a:lstStyle/>
                    <a:p>
                      <a:r>
                        <a:rPr sz="975">
                          <a:solidFill>
                            <a:srgbClr val="132238"/>
                          </a:solidFill>
                          <a:latin typeface="Noto Sans CJK KR"/>
                          <a:ea typeface="Noto Sans CJK KR"/>
                          <a:cs typeface="Noto Sans CJK KR"/>
                        </a:rPr>
                        <a:t>수정 제안</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12</a:t>
                      </a:r>
                    </a:p>
                  </a:txBody>
                  <a:tcPr marL="76200" marR="76200" marT="57150" marB="57150" anchor="ctr">
                    <a:solidFill>
                      <a:srgbClr val="FFFFFF"/>
                    </a:solidFill>
                  </a:tcPr>
                </a:tc>
              </a:tr>
              <a:tr h="359569">
                <a:tc>
                  <a:txBody>
                    <a:bodyPr/>
                    <a:lstStyle/>
                    <a:p>
                      <a:r>
                        <a:rPr sz="975">
                          <a:solidFill>
                            <a:srgbClr val="132238"/>
                          </a:solidFill>
                          <a:latin typeface="Noto Sans CJK KR"/>
                          <a:ea typeface="Noto Sans CJK KR"/>
                          <a:cs typeface="Noto Sans CJK KR"/>
                        </a:rPr>
                        <a:t>재검토</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1</a:t>
                      </a:r>
                    </a:p>
                  </a:txBody>
                  <a:tcPr marL="76200" marR="76200" marT="57150" marB="57150" anchor="ctr">
                    <a:solidFill>
                      <a:srgbClr val="FFFFFF"/>
                    </a:solidFill>
                  </a:tcPr>
                </a:tc>
              </a:tr>
            </a:tbl>
          </a:graphicData>
        </a:graphic>
      </p:graphicFrame>
      <p:sp>
        <p:nvSpPr>
          <p:cNvPr id="32" name="">
            <a:extLst xmlns:a="http://schemas.openxmlformats.org/drawingml/2006/main">
              <a:ext uri="{FF2B5EF4-FFF2-40B4-BE49-F238E27FC236}">
                <a16:creationId xmlns:a16="http://schemas.microsoft.com/office/drawing/2014/main" id="{5668CB11-D975-4452-AA03-0BE559BC58B4}"/>
              </a:ext>
            </a:extLst>
          </p:cNvPr>
          <p:cNvSpPr>
            <a:spLocks xmlns:a="http://schemas.openxmlformats.org/drawingml/2006/main" noGrp="1"/>
          </p:cNvSpPr>
          <p:nvPr/>
        </p:nvSpPr>
        <p:spPr>
          <a:xfrm xmlns:a="http://schemas.openxmlformats.org/drawingml/2006/main">
            <a:off x="7524750" y="5133975"/>
            <a:ext cx="3905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D9564A"/>
                </a:solidFill>
                <a:latin typeface="Noto Sans CJK KR"/>
                <a:ea typeface="Noto Sans CJK KR"/>
                <a:cs typeface="Noto Sans CJK KR"/>
              </a:defRPr>
            </a:pPr>
            <a:r>
              <a:rPr sz="975" b="1">
                <a:solidFill>
                  <a:srgbClr val="D9564A"/>
                </a:solidFill>
                <a:latin typeface="Noto Sans CJK KR"/>
                <a:ea typeface="Noto Sans CJK KR"/>
                <a:cs typeface="Noto Sans CJK KR"/>
              </a:rPr>
              <a:t>검수자 간 중복 문항이 없어 inter-annotator agreement는 계산할 수 없음</a:t>
            </a:r>
          </a:p>
        </p:txBody>
      </p:sp>
      <p:sp>
        <p:nvSpPr>
          <p:cNvPr id="33" name="">
            <a:extLst xmlns:a="http://schemas.openxmlformats.org/drawingml/2006/main">
              <a:ext uri="{FF2B5EF4-FFF2-40B4-BE49-F238E27FC236}">
                <a16:creationId xmlns:a16="http://schemas.microsoft.com/office/drawing/2014/main" id="{C6781300-E049-4294-BF0B-8E2A8867AE7A}"/>
              </a:ext>
            </a:extLst>
          </p:cNvPr>
          <p:cNvSpPr>
            <a:spLocks xmlns:a="http://schemas.openxmlformats.org/drawingml/2006/main" noGrp="1"/>
          </p:cNvSpPr>
          <p:nvPr/>
        </p:nvSpPr>
        <p:spPr>
          <a:xfrm xmlns:a="http://schemas.openxmlformats.org/drawingml/2006/main">
            <a:off x="514350" y="6353175"/>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34" name="">
            <a:extLst xmlns:a="http://schemas.openxmlformats.org/drawingml/2006/main">
              <a:ext uri="{FF2B5EF4-FFF2-40B4-BE49-F238E27FC236}">
                <a16:creationId xmlns:a16="http://schemas.microsoft.com/office/drawing/2014/main" id="{9B4BEFF6-4A97-4632-BB5D-89F63F123470}"/>
              </a:ext>
            </a:extLst>
          </p:cNvPr>
          <p:cNvSpPr>
            <a:spLocks xmlns:a="http://schemas.openxmlformats.org/drawingml/2006/main" noGrp="1"/>
          </p:cNvSpPr>
          <p:nvPr/>
        </p:nvSpPr>
        <p:spPr>
          <a:xfrm xmlns:a="http://schemas.openxmlformats.org/drawingml/2006/main">
            <a:off x="533400" y="6457950"/>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0">
                <a:solidFill>
                  <a:srgbClr val="52657A"/>
                </a:solidFill>
                <a:latin typeface="Noto Sans CJK KR"/>
                <a:ea typeface="Noto Sans CJK KR"/>
                <a:cs typeface="Noto Sans CJK KR"/>
              </a:defRPr>
            </a:pPr>
            <a:r>
              <a:rPr sz="825" b="0">
                <a:solidFill>
                  <a:srgbClr val="52657A"/>
                </a:solidFill>
                <a:latin typeface="Noto Sans CJK KR"/>
                <a:ea typeface="Noto Sans CJK KR"/>
                <a:cs typeface="Noto Sans CJK KR"/>
              </a:rPr>
              <a:t>원 제출 의견은 보존 · 에이전트 조정안과 사람 최종 승인 분리</a:t>
            </a:r>
          </a:p>
        </p:txBody>
      </p:sp>
      <p:sp>
        <p:nvSpPr>
          <p:cNvPr id="35" name="">
            <a:extLst xmlns:a="http://schemas.openxmlformats.org/drawingml/2006/main">
              <a:ext uri="{FF2B5EF4-FFF2-40B4-BE49-F238E27FC236}">
                <a16:creationId xmlns:a16="http://schemas.microsoft.com/office/drawing/2014/main" id="{14F18B40-6408-4674-941B-F99B577841D5}"/>
              </a:ext>
            </a:extLst>
          </p:cNvPr>
          <p:cNvSpPr>
            <a:spLocks xmlns:a="http://schemas.openxmlformats.org/drawingml/2006/main" noGrp="1"/>
          </p:cNvSpPr>
          <p:nvPr/>
        </p:nvSpPr>
        <p:spPr>
          <a:xfrm xmlns:a="http://schemas.openxmlformats.org/drawingml/2006/main">
            <a:off x="10001250" y="6457950"/>
            <a:ext cx="1676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1">
                <a:solidFill>
                  <a:srgbClr val="183B5B"/>
                </a:solidFill>
                <a:latin typeface="Noto Sans CJK KR"/>
                <a:ea typeface="Noto Sans CJK KR"/>
                <a:cs typeface="Noto Sans CJK KR"/>
              </a:defRPr>
            </a:pPr>
            <a:r>
              <a:rPr sz="825" b="1">
                <a:solidFill>
                  <a:srgbClr val="183B5B"/>
                </a:solidFill>
                <a:latin typeface="Noto Sans CJK KR"/>
                <a:ea typeface="Noto Sans CJK KR"/>
                <a:cs typeface="Noto Sans CJK KR"/>
              </a:rPr>
              <a:t>ASTRA · ko-LettuceDetect</a:t>
            </a:r>
          </a:p>
        </p:txBody>
      </p:sp>
    </p:spTree>
    <p:extLst>
      <p:ext uri="{BB962C8B-B14F-4D97-AF65-F5344CB8AC3E}">
        <p14:creationId xmlns:p14="http://schemas.microsoft.com/office/powerpoint/2010/main" val="475542811"/>
      </p:ext>
    </p:extLst>
  </p:cSld>
</p:sld>
</file>

<file path=ppt/slides/slide2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EC93FC19-F5C0-4673-8B19-7B0D4ECA1167}"/>
              </a:ext>
            </a:extLst>
          </p:cNvPr>
          <p:cNvSpPr>
            <a:spLocks xmlns:a="http://schemas.openxmlformats.org/drawingml/2006/main" noGrp="1"/>
          </p:cNvSpPr>
          <p:nvPr/>
        </p:nvSpPr>
        <p:spPr>
          <a:xfrm xmlns:a="http://schemas.openxmlformats.org/drawingml/2006/main">
            <a:off x="5143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119C8B"/>
                </a:solidFill>
                <a:latin typeface="Noto Sans CJK KR"/>
                <a:ea typeface="Noto Sans CJK KR"/>
                <a:cs typeface="Noto Sans CJK KR"/>
              </a:defRPr>
            </a:pPr>
            <a:r>
              <a:rPr sz="975" b="1">
                <a:solidFill>
                  <a:srgbClr val="119C8B"/>
                </a:solidFill>
                <a:latin typeface="Noto Sans CJK KR"/>
                <a:ea typeface="Noto Sans CJK KR"/>
                <a:cs typeface="Noto Sans CJK KR"/>
              </a:rPr>
              <a:t>생성·탐지</a:t>
            </a:r>
          </a:p>
        </p:txBody>
      </p:sp>
      <p:sp>
        <p:nvSpPr>
          <p:cNvPr id="2" name="">
            <a:extLst xmlns:a="http://schemas.openxmlformats.org/drawingml/2006/main">
              <a:ext uri="{FF2B5EF4-FFF2-40B4-BE49-F238E27FC236}">
                <a16:creationId xmlns:a16="http://schemas.microsoft.com/office/drawing/2014/main" id="{6B6F721C-50CE-4F01-9598-5C1DC0895C48}"/>
              </a:ext>
            </a:extLst>
          </p:cNvPr>
          <p:cNvSpPr>
            <a:spLocks xmlns:a="http://schemas.openxmlformats.org/drawingml/2006/main" noGrp="1"/>
          </p:cNvSpPr>
          <p:nvPr/>
        </p:nvSpPr>
        <p:spPr>
          <a:xfrm xmlns:a="http://schemas.openxmlformats.org/drawingml/2006/main">
            <a:off x="514350" y="457200"/>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132238"/>
                </a:solidFill>
                <a:latin typeface="Noto Sans CJK KR"/>
                <a:ea typeface="Noto Sans CJK KR"/>
                <a:cs typeface="Noto Sans CJK KR"/>
              </a:defRPr>
            </a:pPr>
            <a:r>
              <a:rPr sz="2325" b="1">
                <a:solidFill>
                  <a:srgbClr val="132238"/>
                </a:solidFill>
                <a:latin typeface="Noto Sans CJK KR"/>
                <a:ea typeface="Noto Sans CJK KR"/>
                <a:cs typeface="Noto Sans CJK KR"/>
              </a:rPr>
              <a:t>KLUE·XLM-R·BGE-M3 비교는 같은 입력 계약으로 진행한다</a:t>
            </a:r>
          </a:p>
        </p:txBody>
      </p:sp>
      <p:sp>
        <p:nvSpPr>
          <p:cNvPr id="3" name="">
            <a:extLst xmlns:a="http://schemas.openxmlformats.org/drawingml/2006/main">
              <a:ext uri="{FF2B5EF4-FFF2-40B4-BE49-F238E27FC236}">
                <a16:creationId xmlns:a16="http://schemas.microsoft.com/office/drawing/2014/main" id="{33000F5B-2B92-4190-A65E-0BF26F4D2E13}"/>
              </a:ext>
            </a:extLst>
          </p:cNvPr>
          <p:cNvSpPr>
            <a:spLocks xmlns:a="http://schemas.openxmlformats.org/drawingml/2006/main" noGrp="1"/>
          </p:cNvSpPr>
          <p:nvPr/>
        </p:nvSpPr>
        <p:spPr>
          <a:xfrm xmlns:a="http://schemas.openxmlformats.org/drawingml/2006/main">
            <a:off x="533400" y="923925"/>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2657A"/>
                </a:solidFill>
                <a:latin typeface="Noto Sans CJK KR"/>
                <a:ea typeface="Noto Sans CJK KR"/>
                <a:cs typeface="Noto Sans CJK KR"/>
              </a:defRPr>
            </a:pPr>
            <a:r>
              <a:rPr sz="1200" b="0">
                <a:solidFill>
                  <a:srgbClr val="52657A"/>
                </a:solidFill>
                <a:latin typeface="Noto Sans CJK KR"/>
                <a:ea typeface="Noto Sans CJK KR"/>
                <a:cs typeface="Noto Sans CJK KR"/>
              </a:rPr>
              <a:t>3모델 × 생성답변 295건 = 885 추론 슬롯, 차단 5건은 별도 무호출 검증</a:t>
            </a:r>
          </a:p>
        </p:txBody>
      </p:sp>
      <p:sp>
        <p:nvSpPr>
          <p:cNvPr id="4" name="">
            <a:extLst xmlns:a="http://schemas.openxmlformats.org/drawingml/2006/main">
              <a:ext uri="{FF2B5EF4-FFF2-40B4-BE49-F238E27FC236}">
                <a16:creationId xmlns:a16="http://schemas.microsoft.com/office/drawing/2014/main" id="{6AEF6A7A-1576-4779-84CF-F8245A85C4DD}"/>
              </a:ext>
            </a:extLst>
          </p:cNvPr>
          <p:cNvSpPr>
            <a:spLocks xmlns:a="http://schemas.openxmlformats.org/drawingml/2006/main" noGrp="1"/>
          </p:cNvSpPr>
          <p:nvPr/>
        </p:nvSpPr>
        <p:spPr>
          <a:xfrm xmlns:a="http://schemas.openxmlformats.org/drawingml/2006/main">
            <a:off x="514350" y="1257300"/>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5" name="">
            <a:extLst xmlns:a="http://schemas.openxmlformats.org/drawingml/2006/main">
              <a:ext uri="{FF2B5EF4-FFF2-40B4-BE49-F238E27FC236}">
                <a16:creationId xmlns:a16="http://schemas.microsoft.com/office/drawing/2014/main" id="{919FAD50-F954-4120-B1CC-3EC308BBDFC0}"/>
              </a:ext>
            </a:extLst>
          </p:cNvPr>
          <p:cNvSpPr>
            <a:spLocks xmlns:a="http://schemas.openxmlformats.org/drawingml/2006/main" noGrp="1"/>
          </p:cNvSpPr>
          <p:nvPr/>
        </p:nvSpPr>
        <p:spPr>
          <a:xfrm xmlns:a="http://schemas.openxmlformats.org/drawingml/2006/main">
            <a:off x="11201400" y="209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52657A"/>
                </a:solidFill>
                <a:latin typeface="Noto Sans CJK KR"/>
                <a:ea typeface="Noto Sans CJK KR"/>
                <a:cs typeface="Noto Sans CJK KR"/>
              </a:defRPr>
            </a:pPr>
            <a:r>
              <a:rPr sz="975" b="1">
                <a:solidFill>
                  <a:srgbClr val="52657A"/>
                </a:solidFill>
                <a:latin typeface="Noto Sans CJK KR"/>
                <a:ea typeface="Noto Sans CJK KR"/>
                <a:cs typeface="Noto Sans CJK KR"/>
              </a:rPr>
              <a:t>26</a:t>
            </a:r>
          </a:p>
        </p:txBody>
      </p:sp>
      <p:graphicFrame>
        <p:nvGraphicFramePr>
          <p:cNvPr id="33" name=""/>
          <p:cNvGraphicFramePr/>
          <p:nvPr/>
        </p:nvGraphicFramePr>
        <p:xfrm>
          <a:off xmlns:a="http://schemas.openxmlformats.org/drawingml/2006/main" x="514350" y="1581150"/>
          <a:ext xmlns:a="http://schemas.openxmlformats.org/drawingml/2006/main" cx="11163300" cy="2162175"/>
        </p:xfrm>
        <a:graphic xmlns:a="http://schemas.openxmlformats.org/drawingml/2006/main">
          <a:graphicData uri="http://schemas.openxmlformats.org/drawingml/2006/table">
            <a:tbl>
              <a:tblPr/>
              <a:tblGrid>
                <a:gridCol w="1714500"/>
                <a:gridCol w="3524250"/>
                <a:gridCol w="2095500"/>
                <a:gridCol w="3829050"/>
              </a:tblGrid>
              <a:tr h="540544">
                <a:tc>
                  <a:txBody>
                    <a:bodyPr/>
                    <a:lstStyle/>
                    <a:p>
                      <a:r>
                        <a:rPr sz="1050" b="1">
                          <a:solidFill>
                            <a:srgbClr val="FFFFFF"/>
                          </a:solidFill>
                          <a:latin typeface="Noto Sans CJK KR"/>
                          <a:ea typeface="Noto Sans CJK KR"/>
                          <a:cs typeface="Noto Sans CJK KR"/>
                        </a:rPr>
                        <a:t>후보</a:t>
                      </a:r>
                    </a:p>
                  </a:txBody>
                  <a:tcPr marL="76200" marR="76200" marT="57150" marB="57150" anchor="ctr">
                    <a:solidFill>
                      <a:srgbClr val="183B5B"/>
                    </a:solidFill>
                  </a:tcPr>
                </a:tc>
                <a:tc>
                  <a:txBody>
                    <a:bodyPr/>
                    <a:lstStyle/>
                    <a:p>
                      <a:r>
                        <a:rPr sz="1050" b="1">
                          <a:solidFill>
                            <a:srgbClr val="FFFFFF"/>
                          </a:solidFill>
                          <a:latin typeface="Noto Sans CJK KR"/>
                          <a:ea typeface="Noto Sans CJK KR"/>
                          <a:cs typeface="Noto Sans CJK KR"/>
                        </a:rPr>
                        <a:t>입력 계약</a:t>
                      </a:r>
                    </a:p>
                  </a:txBody>
                  <a:tcPr marL="76200" marR="76200" marT="57150" marB="57150" anchor="ctr">
                    <a:solidFill>
                      <a:srgbClr val="183B5B"/>
                    </a:solidFill>
                  </a:tcPr>
                </a:tc>
                <a:tc>
                  <a:txBody>
                    <a:bodyPr/>
                    <a:lstStyle/>
                    <a:p>
                      <a:r>
                        <a:rPr sz="1050" b="1">
                          <a:solidFill>
                            <a:srgbClr val="FFFFFF"/>
                          </a:solidFill>
                          <a:latin typeface="Noto Sans CJK KR"/>
                          <a:ea typeface="Noto Sans CJK KR"/>
                          <a:cs typeface="Noto Sans CJK KR"/>
                        </a:rPr>
                        <a:t>평가 상태</a:t>
                      </a:r>
                    </a:p>
                  </a:txBody>
                  <a:tcPr marL="76200" marR="76200" marT="57150" marB="57150" anchor="ctr">
                    <a:solidFill>
                      <a:srgbClr val="183B5B"/>
                    </a:solidFill>
                  </a:tcPr>
                </a:tc>
                <a:tc>
                  <a:txBody>
                    <a:bodyPr/>
                    <a:lstStyle/>
                    <a:p>
                      <a:r>
                        <a:rPr sz="1050" b="1">
                          <a:solidFill>
                            <a:srgbClr val="FFFFFF"/>
                          </a:solidFill>
                          <a:latin typeface="Noto Sans CJK KR"/>
                          <a:ea typeface="Noto Sans CJK KR"/>
                          <a:cs typeface="Noto Sans CJK KR"/>
                        </a:rPr>
                        <a:t>발표 가능한 결론</a:t>
                      </a:r>
                    </a:p>
                  </a:txBody>
                  <a:tcPr marL="76200" marR="76200" marT="57150" marB="57150" anchor="ctr">
                    <a:solidFill>
                      <a:srgbClr val="183B5B"/>
                    </a:solidFill>
                  </a:tcPr>
                </a:tc>
              </a:tr>
              <a:tr h="540544">
                <a:tc>
                  <a:txBody>
                    <a:bodyPr/>
                    <a:lstStyle/>
                    <a:p>
                      <a:r>
                        <a:rPr sz="1050">
                          <a:solidFill>
                            <a:srgbClr val="132238"/>
                          </a:solidFill>
                          <a:latin typeface="Noto Sans CJK KR"/>
                          <a:ea typeface="Noto Sans CJK KR"/>
                          <a:cs typeface="Noto Sans CJK KR"/>
                        </a:rPr>
                        <a:t>KLUE</a:t>
                      </a:r>
                    </a:p>
                  </a:txBody>
                  <a:tcPr marL="76200" marR="76200" marT="57150" marB="57150" anchor="ctr">
                    <a:solidFill>
                      <a:srgbClr val="FFFFFF"/>
                    </a:solidFill>
                  </a:tcPr>
                </a:tc>
                <a:tc>
                  <a:txBody>
                    <a:bodyPr/>
                    <a:lstStyle/>
                    <a:p>
                      <a:r>
                        <a:rPr sz="1050">
                          <a:solidFill>
                            <a:srgbClr val="132238"/>
                          </a:solidFill>
                          <a:latin typeface="Noto Sans CJK KR"/>
                          <a:ea typeface="Noto Sans CJK KR"/>
                          <a:cs typeface="Noto Sans CJK KR"/>
                        </a:rPr>
                        <a:t>질문·근거 window·답변 token</a:t>
                      </a:r>
                    </a:p>
                  </a:txBody>
                  <a:tcPr marL="76200" marR="76200" marT="57150" marB="57150" anchor="ctr">
                    <a:solidFill>
                      <a:srgbClr val="FFFFFF"/>
                    </a:solidFill>
                  </a:tcPr>
                </a:tc>
                <a:tc>
                  <a:txBody>
                    <a:bodyPr/>
                    <a:lstStyle/>
                    <a:p>
                      <a:r>
                        <a:rPr sz="1050">
                          <a:solidFill>
                            <a:srgbClr val="132238"/>
                          </a:solidFill>
                          <a:latin typeface="Noto Sans CJK KR"/>
                          <a:ea typeface="Noto Sans CJK KR"/>
                          <a:cs typeface="Noto Sans CJK KR"/>
                        </a:rPr>
                        <a:t>평가 진행 중</a:t>
                      </a:r>
                    </a:p>
                  </a:txBody>
                  <a:tcPr marL="76200" marR="76200" marT="57150" marB="57150" anchor="ctr">
                    <a:solidFill>
                      <a:srgbClr val="FFFFFF"/>
                    </a:solidFill>
                  </a:tcPr>
                </a:tc>
                <a:tc>
                  <a:txBody>
                    <a:bodyPr/>
                    <a:lstStyle/>
                    <a:p>
                      <a:r>
                        <a:rPr sz="1050">
                          <a:solidFill>
                            <a:srgbClr val="132238"/>
                          </a:solidFill>
                          <a:latin typeface="Noto Sans CJK KR"/>
                          <a:ea typeface="Noto Sans CJK KR"/>
                          <a:cs typeface="Noto Sans CJK KR"/>
                        </a:rPr>
                        <a:t>운영 주력 후보, 우열 미확정</a:t>
                      </a:r>
                    </a:p>
                  </a:txBody>
                  <a:tcPr marL="76200" marR="76200" marT="57150" marB="57150" anchor="ctr">
                    <a:solidFill>
                      <a:srgbClr val="FFFFFF"/>
                    </a:solidFill>
                  </a:tcPr>
                </a:tc>
              </a:tr>
              <a:tr h="540544">
                <a:tc>
                  <a:txBody>
                    <a:bodyPr/>
                    <a:lstStyle/>
                    <a:p>
                      <a:r>
                        <a:rPr sz="1050">
                          <a:solidFill>
                            <a:srgbClr val="132238"/>
                          </a:solidFill>
                          <a:latin typeface="Noto Sans CJK KR"/>
                          <a:ea typeface="Noto Sans CJK KR"/>
                          <a:cs typeface="Noto Sans CJK KR"/>
                        </a:rPr>
                        <a:t>XLM-R</a:t>
                      </a:r>
                    </a:p>
                  </a:txBody>
                  <a:tcPr marL="76200" marR="76200" marT="57150" marB="57150" anchor="ctr">
                    <a:solidFill>
                      <a:srgbClr val="FFFFFF"/>
                    </a:solidFill>
                  </a:tcPr>
                </a:tc>
                <a:tc>
                  <a:txBody>
                    <a:bodyPr/>
                    <a:lstStyle/>
                    <a:p>
                      <a:r>
                        <a:rPr sz="1050">
                          <a:solidFill>
                            <a:srgbClr val="132238"/>
                          </a:solidFill>
                          <a:latin typeface="Noto Sans CJK KR"/>
                          <a:ea typeface="Noto Sans CJK KR"/>
                          <a:cs typeface="Noto Sans CJK KR"/>
                        </a:rPr>
                        <a:t>동일 정본·offset·window</a:t>
                      </a:r>
                    </a:p>
                  </a:txBody>
                  <a:tcPr marL="76200" marR="76200" marT="57150" marB="57150" anchor="ctr">
                    <a:solidFill>
                      <a:srgbClr val="FFFFFF"/>
                    </a:solidFill>
                  </a:tcPr>
                </a:tc>
                <a:tc>
                  <a:txBody>
                    <a:bodyPr/>
                    <a:lstStyle/>
                    <a:p>
                      <a:r>
                        <a:rPr sz="1050">
                          <a:solidFill>
                            <a:srgbClr val="132238"/>
                          </a:solidFill>
                          <a:latin typeface="Noto Sans CJK KR"/>
                          <a:ea typeface="Noto Sans CJK KR"/>
                          <a:cs typeface="Noto Sans CJK KR"/>
                        </a:rPr>
                        <a:t>평가 진행 중</a:t>
                      </a:r>
                    </a:p>
                  </a:txBody>
                  <a:tcPr marL="76200" marR="76200" marT="57150" marB="57150" anchor="ctr">
                    <a:solidFill>
                      <a:srgbClr val="FFFFFF"/>
                    </a:solidFill>
                  </a:tcPr>
                </a:tc>
                <a:tc>
                  <a:txBody>
                    <a:bodyPr/>
                    <a:lstStyle/>
                    <a:p>
                      <a:r>
                        <a:rPr sz="1050">
                          <a:solidFill>
                            <a:srgbClr val="132238"/>
                          </a:solidFill>
                          <a:latin typeface="Noto Sans CJK KR"/>
                          <a:ea typeface="Noto Sans CJK KR"/>
                          <a:cs typeface="Noto Sans CJK KR"/>
                        </a:rPr>
                        <a:t>KLUE 오류 보완 가설 때 비교</a:t>
                      </a:r>
                    </a:p>
                  </a:txBody>
                  <a:tcPr marL="76200" marR="76200" marT="57150" marB="57150" anchor="ctr">
                    <a:solidFill>
                      <a:srgbClr val="FFFFFF"/>
                    </a:solidFill>
                  </a:tcPr>
                </a:tc>
              </a:tr>
              <a:tr h="540544">
                <a:tc>
                  <a:txBody>
                    <a:bodyPr/>
                    <a:lstStyle/>
                    <a:p>
                      <a:r>
                        <a:rPr sz="1050">
                          <a:solidFill>
                            <a:srgbClr val="132238"/>
                          </a:solidFill>
                          <a:latin typeface="Noto Sans CJK KR"/>
                          <a:ea typeface="Noto Sans CJK KR"/>
                          <a:cs typeface="Noto Sans CJK KR"/>
                        </a:rPr>
                        <a:t>BGE-M3</a:t>
                      </a:r>
                    </a:p>
                  </a:txBody>
                  <a:tcPr marL="76200" marR="76200" marT="57150" marB="57150" anchor="ctr">
                    <a:solidFill>
                      <a:srgbClr val="FFFFFF"/>
                    </a:solidFill>
                  </a:tcPr>
                </a:tc>
                <a:tc>
                  <a:txBody>
                    <a:bodyPr/>
                    <a:lstStyle/>
                    <a:p>
                      <a:r>
                        <a:rPr sz="1050">
                          <a:solidFill>
                            <a:srgbClr val="132238"/>
                          </a:solidFill>
                          <a:latin typeface="Noto Sans CJK KR"/>
                          <a:ea typeface="Noto Sans CJK KR"/>
                          <a:cs typeface="Noto Sans CJK KR"/>
                        </a:rPr>
                        <a:t>동일 정본·offset·window</a:t>
                      </a:r>
                    </a:p>
                  </a:txBody>
                  <a:tcPr marL="76200" marR="76200" marT="57150" marB="57150" anchor="ctr">
                    <a:solidFill>
                      <a:srgbClr val="FFFFFF"/>
                    </a:solidFill>
                  </a:tcPr>
                </a:tc>
                <a:tc>
                  <a:txBody>
                    <a:bodyPr/>
                    <a:lstStyle/>
                    <a:p>
                      <a:r>
                        <a:rPr sz="1050">
                          <a:solidFill>
                            <a:srgbClr val="132238"/>
                          </a:solidFill>
                          <a:latin typeface="Noto Sans CJK KR"/>
                          <a:ea typeface="Noto Sans CJK KR"/>
                          <a:cs typeface="Noto Sans CJK KR"/>
                        </a:rPr>
                        <a:t>평가 진행 중</a:t>
                      </a:r>
                    </a:p>
                  </a:txBody>
                  <a:tcPr marL="76200" marR="76200" marT="57150" marB="57150" anchor="ctr">
                    <a:solidFill>
                      <a:srgbClr val="FFFFFF"/>
                    </a:solidFill>
                  </a:tcPr>
                </a:tc>
                <a:tc>
                  <a:txBody>
                    <a:bodyPr/>
                    <a:lstStyle/>
                    <a:p>
                      <a:r>
                        <a:rPr sz="1050">
                          <a:solidFill>
                            <a:srgbClr val="132238"/>
                          </a:solidFill>
                          <a:latin typeface="Noto Sans CJK KR"/>
                          <a:ea typeface="Noto Sans CJK KR"/>
                          <a:cs typeface="Noto Sans CJK KR"/>
                        </a:rPr>
                        <a:t>추가 비용 대비 개선 확인 필요</a:t>
                      </a:r>
                    </a:p>
                  </a:txBody>
                  <a:tcPr marL="76200" marR="76200" marT="57150" marB="5715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34D1E0EF-D59F-4AC5-8489-75B4A7DA2848}"/>
              </a:ext>
            </a:extLst>
          </p:cNvPr>
          <p:cNvSpPr>
            <a:spLocks xmlns:a="http://schemas.openxmlformats.org/drawingml/2006/main" noGrp="1"/>
          </p:cNvSpPr>
          <p:nvPr/>
        </p:nvSpPr>
        <p:spPr>
          <a:xfrm xmlns:a="http://schemas.openxmlformats.org/drawingml/2006/main">
            <a:off x="514350" y="4095750"/>
            <a:ext cx="2571750" cy="1228725"/>
          </a:xfrm>
          <a:prstGeom xmlns:a="http://schemas.openxmlformats.org/drawingml/2006/main" prst="roundRect">
            <a:avLst>
              <a:gd name="adj" fmla="val 6202"/>
            </a:avLst>
          </a:prstGeom>
          <a:solidFill xmlns:a="http://schemas.openxmlformats.org/drawingml/2006/main">
            <a:srgbClr val="FFFFFF"/>
          </a:solidFill>
          <a:ln xmlns:a="http://schemas.openxmlformats.org/drawingml/2006/main" w="9525">
            <a:solidFill>
              <a:srgbClr val="CFD9E6"/>
            </a:solidFill>
          </a:ln>
        </p:spPr>
      </p:sp>
      <p:sp>
        <p:nvSpPr>
          <p:cNvPr id="8" name="">
            <a:extLst xmlns:a="http://schemas.openxmlformats.org/drawingml/2006/main">
              <a:ext uri="{FF2B5EF4-FFF2-40B4-BE49-F238E27FC236}">
                <a16:creationId xmlns:a16="http://schemas.microsoft.com/office/drawing/2014/main" id="{260D6633-AE4E-4290-9A25-FD8E89F52F75}"/>
              </a:ext>
            </a:extLst>
          </p:cNvPr>
          <p:cNvSpPr>
            <a:spLocks xmlns:a="http://schemas.openxmlformats.org/drawingml/2006/main" noGrp="1"/>
          </p:cNvSpPr>
          <p:nvPr/>
        </p:nvSpPr>
        <p:spPr>
          <a:xfrm xmlns:a="http://schemas.openxmlformats.org/drawingml/2006/main">
            <a:off x="514350" y="4095750"/>
            <a:ext cx="57150" cy="1228725"/>
          </a:xfrm>
          <a:prstGeom xmlns:a="http://schemas.openxmlformats.org/drawingml/2006/main" prst="rect">
            <a:avLst/>
          </a:prstGeom>
          <a:solidFill xmlns:a="http://schemas.openxmlformats.org/drawingml/2006/main">
            <a:srgbClr val="2F6BFF"/>
          </a:solidFill>
          <a:ln xmlns:a="http://schemas.openxmlformats.org/drawingml/2006/main" w="9525">
            <a:solidFill>
              <a:srgbClr val="2F6BFF"/>
            </a:solidFill>
          </a:ln>
        </p:spPr>
      </p:sp>
      <p:sp>
        <p:nvSpPr>
          <p:cNvPr id="9" name="">
            <a:extLst xmlns:a="http://schemas.openxmlformats.org/drawingml/2006/main">
              <a:ext uri="{FF2B5EF4-FFF2-40B4-BE49-F238E27FC236}">
                <a16:creationId xmlns:a16="http://schemas.microsoft.com/office/drawing/2014/main" id="{BA124FA8-BA0E-45A8-8FBB-CF4FE7AE6DDE}"/>
              </a:ext>
            </a:extLst>
          </p:cNvPr>
          <p:cNvSpPr>
            <a:spLocks xmlns:a="http://schemas.openxmlformats.org/drawingml/2006/main" noGrp="1"/>
          </p:cNvSpPr>
          <p:nvPr/>
        </p:nvSpPr>
        <p:spPr>
          <a:xfrm xmlns:a="http://schemas.openxmlformats.org/drawingml/2006/main">
            <a:off x="676275" y="4219575"/>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32238"/>
                </a:solidFill>
                <a:latin typeface="Noto Sans CJK KR"/>
                <a:ea typeface="Noto Sans CJK KR"/>
                <a:cs typeface="Noto Sans CJK KR"/>
              </a:defRPr>
            </a:pPr>
            <a:r>
              <a:rPr sz="1350" b="1">
                <a:solidFill>
                  <a:srgbClr val="132238"/>
                </a:solidFill>
                <a:latin typeface="Noto Sans CJK KR"/>
                <a:ea typeface="Noto Sans CJK KR"/>
                <a:cs typeface="Noto Sans CJK KR"/>
              </a:rPr>
              <a:t>답변 단위</a:t>
            </a:r>
          </a:p>
        </p:txBody>
      </p:sp>
      <p:sp>
        <p:nvSpPr>
          <p:cNvPr id="10" name="">
            <a:extLst xmlns:a="http://schemas.openxmlformats.org/drawingml/2006/main">
              <a:ext uri="{FF2B5EF4-FFF2-40B4-BE49-F238E27FC236}">
                <a16:creationId xmlns:a16="http://schemas.microsoft.com/office/drawing/2014/main" id="{7A207DE8-3CA2-414D-891B-12D63365CCA8}"/>
              </a:ext>
            </a:extLst>
          </p:cNvPr>
          <p:cNvSpPr>
            <a:spLocks xmlns:a="http://schemas.openxmlformats.org/drawingml/2006/main" noGrp="1"/>
          </p:cNvSpPr>
          <p:nvPr/>
        </p:nvSpPr>
        <p:spPr>
          <a:xfrm xmlns:a="http://schemas.openxmlformats.org/drawingml/2006/main">
            <a:off x="676275" y="4552950"/>
            <a:ext cx="22669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TP / FP / FN / TN</a:t>
            </a:r>
          </a:p>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정밀도·재현율·F1</a:t>
            </a:r>
          </a:p>
        </p:txBody>
      </p:sp>
      <p:sp>
        <p:nvSpPr>
          <p:cNvPr id="11" name="">
            <a:extLst xmlns:a="http://schemas.openxmlformats.org/drawingml/2006/main">
              <a:ext uri="{FF2B5EF4-FFF2-40B4-BE49-F238E27FC236}">
                <a16:creationId xmlns:a16="http://schemas.microsoft.com/office/drawing/2014/main" id="{639AA137-A1F0-473D-A195-18DA6866828F}"/>
              </a:ext>
            </a:extLst>
          </p:cNvPr>
          <p:cNvSpPr>
            <a:spLocks xmlns:a="http://schemas.openxmlformats.org/drawingml/2006/main" noGrp="1"/>
          </p:cNvSpPr>
          <p:nvPr/>
        </p:nvSpPr>
        <p:spPr>
          <a:xfrm xmlns:a="http://schemas.openxmlformats.org/drawingml/2006/main">
            <a:off x="3305175" y="4095750"/>
            <a:ext cx="2571750" cy="1228725"/>
          </a:xfrm>
          <a:prstGeom xmlns:a="http://schemas.openxmlformats.org/drawingml/2006/main" prst="roundRect">
            <a:avLst>
              <a:gd name="adj" fmla="val 6202"/>
            </a:avLst>
          </a:prstGeom>
          <a:solidFill xmlns:a="http://schemas.openxmlformats.org/drawingml/2006/main">
            <a:srgbClr val="FFFFFF"/>
          </a:solidFill>
          <a:ln xmlns:a="http://schemas.openxmlformats.org/drawingml/2006/main" w="9525">
            <a:solidFill>
              <a:srgbClr val="CFD9E6"/>
            </a:solidFill>
          </a:ln>
        </p:spPr>
      </p:sp>
      <p:sp>
        <p:nvSpPr>
          <p:cNvPr id="12" name="">
            <a:extLst xmlns:a="http://schemas.openxmlformats.org/drawingml/2006/main">
              <a:ext uri="{FF2B5EF4-FFF2-40B4-BE49-F238E27FC236}">
                <a16:creationId xmlns:a16="http://schemas.microsoft.com/office/drawing/2014/main" id="{5DFD4E9C-7C54-44F1-BEA4-A7812BAFC110}"/>
              </a:ext>
            </a:extLst>
          </p:cNvPr>
          <p:cNvSpPr>
            <a:spLocks xmlns:a="http://schemas.openxmlformats.org/drawingml/2006/main" noGrp="1"/>
          </p:cNvSpPr>
          <p:nvPr/>
        </p:nvSpPr>
        <p:spPr>
          <a:xfrm xmlns:a="http://schemas.openxmlformats.org/drawingml/2006/main">
            <a:off x="3305175" y="4095750"/>
            <a:ext cx="57150" cy="1228725"/>
          </a:xfrm>
          <a:prstGeom xmlns:a="http://schemas.openxmlformats.org/drawingml/2006/main" prst="rect">
            <a:avLst/>
          </a:prstGeom>
          <a:solidFill xmlns:a="http://schemas.openxmlformats.org/drawingml/2006/main">
            <a:srgbClr val="119C8B"/>
          </a:solidFill>
          <a:ln xmlns:a="http://schemas.openxmlformats.org/drawingml/2006/main" w="9525">
            <a:solidFill>
              <a:srgbClr val="119C8B"/>
            </a:solidFill>
          </a:ln>
        </p:spPr>
      </p:sp>
      <p:sp>
        <p:nvSpPr>
          <p:cNvPr id="13" name="">
            <a:extLst xmlns:a="http://schemas.openxmlformats.org/drawingml/2006/main">
              <a:ext uri="{FF2B5EF4-FFF2-40B4-BE49-F238E27FC236}">
                <a16:creationId xmlns:a16="http://schemas.microsoft.com/office/drawing/2014/main" id="{3BFB94E8-B067-4513-938B-B765E88CD2DD}"/>
              </a:ext>
            </a:extLst>
          </p:cNvPr>
          <p:cNvSpPr>
            <a:spLocks xmlns:a="http://schemas.openxmlformats.org/drawingml/2006/main" noGrp="1"/>
          </p:cNvSpPr>
          <p:nvPr/>
        </p:nvSpPr>
        <p:spPr>
          <a:xfrm xmlns:a="http://schemas.openxmlformats.org/drawingml/2006/main">
            <a:off x="3467100" y="4219575"/>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32238"/>
                </a:solidFill>
                <a:latin typeface="Noto Sans CJK KR"/>
                <a:ea typeface="Noto Sans CJK KR"/>
                <a:cs typeface="Noto Sans CJK KR"/>
              </a:defRPr>
            </a:pPr>
            <a:r>
              <a:rPr sz="1350" b="1">
                <a:solidFill>
                  <a:srgbClr val="132238"/>
                </a:solidFill>
                <a:latin typeface="Noto Sans CJK KR"/>
                <a:ea typeface="Noto Sans CJK KR"/>
                <a:cs typeface="Noto Sans CJK KR"/>
              </a:rPr>
              <a:t>구절 단위</a:t>
            </a:r>
          </a:p>
        </p:txBody>
      </p:sp>
      <p:sp>
        <p:nvSpPr>
          <p:cNvPr id="14" name="">
            <a:extLst xmlns:a="http://schemas.openxmlformats.org/drawingml/2006/main">
              <a:ext uri="{FF2B5EF4-FFF2-40B4-BE49-F238E27FC236}">
                <a16:creationId xmlns:a16="http://schemas.microsoft.com/office/drawing/2014/main" id="{D610888B-842D-406A-A24F-5F8307B64513}"/>
              </a:ext>
            </a:extLst>
          </p:cNvPr>
          <p:cNvSpPr>
            <a:spLocks xmlns:a="http://schemas.openxmlformats.org/drawingml/2006/main" noGrp="1"/>
          </p:cNvSpPr>
          <p:nvPr/>
        </p:nvSpPr>
        <p:spPr>
          <a:xfrm xmlns:a="http://schemas.openxmlformats.org/drawingml/2006/main">
            <a:off x="3467100" y="4552950"/>
            <a:ext cx="22669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문자 P/R/F1</a:t>
            </a:r>
          </a:p>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exact-span F1</a:t>
            </a:r>
          </a:p>
        </p:txBody>
      </p:sp>
      <p:sp>
        <p:nvSpPr>
          <p:cNvPr id="15" name="">
            <a:extLst xmlns:a="http://schemas.openxmlformats.org/drawingml/2006/main">
              <a:ext uri="{FF2B5EF4-FFF2-40B4-BE49-F238E27FC236}">
                <a16:creationId xmlns:a16="http://schemas.microsoft.com/office/drawing/2014/main" id="{12FDC721-2297-498B-BD34-551BF68D8333}"/>
              </a:ext>
            </a:extLst>
          </p:cNvPr>
          <p:cNvSpPr>
            <a:spLocks xmlns:a="http://schemas.openxmlformats.org/drawingml/2006/main" noGrp="1"/>
          </p:cNvSpPr>
          <p:nvPr/>
        </p:nvSpPr>
        <p:spPr>
          <a:xfrm xmlns:a="http://schemas.openxmlformats.org/drawingml/2006/main">
            <a:off x="6096000" y="4095750"/>
            <a:ext cx="2571750" cy="1228725"/>
          </a:xfrm>
          <a:prstGeom xmlns:a="http://schemas.openxmlformats.org/drawingml/2006/main" prst="roundRect">
            <a:avLst>
              <a:gd name="adj" fmla="val 6202"/>
            </a:avLst>
          </a:prstGeom>
          <a:solidFill xmlns:a="http://schemas.openxmlformats.org/drawingml/2006/main">
            <a:srgbClr val="FFFFFF"/>
          </a:solidFill>
          <a:ln xmlns:a="http://schemas.openxmlformats.org/drawingml/2006/main" w="9525">
            <a:solidFill>
              <a:srgbClr val="CFD9E6"/>
            </a:solidFill>
          </a:ln>
        </p:spPr>
      </p:sp>
      <p:sp>
        <p:nvSpPr>
          <p:cNvPr id="16" name="">
            <a:extLst xmlns:a="http://schemas.openxmlformats.org/drawingml/2006/main">
              <a:ext uri="{FF2B5EF4-FFF2-40B4-BE49-F238E27FC236}">
                <a16:creationId xmlns:a16="http://schemas.microsoft.com/office/drawing/2014/main" id="{6725B200-C105-4BA6-96C8-C93CECD8B352}"/>
              </a:ext>
            </a:extLst>
          </p:cNvPr>
          <p:cNvSpPr>
            <a:spLocks xmlns:a="http://schemas.openxmlformats.org/drawingml/2006/main" noGrp="1"/>
          </p:cNvSpPr>
          <p:nvPr/>
        </p:nvSpPr>
        <p:spPr>
          <a:xfrm xmlns:a="http://schemas.openxmlformats.org/drawingml/2006/main">
            <a:off x="6096000" y="4095750"/>
            <a:ext cx="57150" cy="1228725"/>
          </a:xfrm>
          <a:prstGeom xmlns:a="http://schemas.openxmlformats.org/drawingml/2006/main" prst="rect">
            <a:avLst/>
          </a:prstGeom>
          <a:solidFill xmlns:a="http://schemas.openxmlformats.org/drawingml/2006/main">
            <a:srgbClr val="F29B38"/>
          </a:solidFill>
          <a:ln xmlns:a="http://schemas.openxmlformats.org/drawingml/2006/main" w="9525">
            <a:solidFill>
              <a:srgbClr val="F29B38"/>
            </a:solidFill>
          </a:ln>
        </p:spPr>
      </p:sp>
      <p:sp>
        <p:nvSpPr>
          <p:cNvPr id="17" name="">
            <a:extLst xmlns:a="http://schemas.openxmlformats.org/drawingml/2006/main">
              <a:ext uri="{FF2B5EF4-FFF2-40B4-BE49-F238E27FC236}">
                <a16:creationId xmlns:a16="http://schemas.microsoft.com/office/drawing/2014/main" id="{97D21D2C-31E9-4D9E-9C0D-3FB5651F9C28}"/>
              </a:ext>
            </a:extLst>
          </p:cNvPr>
          <p:cNvSpPr>
            <a:spLocks xmlns:a="http://schemas.openxmlformats.org/drawingml/2006/main" noGrp="1"/>
          </p:cNvSpPr>
          <p:nvPr/>
        </p:nvSpPr>
        <p:spPr>
          <a:xfrm xmlns:a="http://schemas.openxmlformats.org/drawingml/2006/main">
            <a:off x="6257925" y="4219575"/>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32238"/>
                </a:solidFill>
                <a:latin typeface="Noto Sans CJK KR"/>
                <a:ea typeface="Noto Sans CJK KR"/>
                <a:cs typeface="Noto Sans CJK KR"/>
              </a:defRPr>
            </a:pPr>
            <a:r>
              <a:rPr sz="1350" b="1">
                <a:solidFill>
                  <a:srgbClr val="132238"/>
                </a:solidFill>
                <a:latin typeface="Noto Sans CJK KR"/>
                <a:ea typeface="Noto Sans CJK KR"/>
                <a:cs typeface="Noto Sans CJK KR"/>
              </a:rPr>
              <a:t>운영 단위</a:t>
            </a:r>
          </a:p>
        </p:txBody>
      </p:sp>
      <p:sp>
        <p:nvSpPr>
          <p:cNvPr id="18" name="">
            <a:extLst xmlns:a="http://schemas.openxmlformats.org/drawingml/2006/main">
              <a:ext uri="{FF2B5EF4-FFF2-40B4-BE49-F238E27FC236}">
                <a16:creationId xmlns:a16="http://schemas.microsoft.com/office/drawing/2014/main" id="{4B19C4F1-D747-4F79-9CF5-CF489572AD46}"/>
              </a:ext>
            </a:extLst>
          </p:cNvPr>
          <p:cNvSpPr>
            <a:spLocks xmlns:a="http://schemas.openxmlformats.org/drawingml/2006/main" noGrp="1"/>
          </p:cNvSpPr>
          <p:nvPr/>
        </p:nvSpPr>
        <p:spPr>
          <a:xfrm xmlns:a="http://schemas.openxmlformats.org/drawingml/2006/main">
            <a:off x="6257925" y="4552950"/>
            <a:ext cx="22669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자동 판정률·보류율</a:t>
            </a:r>
          </a:p>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검사 커버리지</a:t>
            </a:r>
          </a:p>
        </p:txBody>
      </p:sp>
      <p:sp>
        <p:nvSpPr>
          <p:cNvPr id="19" name="">
            <a:extLst xmlns:a="http://schemas.openxmlformats.org/drawingml/2006/main">
              <a:ext uri="{FF2B5EF4-FFF2-40B4-BE49-F238E27FC236}">
                <a16:creationId xmlns:a16="http://schemas.microsoft.com/office/drawing/2014/main" id="{B4DCB23C-EC6C-4AAE-9D75-8FD27552BAB9}"/>
              </a:ext>
            </a:extLst>
          </p:cNvPr>
          <p:cNvSpPr>
            <a:spLocks xmlns:a="http://schemas.openxmlformats.org/drawingml/2006/main" noGrp="1"/>
          </p:cNvSpPr>
          <p:nvPr/>
        </p:nvSpPr>
        <p:spPr>
          <a:xfrm xmlns:a="http://schemas.openxmlformats.org/drawingml/2006/main">
            <a:off x="8886825" y="4095750"/>
            <a:ext cx="2571750" cy="1228725"/>
          </a:xfrm>
          <a:prstGeom xmlns:a="http://schemas.openxmlformats.org/drawingml/2006/main" prst="roundRect">
            <a:avLst>
              <a:gd name="adj" fmla="val 6202"/>
            </a:avLst>
          </a:prstGeom>
          <a:solidFill xmlns:a="http://schemas.openxmlformats.org/drawingml/2006/main">
            <a:srgbClr val="FFFFFF"/>
          </a:solidFill>
          <a:ln xmlns:a="http://schemas.openxmlformats.org/drawingml/2006/main" w="9525">
            <a:solidFill>
              <a:srgbClr val="CFD9E6"/>
            </a:solidFill>
          </a:ln>
        </p:spPr>
      </p:sp>
      <p:sp>
        <p:nvSpPr>
          <p:cNvPr id="20" name="">
            <a:extLst xmlns:a="http://schemas.openxmlformats.org/drawingml/2006/main">
              <a:ext uri="{FF2B5EF4-FFF2-40B4-BE49-F238E27FC236}">
                <a16:creationId xmlns:a16="http://schemas.microsoft.com/office/drawing/2014/main" id="{07018060-3CEE-435E-9252-B2D8188324F3}"/>
              </a:ext>
            </a:extLst>
          </p:cNvPr>
          <p:cNvSpPr>
            <a:spLocks xmlns:a="http://schemas.openxmlformats.org/drawingml/2006/main" noGrp="1"/>
          </p:cNvSpPr>
          <p:nvPr/>
        </p:nvSpPr>
        <p:spPr>
          <a:xfrm xmlns:a="http://schemas.openxmlformats.org/drawingml/2006/main">
            <a:off x="8886825" y="4095750"/>
            <a:ext cx="57150" cy="1228725"/>
          </a:xfrm>
          <a:prstGeom xmlns:a="http://schemas.openxmlformats.org/drawingml/2006/main" prst="rect">
            <a:avLst/>
          </a:prstGeom>
          <a:solidFill xmlns:a="http://schemas.openxmlformats.org/drawingml/2006/main">
            <a:srgbClr val="7657C8"/>
          </a:solidFill>
          <a:ln xmlns:a="http://schemas.openxmlformats.org/drawingml/2006/main" w="9525">
            <a:solidFill>
              <a:srgbClr val="7657C8"/>
            </a:solidFill>
          </a:ln>
        </p:spPr>
      </p:sp>
      <p:sp>
        <p:nvSpPr>
          <p:cNvPr id="21" name="">
            <a:extLst xmlns:a="http://schemas.openxmlformats.org/drawingml/2006/main">
              <a:ext uri="{FF2B5EF4-FFF2-40B4-BE49-F238E27FC236}">
                <a16:creationId xmlns:a16="http://schemas.microsoft.com/office/drawing/2014/main" id="{2F09F6AD-D777-4649-88A7-E063116D2076}"/>
              </a:ext>
            </a:extLst>
          </p:cNvPr>
          <p:cNvSpPr>
            <a:spLocks xmlns:a="http://schemas.openxmlformats.org/drawingml/2006/main" noGrp="1"/>
          </p:cNvSpPr>
          <p:nvPr/>
        </p:nvSpPr>
        <p:spPr>
          <a:xfrm xmlns:a="http://schemas.openxmlformats.org/drawingml/2006/main">
            <a:off x="9048750" y="4219575"/>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32238"/>
                </a:solidFill>
                <a:latin typeface="Noto Sans CJK KR"/>
                <a:ea typeface="Noto Sans CJK KR"/>
                <a:cs typeface="Noto Sans CJK KR"/>
              </a:defRPr>
            </a:pPr>
            <a:r>
              <a:rPr sz="1350" b="1">
                <a:solidFill>
                  <a:srgbClr val="132238"/>
                </a:solidFill>
                <a:latin typeface="Noto Sans CJK KR"/>
                <a:ea typeface="Noto Sans CJK KR"/>
                <a:cs typeface="Noto Sans CJK KR"/>
              </a:rPr>
              <a:t>분석 단위</a:t>
            </a:r>
          </a:p>
        </p:txBody>
      </p:sp>
      <p:sp>
        <p:nvSpPr>
          <p:cNvPr id="22" name="">
            <a:extLst xmlns:a="http://schemas.openxmlformats.org/drawingml/2006/main">
              <a:ext uri="{FF2B5EF4-FFF2-40B4-BE49-F238E27FC236}">
                <a16:creationId xmlns:a16="http://schemas.microsoft.com/office/drawing/2014/main" id="{31E442EC-2AEB-4FA1-8056-233036AC346F}"/>
              </a:ext>
            </a:extLst>
          </p:cNvPr>
          <p:cNvSpPr>
            <a:spLocks xmlns:a="http://schemas.openxmlformats.org/drawingml/2006/main" noGrp="1"/>
          </p:cNvSpPr>
          <p:nvPr/>
        </p:nvSpPr>
        <p:spPr>
          <a:xfrm xmlns:a="http://schemas.openxmlformats.org/drawingml/2006/main">
            <a:off x="9048750" y="4552950"/>
            <a:ext cx="22669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회사·오류 유형·길이</a:t>
            </a:r>
          </a:p>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시간·VRAM·실패</a:t>
            </a:r>
          </a:p>
        </p:txBody>
      </p:sp>
      <p:sp>
        <p:nvSpPr>
          <p:cNvPr id="23" name="">
            <a:extLst xmlns:a="http://schemas.openxmlformats.org/drawingml/2006/main">
              <a:ext uri="{FF2B5EF4-FFF2-40B4-BE49-F238E27FC236}">
                <a16:creationId xmlns:a16="http://schemas.microsoft.com/office/drawing/2014/main" id="{C2C3F288-32E6-4A4A-85E5-8339108ABA56}"/>
              </a:ext>
            </a:extLst>
          </p:cNvPr>
          <p:cNvSpPr>
            <a:spLocks xmlns:a="http://schemas.openxmlformats.org/drawingml/2006/main" noGrp="1"/>
          </p:cNvSpPr>
          <p:nvPr/>
        </p:nvSpPr>
        <p:spPr>
          <a:xfrm xmlns:a="http://schemas.openxmlformats.org/drawingml/2006/main">
            <a:off x="514350" y="5753100"/>
            <a:ext cx="11163300" cy="447675"/>
          </a:xfrm>
          <a:prstGeom xmlns:a="http://schemas.openxmlformats.org/drawingml/2006/main" prst="roundRect">
            <a:avLst>
              <a:gd name="adj" fmla="val 17021"/>
            </a:avLst>
          </a:prstGeom>
          <a:solidFill xmlns:a="http://schemas.openxmlformats.org/drawingml/2006/main">
            <a:srgbClr val="183B5B"/>
          </a:solidFill>
          <a:ln xmlns:a="http://schemas.openxmlformats.org/drawingml/2006/main" w="9525">
            <a:solidFill>
              <a:srgbClr val="183B5B"/>
            </a:solidFill>
          </a:ln>
        </p:spPr>
      </p:sp>
      <p:sp>
        <p:nvSpPr>
          <p:cNvPr id="24" name="">
            <a:extLst xmlns:a="http://schemas.openxmlformats.org/drawingml/2006/main">
              <a:ext uri="{FF2B5EF4-FFF2-40B4-BE49-F238E27FC236}">
                <a16:creationId xmlns:a16="http://schemas.microsoft.com/office/drawing/2014/main" id="{E4654C14-7629-49B7-B981-B470C11D44F4}"/>
              </a:ext>
            </a:extLst>
          </p:cNvPr>
          <p:cNvSpPr>
            <a:spLocks xmlns:a="http://schemas.openxmlformats.org/drawingml/2006/main" noGrp="1"/>
          </p:cNvSpPr>
          <p:nvPr/>
        </p:nvSpPr>
        <p:spPr>
          <a:xfrm xmlns:a="http://schemas.openxmlformats.org/drawingml/2006/main">
            <a:off x="685800" y="58674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FFFFFF"/>
                </a:solidFill>
                <a:latin typeface="Noto Sans CJK KR"/>
                <a:ea typeface="Noto Sans CJK KR"/>
                <a:cs typeface="Noto Sans CJK KR"/>
              </a:defRPr>
            </a:pPr>
            <a:r>
              <a:rPr sz="1350" b="1">
                <a:solidFill>
                  <a:srgbClr val="FFFFFF"/>
                </a:solidFill>
                <a:latin typeface="Noto Sans CJK KR"/>
                <a:ea typeface="Noto Sans CJK KR"/>
                <a:cs typeface="Noto Sans CJK KR"/>
              </a:rPr>
              <a:t>현재는 “평가 설계와 입력 정합성 완료”, 성능 숫자는 완료 후 별도 반영</a:t>
            </a:r>
          </a:p>
        </p:txBody>
      </p:sp>
      <p:sp>
        <p:nvSpPr>
          <p:cNvPr id="25" name="">
            <a:extLst xmlns:a="http://schemas.openxmlformats.org/drawingml/2006/main">
              <a:ext uri="{FF2B5EF4-FFF2-40B4-BE49-F238E27FC236}">
                <a16:creationId xmlns:a16="http://schemas.microsoft.com/office/drawing/2014/main" id="{C1DBF243-9D08-4F52-AB46-E167996CB2A6}"/>
              </a:ext>
            </a:extLst>
          </p:cNvPr>
          <p:cNvSpPr>
            <a:spLocks xmlns:a="http://schemas.openxmlformats.org/drawingml/2006/main" noGrp="1"/>
          </p:cNvSpPr>
          <p:nvPr/>
        </p:nvSpPr>
        <p:spPr>
          <a:xfrm xmlns:a="http://schemas.openxmlformats.org/drawingml/2006/main">
            <a:off x="514350" y="6353175"/>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26" name="">
            <a:extLst xmlns:a="http://schemas.openxmlformats.org/drawingml/2006/main">
              <a:ext uri="{FF2B5EF4-FFF2-40B4-BE49-F238E27FC236}">
                <a16:creationId xmlns:a16="http://schemas.microsoft.com/office/drawing/2014/main" id="{EB23A11E-901C-40FC-8CC5-8C72E88598E3}"/>
              </a:ext>
            </a:extLst>
          </p:cNvPr>
          <p:cNvSpPr>
            <a:spLocks xmlns:a="http://schemas.openxmlformats.org/drawingml/2006/main" noGrp="1"/>
          </p:cNvSpPr>
          <p:nvPr/>
        </p:nvSpPr>
        <p:spPr>
          <a:xfrm xmlns:a="http://schemas.openxmlformats.org/drawingml/2006/main">
            <a:off x="533400" y="6457950"/>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0">
                <a:solidFill>
                  <a:srgbClr val="52657A"/>
                </a:solidFill>
                <a:latin typeface="Noto Sans CJK KR"/>
                <a:ea typeface="Noto Sans CJK KR"/>
                <a:cs typeface="Noto Sans CJK KR"/>
              </a:defRPr>
            </a:pPr>
            <a:r>
              <a:rPr sz="825" b="0">
                <a:solidFill>
                  <a:srgbClr val="52657A"/>
                </a:solidFill>
                <a:latin typeface="Noto Sans CJK KR"/>
                <a:ea typeface="Noto Sans CJK KR"/>
                <a:cs typeface="Noto Sans CJK KR"/>
              </a:rPr>
              <a:t>미승인 라벨 기준 점수는 잠정 평가로만 표시</a:t>
            </a:r>
          </a:p>
        </p:txBody>
      </p:sp>
      <p:sp>
        <p:nvSpPr>
          <p:cNvPr id="27" name="">
            <a:extLst xmlns:a="http://schemas.openxmlformats.org/drawingml/2006/main">
              <a:ext uri="{FF2B5EF4-FFF2-40B4-BE49-F238E27FC236}">
                <a16:creationId xmlns:a16="http://schemas.microsoft.com/office/drawing/2014/main" id="{EA4E3B0B-FB5E-403A-99A6-964EA2A67F74}"/>
              </a:ext>
            </a:extLst>
          </p:cNvPr>
          <p:cNvSpPr>
            <a:spLocks xmlns:a="http://schemas.openxmlformats.org/drawingml/2006/main" noGrp="1"/>
          </p:cNvSpPr>
          <p:nvPr/>
        </p:nvSpPr>
        <p:spPr>
          <a:xfrm xmlns:a="http://schemas.openxmlformats.org/drawingml/2006/main">
            <a:off x="10001250" y="6457950"/>
            <a:ext cx="1676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1">
                <a:solidFill>
                  <a:srgbClr val="183B5B"/>
                </a:solidFill>
                <a:latin typeface="Noto Sans CJK KR"/>
                <a:ea typeface="Noto Sans CJK KR"/>
                <a:cs typeface="Noto Sans CJK KR"/>
              </a:defRPr>
            </a:pPr>
            <a:r>
              <a:rPr sz="825" b="1">
                <a:solidFill>
                  <a:srgbClr val="183B5B"/>
                </a:solidFill>
                <a:latin typeface="Noto Sans CJK KR"/>
                <a:ea typeface="Noto Sans CJK KR"/>
                <a:cs typeface="Noto Sans CJK KR"/>
              </a:rPr>
              <a:t>ASTRA · ko-LettuceDetect</a:t>
            </a:r>
          </a:p>
        </p:txBody>
      </p:sp>
    </p:spTree>
    <p:extLst>
      <p:ext uri="{BB962C8B-B14F-4D97-AF65-F5344CB8AC3E}">
        <p14:creationId xmlns:p14="http://schemas.microsoft.com/office/powerpoint/2010/main" val="233544922"/>
      </p:ext>
    </p:extLst>
  </p:cSld>
</p:sld>
</file>

<file path=ppt/slides/slide2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D25EDF2A-C574-4C99-BF67-B0B7BB7F0D24}"/>
              </a:ext>
            </a:extLst>
          </p:cNvPr>
          <p:cNvSpPr>
            <a:spLocks xmlns:a="http://schemas.openxmlformats.org/drawingml/2006/main" noGrp="1"/>
          </p:cNvSpPr>
          <p:nvPr/>
        </p:nvSpPr>
        <p:spPr>
          <a:xfrm xmlns:a="http://schemas.openxmlformats.org/drawingml/2006/main">
            <a:off x="5143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119C8B"/>
                </a:solidFill>
                <a:latin typeface="Noto Sans CJK KR"/>
                <a:ea typeface="Noto Sans CJK KR"/>
                <a:cs typeface="Noto Sans CJK KR"/>
              </a:defRPr>
            </a:pPr>
            <a:r>
              <a:rPr sz="975" b="1">
                <a:solidFill>
                  <a:srgbClr val="119C8B"/>
                </a:solidFill>
                <a:latin typeface="Noto Sans CJK KR"/>
                <a:ea typeface="Noto Sans CJK KR"/>
                <a:cs typeface="Noto Sans CJK KR"/>
              </a:rPr>
              <a:t>생성·탐지</a:t>
            </a:r>
          </a:p>
        </p:txBody>
      </p:sp>
      <p:sp>
        <p:nvSpPr>
          <p:cNvPr id="2" name="">
            <a:extLst xmlns:a="http://schemas.openxmlformats.org/drawingml/2006/main">
              <a:ext uri="{FF2B5EF4-FFF2-40B4-BE49-F238E27FC236}">
                <a16:creationId xmlns:a16="http://schemas.microsoft.com/office/drawing/2014/main" id="{B8FCEC30-C684-4B09-97F4-2C07C6F89550}"/>
              </a:ext>
            </a:extLst>
          </p:cNvPr>
          <p:cNvSpPr>
            <a:spLocks xmlns:a="http://schemas.openxmlformats.org/drawingml/2006/main" noGrp="1"/>
          </p:cNvSpPr>
          <p:nvPr/>
        </p:nvSpPr>
        <p:spPr>
          <a:xfrm xmlns:a="http://schemas.openxmlformats.org/drawingml/2006/main">
            <a:off x="514350" y="457200"/>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132238"/>
                </a:solidFill>
                <a:latin typeface="Noto Sans CJK KR"/>
                <a:ea typeface="Noto Sans CJK KR"/>
                <a:cs typeface="Noto Sans CJK KR"/>
              </a:defRPr>
            </a:pPr>
            <a:r>
              <a:rPr sz="2325" b="1">
                <a:solidFill>
                  <a:srgbClr val="132238"/>
                </a:solidFill>
                <a:latin typeface="Noto Sans CJK KR"/>
                <a:ea typeface="Noto Sans CJK KR"/>
                <a:cs typeface="Noto Sans CJK KR"/>
              </a:rPr>
              <a:t>오류는 결론·근거·인용 위치에서 다르게 발생한다</a:t>
            </a:r>
          </a:p>
        </p:txBody>
      </p:sp>
      <p:sp>
        <p:nvSpPr>
          <p:cNvPr id="3" name="">
            <a:extLst xmlns:a="http://schemas.openxmlformats.org/drawingml/2006/main">
              <a:ext uri="{FF2B5EF4-FFF2-40B4-BE49-F238E27FC236}">
                <a16:creationId xmlns:a16="http://schemas.microsoft.com/office/drawing/2014/main" id="{65B4B1F0-427E-4606-88A0-965808A1FE87}"/>
              </a:ext>
            </a:extLst>
          </p:cNvPr>
          <p:cNvSpPr>
            <a:spLocks xmlns:a="http://schemas.openxmlformats.org/drawingml/2006/main" noGrp="1"/>
          </p:cNvSpPr>
          <p:nvPr/>
        </p:nvSpPr>
        <p:spPr>
          <a:xfrm xmlns:a="http://schemas.openxmlformats.org/drawingml/2006/main">
            <a:off x="533400" y="923925"/>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2657A"/>
                </a:solidFill>
                <a:latin typeface="Noto Sans CJK KR"/>
                <a:ea typeface="Noto Sans CJK KR"/>
                <a:cs typeface="Noto Sans CJK KR"/>
              </a:defRPr>
            </a:pPr>
            <a:r>
              <a:rPr sz="1200" b="0">
                <a:solidFill>
                  <a:srgbClr val="52657A"/>
                </a:solidFill>
                <a:latin typeface="Noto Sans CJK KR"/>
                <a:ea typeface="Noto Sans CJK KR"/>
                <a:cs typeface="Noto Sans CJK KR"/>
              </a:rPr>
              <a:t>25문항 조정안의 대표 사례 · 최종 사람 승인 pending</a:t>
            </a:r>
          </a:p>
        </p:txBody>
      </p:sp>
      <p:sp>
        <p:nvSpPr>
          <p:cNvPr id="4" name="">
            <a:extLst xmlns:a="http://schemas.openxmlformats.org/drawingml/2006/main">
              <a:ext uri="{FF2B5EF4-FFF2-40B4-BE49-F238E27FC236}">
                <a16:creationId xmlns:a16="http://schemas.microsoft.com/office/drawing/2014/main" id="{CBBA1434-8F56-4E88-B89C-E3FE971D2BBC}"/>
              </a:ext>
            </a:extLst>
          </p:cNvPr>
          <p:cNvSpPr>
            <a:spLocks xmlns:a="http://schemas.openxmlformats.org/drawingml/2006/main" noGrp="1"/>
          </p:cNvSpPr>
          <p:nvPr/>
        </p:nvSpPr>
        <p:spPr>
          <a:xfrm xmlns:a="http://schemas.openxmlformats.org/drawingml/2006/main">
            <a:off x="514350" y="1257300"/>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5" name="">
            <a:extLst xmlns:a="http://schemas.openxmlformats.org/drawingml/2006/main">
              <a:ext uri="{FF2B5EF4-FFF2-40B4-BE49-F238E27FC236}">
                <a16:creationId xmlns:a16="http://schemas.microsoft.com/office/drawing/2014/main" id="{8123CDB3-19C5-4B56-BB2F-BDAC4FC18CF6}"/>
              </a:ext>
            </a:extLst>
          </p:cNvPr>
          <p:cNvSpPr>
            <a:spLocks xmlns:a="http://schemas.openxmlformats.org/drawingml/2006/main" noGrp="1"/>
          </p:cNvSpPr>
          <p:nvPr/>
        </p:nvSpPr>
        <p:spPr>
          <a:xfrm xmlns:a="http://schemas.openxmlformats.org/drawingml/2006/main">
            <a:off x="11201400" y="209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52657A"/>
                </a:solidFill>
                <a:latin typeface="Noto Sans CJK KR"/>
                <a:ea typeface="Noto Sans CJK KR"/>
                <a:cs typeface="Noto Sans CJK KR"/>
              </a:defRPr>
            </a:pPr>
            <a:r>
              <a:rPr sz="975" b="1">
                <a:solidFill>
                  <a:srgbClr val="52657A"/>
                </a:solidFill>
                <a:latin typeface="Noto Sans CJK KR"/>
                <a:ea typeface="Noto Sans CJK KR"/>
                <a:cs typeface="Noto Sans CJK KR"/>
              </a:rPr>
              <a:t>27</a:t>
            </a:r>
          </a:p>
        </p:txBody>
      </p:sp>
      <p:sp>
        <p:nvSpPr>
          <p:cNvPr id="6" name="">
            <a:extLst xmlns:a="http://schemas.openxmlformats.org/drawingml/2006/main">
              <a:ext uri="{FF2B5EF4-FFF2-40B4-BE49-F238E27FC236}">
                <a16:creationId xmlns:a16="http://schemas.microsoft.com/office/drawing/2014/main" id="{628FDE66-5711-4746-B3A3-3D0C101F7135}"/>
              </a:ext>
            </a:extLst>
          </p:cNvPr>
          <p:cNvSpPr>
            <a:spLocks xmlns:a="http://schemas.openxmlformats.org/drawingml/2006/main" noGrp="1"/>
          </p:cNvSpPr>
          <p:nvPr/>
        </p:nvSpPr>
        <p:spPr>
          <a:xfrm xmlns:a="http://schemas.openxmlformats.org/drawingml/2006/main">
            <a:off x="514350" y="1562100"/>
            <a:ext cx="111633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FD9E6"/>
            </a:solidFill>
          </a:ln>
        </p:spPr>
      </p:sp>
      <p:sp>
        <p:nvSpPr>
          <p:cNvPr id="7" name="">
            <a:extLst xmlns:a="http://schemas.openxmlformats.org/drawingml/2006/main">
              <a:ext uri="{FF2B5EF4-FFF2-40B4-BE49-F238E27FC236}">
                <a16:creationId xmlns:a16="http://schemas.microsoft.com/office/drawing/2014/main" id="{C0FF9260-6206-4163-9E4C-802FCB202363}"/>
              </a:ext>
            </a:extLst>
          </p:cNvPr>
          <p:cNvSpPr>
            <a:spLocks xmlns:a="http://schemas.openxmlformats.org/drawingml/2006/main" noGrp="1"/>
          </p:cNvSpPr>
          <p:nvPr/>
        </p:nvSpPr>
        <p:spPr>
          <a:xfrm xmlns:a="http://schemas.openxmlformats.org/drawingml/2006/main">
            <a:off x="666750" y="1724025"/>
            <a:ext cx="1352550" cy="257175"/>
          </a:xfrm>
          <a:prstGeom xmlns:a="http://schemas.openxmlformats.org/drawingml/2006/main" prst="roundRect">
            <a:avLst>
              <a:gd name="adj" fmla="val 29630"/>
            </a:avLst>
          </a:prstGeom>
          <a:solidFill xmlns:a="http://schemas.openxmlformats.org/drawingml/2006/main">
            <a:srgbClr val="D9564A"/>
          </a:solidFill>
          <a:ln xmlns:a="http://schemas.openxmlformats.org/drawingml/2006/main" w="9525">
            <a:solidFill>
              <a:srgbClr val="D9564A"/>
            </a:solidFill>
          </a:ln>
        </p:spPr>
      </p:sp>
      <p:sp>
        <p:nvSpPr>
          <p:cNvPr id="8" name="">
            <a:extLst xmlns:a="http://schemas.openxmlformats.org/drawingml/2006/main">
              <a:ext uri="{FF2B5EF4-FFF2-40B4-BE49-F238E27FC236}">
                <a16:creationId xmlns:a16="http://schemas.microsoft.com/office/drawing/2014/main" id="{F8E0B510-ECDD-41ED-91A0-301384E9C611}"/>
              </a:ext>
            </a:extLst>
          </p:cNvPr>
          <p:cNvSpPr>
            <a:spLocks xmlns:a="http://schemas.openxmlformats.org/drawingml/2006/main" noGrp="1"/>
          </p:cNvSpPr>
          <p:nvPr/>
        </p:nvSpPr>
        <p:spPr>
          <a:xfrm xmlns:a="http://schemas.openxmlformats.org/drawingml/2006/main">
            <a:off x="666750" y="1762125"/>
            <a:ext cx="1352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FFFFFF"/>
                </a:solidFill>
                <a:latin typeface="Noto Sans CJK KR"/>
                <a:ea typeface="Noto Sans CJK KR"/>
                <a:cs typeface="Noto Sans CJK KR"/>
              </a:defRPr>
            </a:pPr>
            <a:r>
              <a:rPr sz="900" b="1">
                <a:solidFill>
                  <a:srgbClr val="FFFFFF"/>
                </a:solidFill>
                <a:latin typeface="Noto Sans CJK KR"/>
                <a:ea typeface="Noto Sans CJK KR"/>
                <a:cs typeface="Noto Sans CJK KR"/>
              </a:rPr>
              <a:t>CONTRADICTION</a:t>
            </a:r>
          </a:p>
        </p:txBody>
      </p:sp>
      <p:sp>
        <p:nvSpPr>
          <p:cNvPr id="9" name="">
            <a:extLst xmlns:a="http://schemas.openxmlformats.org/drawingml/2006/main">
              <a:ext uri="{FF2B5EF4-FFF2-40B4-BE49-F238E27FC236}">
                <a16:creationId xmlns:a16="http://schemas.microsoft.com/office/drawing/2014/main" id="{A386C07A-9D45-48C0-A36D-7181754DE987}"/>
              </a:ext>
            </a:extLst>
          </p:cNvPr>
          <p:cNvSpPr>
            <a:spLocks xmlns:a="http://schemas.openxmlformats.org/drawingml/2006/main" noGrp="1"/>
          </p:cNvSpPr>
          <p:nvPr/>
        </p:nvSpPr>
        <p:spPr>
          <a:xfrm xmlns:a="http://schemas.openxmlformats.org/drawingml/2006/main">
            <a:off x="2190750" y="1704975"/>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1">
                <a:solidFill>
                  <a:srgbClr val="132238"/>
                </a:solidFill>
                <a:latin typeface="Noto Sans CJK KR"/>
                <a:ea typeface="Noto Sans CJK KR"/>
                <a:cs typeface="Noto Sans CJK KR"/>
              </a:defRPr>
            </a:pPr>
            <a:r>
              <a:rPr sz="1425" b="1">
                <a:solidFill>
                  <a:srgbClr val="132238"/>
                </a:solidFill>
                <a:latin typeface="Noto Sans CJK KR"/>
                <a:ea typeface="Noto Sans CJK KR"/>
                <a:cs typeface="Noto Sans CJK KR"/>
              </a:rPr>
              <a:t>“인천을 제외해도 된다”</a:t>
            </a:r>
          </a:p>
        </p:txBody>
      </p:sp>
      <p:sp>
        <p:nvSpPr>
          <p:cNvPr id="10" name="">
            <a:extLst xmlns:a="http://schemas.openxmlformats.org/drawingml/2006/main">
              <a:ext uri="{FF2B5EF4-FFF2-40B4-BE49-F238E27FC236}">
                <a16:creationId xmlns:a16="http://schemas.microsoft.com/office/drawing/2014/main" id="{7CBEEE2C-9FBE-4BCB-B341-19EE8BBE362D}"/>
              </a:ext>
            </a:extLst>
          </p:cNvPr>
          <p:cNvSpPr>
            <a:spLocks xmlns:a="http://schemas.openxmlformats.org/drawingml/2006/main" noGrp="1"/>
          </p:cNvSpPr>
          <p:nvPr/>
        </p:nvSpPr>
        <p:spPr>
          <a:xfrm xmlns:a="http://schemas.openxmlformats.org/drawingml/2006/main">
            <a:off x="5829300" y="1704975"/>
            <a:ext cx="3905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57A"/>
                </a:solidFill>
                <a:latin typeface="Noto Sans CJK KR"/>
                <a:ea typeface="Noto Sans CJK KR"/>
                <a:cs typeface="Noto Sans CJK KR"/>
              </a:defRPr>
            </a:pPr>
            <a:r>
              <a:rPr sz="1125" b="0">
                <a:solidFill>
                  <a:srgbClr val="52657A"/>
                </a:solidFill>
                <a:latin typeface="Noto Sans CJK KR"/>
                <a:ea typeface="Noto Sans CJK KR"/>
                <a:cs typeface="Noto Sans CJK KR"/>
              </a:rPr>
              <a:t>근거는 서울·경기(인천 포함)라고 명시</a:t>
            </a:r>
          </a:p>
        </p:txBody>
      </p:sp>
      <p:sp>
        <p:nvSpPr>
          <p:cNvPr id="11" name="">
            <a:extLst xmlns:a="http://schemas.openxmlformats.org/drawingml/2006/main">
              <a:ext uri="{FF2B5EF4-FFF2-40B4-BE49-F238E27FC236}">
                <a16:creationId xmlns:a16="http://schemas.microsoft.com/office/drawing/2014/main" id="{6D0072A9-A8B0-4D99-B473-2A111103A900}"/>
              </a:ext>
            </a:extLst>
          </p:cNvPr>
          <p:cNvSpPr>
            <a:spLocks xmlns:a="http://schemas.openxmlformats.org/drawingml/2006/main" noGrp="1"/>
          </p:cNvSpPr>
          <p:nvPr/>
        </p:nvSpPr>
        <p:spPr>
          <a:xfrm xmlns:a="http://schemas.openxmlformats.org/drawingml/2006/main">
            <a:off x="2190750" y="2124075"/>
            <a:ext cx="7543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D9564A"/>
                </a:solidFill>
                <a:latin typeface="Noto Sans CJK KR"/>
                <a:ea typeface="Noto Sans CJK KR"/>
                <a:cs typeface="Noto Sans CJK KR"/>
              </a:defRPr>
            </a:pPr>
            <a:r>
              <a:rPr sz="1125" b="1">
                <a:solidFill>
                  <a:srgbClr val="D9564A"/>
                </a:solidFill>
                <a:latin typeface="Noto Sans CJK KR"/>
                <a:ea typeface="Noto Sans CJK KR"/>
                <a:cs typeface="Noto Sans CJK KR"/>
              </a:rPr>
              <a:t>부정 범위가 뒤집힘</a:t>
            </a:r>
          </a:p>
        </p:txBody>
      </p:sp>
      <p:sp>
        <p:nvSpPr>
          <p:cNvPr id="12" name="">
            <a:extLst xmlns:a="http://schemas.openxmlformats.org/drawingml/2006/main">
              <a:ext uri="{FF2B5EF4-FFF2-40B4-BE49-F238E27FC236}">
                <a16:creationId xmlns:a16="http://schemas.microsoft.com/office/drawing/2014/main" id="{FB45E5C9-4948-40F6-8642-9F359E3C4653}"/>
              </a:ext>
            </a:extLst>
          </p:cNvPr>
          <p:cNvSpPr>
            <a:spLocks xmlns:a="http://schemas.openxmlformats.org/drawingml/2006/main" noGrp="1"/>
          </p:cNvSpPr>
          <p:nvPr/>
        </p:nvSpPr>
        <p:spPr>
          <a:xfrm xmlns:a="http://schemas.openxmlformats.org/drawingml/2006/main">
            <a:off x="9925050" y="171450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52657A"/>
                </a:solidFill>
                <a:latin typeface="Noto Sans CJK KR"/>
                <a:ea typeface="Noto Sans CJK KR"/>
                <a:cs typeface="Noto Sans CJK KR"/>
              </a:defRPr>
            </a:pPr>
            <a:r>
              <a:rPr sz="900" b="1">
                <a:solidFill>
                  <a:srgbClr val="52657A"/>
                </a:solidFill>
                <a:latin typeface="Noto Sans CJK KR"/>
                <a:ea typeface="Noto Sans CJK KR"/>
                <a:cs typeface="Noto Sans CJK KR"/>
              </a:rPr>
              <a:t>답변</a:t>
            </a:r>
          </a:p>
        </p:txBody>
      </p:sp>
      <p:sp>
        <p:nvSpPr>
          <p:cNvPr id="13" name="">
            <a:extLst xmlns:a="http://schemas.openxmlformats.org/drawingml/2006/main">
              <a:ext uri="{FF2B5EF4-FFF2-40B4-BE49-F238E27FC236}">
                <a16:creationId xmlns:a16="http://schemas.microsoft.com/office/drawing/2014/main" id="{E301E6FC-A18F-408D-AE32-235998011ADB}"/>
              </a:ext>
            </a:extLst>
          </p:cNvPr>
          <p:cNvSpPr>
            <a:spLocks xmlns:a="http://schemas.openxmlformats.org/drawingml/2006/main" noGrp="1"/>
          </p:cNvSpPr>
          <p:nvPr/>
        </p:nvSpPr>
        <p:spPr>
          <a:xfrm xmlns:a="http://schemas.openxmlformats.org/drawingml/2006/main">
            <a:off x="9925050" y="2047875"/>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52657A"/>
                </a:solidFill>
                <a:latin typeface="Noto Sans CJK KR"/>
                <a:ea typeface="Noto Sans CJK KR"/>
                <a:cs typeface="Noto Sans CJK KR"/>
              </a:defRPr>
            </a:pPr>
            <a:r>
              <a:rPr sz="900" b="1">
                <a:solidFill>
                  <a:srgbClr val="52657A"/>
                </a:solidFill>
                <a:latin typeface="Noto Sans CJK KR"/>
                <a:ea typeface="Noto Sans CJK KR"/>
                <a:cs typeface="Noto Sans CJK KR"/>
              </a:rPr>
              <a:t>근거</a:t>
            </a:r>
          </a:p>
        </p:txBody>
      </p:sp>
      <p:sp>
        <p:nvSpPr>
          <p:cNvPr id="14" name="">
            <a:extLst xmlns:a="http://schemas.openxmlformats.org/drawingml/2006/main">
              <a:ext uri="{FF2B5EF4-FFF2-40B4-BE49-F238E27FC236}">
                <a16:creationId xmlns:a16="http://schemas.microsoft.com/office/drawing/2014/main" id="{AF32D6FA-D2CF-4166-98B7-846CAD717615}"/>
              </a:ext>
            </a:extLst>
          </p:cNvPr>
          <p:cNvSpPr>
            <a:spLocks xmlns:a="http://schemas.openxmlformats.org/drawingml/2006/main" noGrp="1"/>
          </p:cNvSpPr>
          <p:nvPr/>
        </p:nvSpPr>
        <p:spPr>
          <a:xfrm xmlns:a="http://schemas.openxmlformats.org/drawingml/2006/main">
            <a:off x="10668000" y="1724025"/>
            <a:ext cx="133350" cy="133350"/>
          </a:xfrm>
          <a:prstGeom xmlns:a="http://schemas.openxmlformats.org/drawingml/2006/main" prst="ellipse">
            <a:avLst/>
          </a:prstGeom>
          <a:solidFill xmlns:a="http://schemas.openxmlformats.org/drawingml/2006/main">
            <a:srgbClr val="D9564A"/>
          </a:solidFill>
          <a:ln xmlns:a="http://schemas.openxmlformats.org/drawingml/2006/main" w="9525">
            <a:solidFill>
              <a:srgbClr val="D9564A"/>
            </a:solidFill>
          </a:ln>
        </p:spPr>
      </p:sp>
      <p:sp>
        <p:nvSpPr>
          <p:cNvPr id="15" name="">
            <a:extLst xmlns:a="http://schemas.openxmlformats.org/drawingml/2006/main">
              <a:ext uri="{FF2B5EF4-FFF2-40B4-BE49-F238E27FC236}">
                <a16:creationId xmlns:a16="http://schemas.microsoft.com/office/drawing/2014/main" id="{C71C4E7C-81C6-499C-95A3-AC0E823DBE60}"/>
              </a:ext>
            </a:extLst>
          </p:cNvPr>
          <p:cNvSpPr>
            <a:spLocks xmlns:a="http://schemas.openxmlformats.org/drawingml/2006/main" noGrp="1"/>
          </p:cNvSpPr>
          <p:nvPr/>
        </p:nvSpPr>
        <p:spPr>
          <a:xfrm xmlns:a="http://schemas.openxmlformats.org/drawingml/2006/main">
            <a:off x="10668000" y="2057400"/>
            <a:ext cx="133350" cy="133350"/>
          </a:xfrm>
          <a:prstGeom xmlns:a="http://schemas.openxmlformats.org/drawingml/2006/main" prst="ellipse">
            <a:avLst/>
          </a:prstGeom>
          <a:solidFill xmlns:a="http://schemas.openxmlformats.org/drawingml/2006/main">
            <a:srgbClr val="119C8B"/>
          </a:solidFill>
          <a:ln xmlns:a="http://schemas.openxmlformats.org/drawingml/2006/main" w="9525">
            <a:solidFill>
              <a:srgbClr val="119C8B"/>
            </a:solidFill>
          </a:ln>
        </p:spPr>
      </p:sp>
      <p:sp>
        <p:nvSpPr>
          <p:cNvPr id="16" name="">
            <a:extLst xmlns:a="http://schemas.openxmlformats.org/drawingml/2006/main">
              <a:ext uri="{FF2B5EF4-FFF2-40B4-BE49-F238E27FC236}">
                <a16:creationId xmlns:a16="http://schemas.microsoft.com/office/drawing/2014/main" id="{217C0855-24F6-4755-B19B-1531B80D9E1A}"/>
              </a:ext>
            </a:extLst>
          </p:cNvPr>
          <p:cNvSpPr>
            <a:spLocks xmlns:a="http://schemas.openxmlformats.org/drawingml/2006/main" noGrp="1"/>
          </p:cNvSpPr>
          <p:nvPr/>
        </p:nvSpPr>
        <p:spPr>
          <a:xfrm xmlns:a="http://schemas.openxmlformats.org/drawingml/2006/main">
            <a:off x="10734675" y="1857375"/>
            <a:ext cx="0" cy="200025"/>
          </a:xfrm>
          <a:prstGeom xmlns:a="http://schemas.openxmlformats.org/drawingml/2006/main" prst="line">
            <a:avLst/>
          </a:prstGeom>
          <a:noFill xmlns:a="http://schemas.openxmlformats.org/drawingml/2006/main"/>
          <a:ln xmlns:a="http://schemas.openxmlformats.org/drawingml/2006/main" w="19050">
            <a:solidFill>
              <a:srgbClr val="CFD9E6"/>
            </a:solidFill>
          </a:ln>
        </p:spPr>
      </p:sp>
      <p:sp>
        <p:nvSpPr>
          <p:cNvPr id="17" name="">
            <a:extLst xmlns:a="http://schemas.openxmlformats.org/drawingml/2006/main">
              <a:ext uri="{FF2B5EF4-FFF2-40B4-BE49-F238E27FC236}">
                <a16:creationId xmlns:a16="http://schemas.microsoft.com/office/drawing/2014/main" id="{3CC3D215-7A1B-4994-8E2F-0AB6F4F313CB}"/>
              </a:ext>
            </a:extLst>
          </p:cNvPr>
          <p:cNvSpPr>
            <a:spLocks xmlns:a="http://schemas.openxmlformats.org/drawingml/2006/main" noGrp="1"/>
          </p:cNvSpPr>
          <p:nvPr/>
        </p:nvSpPr>
        <p:spPr>
          <a:xfrm xmlns:a="http://schemas.openxmlformats.org/drawingml/2006/main">
            <a:off x="514350" y="2847975"/>
            <a:ext cx="111633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FD9E6"/>
            </a:solidFill>
          </a:ln>
        </p:spPr>
      </p:sp>
      <p:sp>
        <p:nvSpPr>
          <p:cNvPr id="18" name="">
            <a:extLst xmlns:a="http://schemas.openxmlformats.org/drawingml/2006/main">
              <a:ext uri="{FF2B5EF4-FFF2-40B4-BE49-F238E27FC236}">
                <a16:creationId xmlns:a16="http://schemas.microsoft.com/office/drawing/2014/main" id="{33B81910-8822-4F58-8360-394D6CCB1601}"/>
              </a:ext>
            </a:extLst>
          </p:cNvPr>
          <p:cNvSpPr>
            <a:spLocks xmlns:a="http://schemas.openxmlformats.org/drawingml/2006/main" noGrp="1"/>
          </p:cNvSpPr>
          <p:nvPr/>
        </p:nvSpPr>
        <p:spPr>
          <a:xfrm xmlns:a="http://schemas.openxmlformats.org/drawingml/2006/main">
            <a:off x="666750" y="3009900"/>
            <a:ext cx="1352550" cy="257175"/>
          </a:xfrm>
          <a:prstGeom xmlns:a="http://schemas.openxmlformats.org/drawingml/2006/main" prst="roundRect">
            <a:avLst>
              <a:gd name="adj" fmla="val 29630"/>
            </a:avLst>
          </a:prstGeom>
          <a:solidFill xmlns:a="http://schemas.openxmlformats.org/drawingml/2006/main">
            <a:srgbClr val="F29B38"/>
          </a:solidFill>
          <a:ln xmlns:a="http://schemas.openxmlformats.org/drawingml/2006/main" w="9525">
            <a:solidFill>
              <a:srgbClr val="F29B38"/>
            </a:solidFill>
          </a:ln>
        </p:spPr>
      </p:sp>
      <p:sp>
        <p:nvSpPr>
          <p:cNvPr id="19" name="">
            <a:extLst xmlns:a="http://schemas.openxmlformats.org/drawingml/2006/main">
              <a:ext uri="{FF2B5EF4-FFF2-40B4-BE49-F238E27FC236}">
                <a16:creationId xmlns:a16="http://schemas.microsoft.com/office/drawing/2014/main" id="{5965FBFE-CE63-4274-B21E-B6691A935705}"/>
              </a:ext>
            </a:extLst>
          </p:cNvPr>
          <p:cNvSpPr>
            <a:spLocks xmlns:a="http://schemas.openxmlformats.org/drawingml/2006/main" noGrp="1"/>
          </p:cNvSpPr>
          <p:nvPr/>
        </p:nvSpPr>
        <p:spPr>
          <a:xfrm xmlns:a="http://schemas.openxmlformats.org/drawingml/2006/main">
            <a:off x="666750" y="3048000"/>
            <a:ext cx="1352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FFFFFF"/>
                </a:solidFill>
                <a:latin typeface="Noto Sans CJK KR"/>
                <a:ea typeface="Noto Sans CJK KR"/>
                <a:cs typeface="Noto Sans CJK KR"/>
              </a:defRPr>
            </a:pPr>
            <a:r>
              <a:rPr sz="900" b="1">
                <a:solidFill>
                  <a:srgbClr val="FFFFFF"/>
                </a:solidFill>
                <a:latin typeface="Noto Sans CJK KR"/>
                <a:ea typeface="Noto Sans CJK KR"/>
                <a:cs typeface="Noto Sans CJK KR"/>
              </a:rPr>
              <a:t>UNSUPPORTED</a:t>
            </a:r>
          </a:p>
        </p:txBody>
      </p:sp>
      <p:sp>
        <p:nvSpPr>
          <p:cNvPr id="20" name="">
            <a:extLst xmlns:a="http://schemas.openxmlformats.org/drawingml/2006/main">
              <a:ext uri="{FF2B5EF4-FFF2-40B4-BE49-F238E27FC236}">
                <a16:creationId xmlns:a16="http://schemas.microsoft.com/office/drawing/2014/main" id="{F4E61ACB-87EE-4A6F-8FD1-294F5D8DCA90}"/>
              </a:ext>
            </a:extLst>
          </p:cNvPr>
          <p:cNvSpPr>
            <a:spLocks xmlns:a="http://schemas.openxmlformats.org/drawingml/2006/main" noGrp="1"/>
          </p:cNvSpPr>
          <p:nvPr/>
        </p:nvSpPr>
        <p:spPr>
          <a:xfrm xmlns:a="http://schemas.openxmlformats.org/drawingml/2006/main">
            <a:off x="2190750" y="2990850"/>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1">
                <a:solidFill>
                  <a:srgbClr val="132238"/>
                </a:solidFill>
                <a:latin typeface="Noto Sans CJK KR"/>
                <a:ea typeface="Noto Sans CJK KR"/>
                <a:cs typeface="Noto Sans CJK KR"/>
              </a:defRPr>
            </a:pPr>
            <a:r>
              <a:rPr sz="1425" b="1">
                <a:solidFill>
                  <a:srgbClr val="132238"/>
                </a:solidFill>
                <a:latin typeface="Noto Sans CJK KR"/>
                <a:ea typeface="Noto Sans CJK KR"/>
                <a:cs typeface="Noto Sans CJK KR"/>
              </a:rPr>
              <a:t>“기존 배치의 잔여 FTE가 0.0”</a:t>
            </a:r>
          </a:p>
        </p:txBody>
      </p:sp>
      <p:sp>
        <p:nvSpPr>
          <p:cNvPr id="21" name="">
            <a:extLst xmlns:a="http://schemas.openxmlformats.org/drawingml/2006/main">
              <a:ext uri="{FF2B5EF4-FFF2-40B4-BE49-F238E27FC236}">
                <a16:creationId xmlns:a16="http://schemas.microsoft.com/office/drawing/2014/main" id="{F8018520-40B0-47CE-A6C1-C152D7688F53}"/>
              </a:ext>
            </a:extLst>
          </p:cNvPr>
          <p:cNvSpPr>
            <a:spLocks xmlns:a="http://schemas.openxmlformats.org/drawingml/2006/main" noGrp="1"/>
          </p:cNvSpPr>
          <p:nvPr/>
        </p:nvSpPr>
        <p:spPr>
          <a:xfrm xmlns:a="http://schemas.openxmlformats.org/drawingml/2006/main">
            <a:off x="5829300" y="2990850"/>
            <a:ext cx="3905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57A"/>
                </a:solidFill>
                <a:latin typeface="Noto Sans CJK KR"/>
                <a:ea typeface="Noto Sans CJK KR"/>
                <a:cs typeface="Noto Sans CJK KR"/>
              </a:defRPr>
            </a:pPr>
            <a:r>
              <a:rPr sz="1125" b="0">
                <a:solidFill>
                  <a:srgbClr val="52657A"/>
                </a:solidFill>
                <a:latin typeface="Noto Sans CJK KR"/>
                <a:ea typeface="Noto Sans CJK KR"/>
                <a:cs typeface="Noto Sans CJK KR"/>
              </a:rPr>
              <a:t>다른 인력의 값을 재사용</a:t>
            </a:r>
          </a:p>
        </p:txBody>
      </p:sp>
      <p:sp>
        <p:nvSpPr>
          <p:cNvPr id="22" name="">
            <a:extLst xmlns:a="http://schemas.openxmlformats.org/drawingml/2006/main">
              <a:ext uri="{FF2B5EF4-FFF2-40B4-BE49-F238E27FC236}">
                <a16:creationId xmlns:a16="http://schemas.microsoft.com/office/drawing/2014/main" id="{F61E8AC4-53AE-4862-9DD9-19BEC1DAFAF9}"/>
              </a:ext>
            </a:extLst>
          </p:cNvPr>
          <p:cNvSpPr>
            <a:spLocks xmlns:a="http://schemas.openxmlformats.org/drawingml/2006/main" noGrp="1"/>
          </p:cNvSpPr>
          <p:nvPr/>
        </p:nvSpPr>
        <p:spPr>
          <a:xfrm xmlns:a="http://schemas.openxmlformats.org/drawingml/2006/main">
            <a:off x="2190750" y="3409950"/>
            <a:ext cx="7543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F29B38"/>
                </a:solidFill>
                <a:latin typeface="Noto Sans CJK KR"/>
                <a:ea typeface="Noto Sans CJK KR"/>
                <a:cs typeface="Noto Sans CJK KR"/>
              </a:defRPr>
            </a:pPr>
            <a:r>
              <a:rPr sz="1125" b="1">
                <a:solidFill>
                  <a:srgbClr val="F29B38"/>
                </a:solidFill>
                <a:latin typeface="Noto Sans CJK KR"/>
                <a:ea typeface="Noto Sans CJK KR"/>
                <a:cs typeface="Noto Sans CJK KR"/>
              </a:rPr>
              <a:t>주체 연결이 근거에 없음</a:t>
            </a:r>
          </a:p>
        </p:txBody>
      </p:sp>
      <p:sp>
        <p:nvSpPr>
          <p:cNvPr id="23" name="">
            <a:extLst xmlns:a="http://schemas.openxmlformats.org/drawingml/2006/main">
              <a:ext uri="{FF2B5EF4-FFF2-40B4-BE49-F238E27FC236}">
                <a16:creationId xmlns:a16="http://schemas.microsoft.com/office/drawing/2014/main" id="{4F542ED8-4BBC-4DDA-85CF-C4824DD93397}"/>
              </a:ext>
            </a:extLst>
          </p:cNvPr>
          <p:cNvSpPr>
            <a:spLocks xmlns:a="http://schemas.openxmlformats.org/drawingml/2006/main" noGrp="1"/>
          </p:cNvSpPr>
          <p:nvPr/>
        </p:nvSpPr>
        <p:spPr>
          <a:xfrm xmlns:a="http://schemas.openxmlformats.org/drawingml/2006/main">
            <a:off x="9925050" y="3000375"/>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52657A"/>
                </a:solidFill>
                <a:latin typeface="Noto Sans CJK KR"/>
                <a:ea typeface="Noto Sans CJK KR"/>
                <a:cs typeface="Noto Sans CJK KR"/>
              </a:defRPr>
            </a:pPr>
            <a:r>
              <a:rPr sz="900" b="1">
                <a:solidFill>
                  <a:srgbClr val="52657A"/>
                </a:solidFill>
                <a:latin typeface="Noto Sans CJK KR"/>
                <a:ea typeface="Noto Sans CJK KR"/>
                <a:cs typeface="Noto Sans CJK KR"/>
              </a:rPr>
              <a:t>답변</a:t>
            </a:r>
          </a:p>
        </p:txBody>
      </p:sp>
      <p:sp>
        <p:nvSpPr>
          <p:cNvPr id="24" name="">
            <a:extLst xmlns:a="http://schemas.openxmlformats.org/drawingml/2006/main">
              <a:ext uri="{FF2B5EF4-FFF2-40B4-BE49-F238E27FC236}">
                <a16:creationId xmlns:a16="http://schemas.microsoft.com/office/drawing/2014/main" id="{CA19A50E-FAFB-4357-8099-FAC0022A7E1F}"/>
              </a:ext>
            </a:extLst>
          </p:cNvPr>
          <p:cNvSpPr>
            <a:spLocks xmlns:a="http://schemas.openxmlformats.org/drawingml/2006/main" noGrp="1"/>
          </p:cNvSpPr>
          <p:nvPr/>
        </p:nvSpPr>
        <p:spPr>
          <a:xfrm xmlns:a="http://schemas.openxmlformats.org/drawingml/2006/main">
            <a:off x="9925050" y="333375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52657A"/>
                </a:solidFill>
                <a:latin typeface="Noto Sans CJK KR"/>
                <a:ea typeface="Noto Sans CJK KR"/>
                <a:cs typeface="Noto Sans CJK KR"/>
              </a:defRPr>
            </a:pPr>
            <a:r>
              <a:rPr sz="900" b="1">
                <a:solidFill>
                  <a:srgbClr val="52657A"/>
                </a:solidFill>
                <a:latin typeface="Noto Sans CJK KR"/>
                <a:ea typeface="Noto Sans CJK KR"/>
                <a:cs typeface="Noto Sans CJK KR"/>
              </a:rPr>
              <a:t>근거</a:t>
            </a:r>
          </a:p>
        </p:txBody>
      </p:sp>
      <p:sp>
        <p:nvSpPr>
          <p:cNvPr id="25" name="">
            <a:extLst xmlns:a="http://schemas.openxmlformats.org/drawingml/2006/main">
              <a:ext uri="{FF2B5EF4-FFF2-40B4-BE49-F238E27FC236}">
                <a16:creationId xmlns:a16="http://schemas.microsoft.com/office/drawing/2014/main" id="{7EE5B805-E443-4C5F-A68A-2B720346AD06}"/>
              </a:ext>
            </a:extLst>
          </p:cNvPr>
          <p:cNvSpPr>
            <a:spLocks xmlns:a="http://schemas.openxmlformats.org/drawingml/2006/main" noGrp="1"/>
          </p:cNvSpPr>
          <p:nvPr/>
        </p:nvSpPr>
        <p:spPr>
          <a:xfrm xmlns:a="http://schemas.openxmlformats.org/drawingml/2006/main">
            <a:off x="10668000" y="3009900"/>
            <a:ext cx="133350" cy="133350"/>
          </a:xfrm>
          <a:prstGeom xmlns:a="http://schemas.openxmlformats.org/drawingml/2006/main" prst="ellipse">
            <a:avLst/>
          </a:prstGeom>
          <a:solidFill xmlns:a="http://schemas.openxmlformats.org/drawingml/2006/main">
            <a:srgbClr val="F29B38"/>
          </a:solidFill>
          <a:ln xmlns:a="http://schemas.openxmlformats.org/drawingml/2006/main" w="9525">
            <a:solidFill>
              <a:srgbClr val="F29B38"/>
            </a:solidFill>
          </a:ln>
        </p:spPr>
      </p:sp>
      <p:sp>
        <p:nvSpPr>
          <p:cNvPr id="26" name="">
            <a:extLst xmlns:a="http://schemas.openxmlformats.org/drawingml/2006/main">
              <a:ext uri="{FF2B5EF4-FFF2-40B4-BE49-F238E27FC236}">
                <a16:creationId xmlns:a16="http://schemas.microsoft.com/office/drawing/2014/main" id="{65E3F54B-77D2-45D8-8C4A-1DD7E53A73A3}"/>
              </a:ext>
            </a:extLst>
          </p:cNvPr>
          <p:cNvSpPr>
            <a:spLocks xmlns:a="http://schemas.openxmlformats.org/drawingml/2006/main" noGrp="1"/>
          </p:cNvSpPr>
          <p:nvPr/>
        </p:nvSpPr>
        <p:spPr>
          <a:xfrm xmlns:a="http://schemas.openxmlformats.org/drawingml/2006/main">
            <a:off x="10668000" y="3343275"/>
            <a:ext cx="133350" cy="133350"/>
          </a:xfrm>
          <a:prstGeom xmlns:a="http://schemas.openxmlformats.org/drawingml/2006/main" prst="ellipse">
            <a:avLst/>
          </a:prstGeom>
          <a:solidFill xmlns:a="http://schemas.openxmlformats.org/drawingml/2006/main">
            <a:srgbClr val="119C8B"/>
          </a:solidFill>
          <a:ln xmlns:a="http://schemas.openxmlformats.org/drawingml/2006/main" w="9525">
            <a:solidFill>
              <a:srgbClr val="119C8B"/>
            </a:solidFill>
          </a:ln>
        </p:spPr>
      </p:sp>
      <p:sp>
        <p:nvSpPr>
          <p:cNvPr id="27" name="">
            <a:extLst xmlns:a="http://schemas.openxmlformats.org/drawingml/2006/main">
              <a:ext uri="{FF2B5EF4-FFF2-40B4-BE49-F238E27FC236}">
                <a16:creationId xmlns:a16="http://schemas.microsoft.com/office/drawing/2014/main" id="{1D6952E4-F99E-4F25-909A-ABD3C6B0CEF6}"/>
              </a:ext>
            </a:extLst>
          </p:cNvPr>
          <p:cNvSpPr>
            <a:spLocks xmlns:a="http://schemas.openxmlformats.org/drawingml/2006/main" noGrp="1"/>
          </p:cNvSpPr>
          <p:nvPr/>
        </p:nvSpPr>
        <p:spPr>
          <a:xfrm xmlns:a="http://schemas.openxmlformats.org/drawingml/2006/main">
            <a:off x="10734675" y="3143250"/>
            <a:ext cx="0" cy="200025"/>
          </a:xfrm>
          <a:prstGeom xmlns:a="http://schemas.openxmlformats.org/drawingml/2006/main" prst="line">
            <a:avLst/>
          </a:prstGeom>
          <a:noFill xmlns:a="http://schemas.openxmlformats.org/drawingml/2006/main"/>
          <a:ln xmlns:a="http://schemas.openxmlformats.org/drawingml/2006/main" w="19050">
            <a:solidFill>
              <a:srgbClr val="CFD9E6"/>
            </a:solidFill>
          </a:ln>
        </p:spPr>
      </p:sp>
      <p:sp>
        <p:nvSpPr>
          <p:cNvPr id="28" name="">
            <a:extLst xmlns:a="http://schemas.openxmlformats.org/drawingml/2006/main">
              <a:ext uri="{FF2B5EF4-FFF2-40B4-BE49-F238E27FC236}">
                <a16:creationId xmlns:a16="http://schemas.microsoft.com/office/drawing/2014/main" id="{AFB10215-EEA9-47FC-A582-ABED5446A1DF}"/>
              </a:ext>
            </a:extLst>
          </p:cNvPr>
          <p:cNvSpPr>
            <a:spLocks xmlns:a="http://schemas.openxmlformats.org/drawingml/2006/main" noGrp="1"/>
          </p:cNvSpPr>
          <p:nvPr/>
        </p:nvSpPr>
        <p:spPr>
          <a:xfrm xmlns:a="http://schemas.openxmlformats.org/drawingml/2006/main">
            <a:off x="514350" y="4133850"/>
            <a:ext cx="111633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FD9E6"/>
            </a:solidFill>
          </a:ln>
        </p:spPr>
      </p:sp>
      <p:sp>
        <p:nvSpPr>
          <p:cNvPr id="29" name="">
            <a:extLst xmlns:a="http://schemas.openxmlformats.org/drawingml/2006/main">
              <a:ext uri="{FF2B5EF4-FFF2-40B4-BE49-F238E27FC236}">
                <a16:creationId xmlns:a16="http://schemas.microsoft.com/office/drawing/2014/main" id="{85D5308F-2D88-4EAE-A47E-9CA8FDB86E5B}"/>
              </a:ext>
            </a:extLst>
          </p:cNvPr>
          <p:cNvSpPr>
            <a:spLocks xmlns:a="http://schemas.openxmlformats.org/drawingml/2006/main" noGrp="1"/>
          </p:cNvSpPr>
          <p:nvPr/>
        </p:nvSpPr>
        <p:spPr>
          <a:xfrm xmlns:a="http://schemas.openxmlformats.org/drawingml/2006/main">
            <a:off x="666750" y="4295775"/>
            <a:ext cx="1352550" cy="257175"/>
          </a:xfrm>
          <a:prstGeom xmlns:a="http://schemas.openxmlformats.org/drawingml/2006/main" prst="roundRect">
            <a:avLst>
              <a:gd name="adj" fmla="val 29630"/>
            </a:avLst>
          </a:prstGeom>
          <a:solidFill xmlns:a="http://schemas.openxmlformats.org/drawingml/2006/main">
            <a:srgbClr val="2F6BFF"/>
          </a:solidFill>
          <a:ln xmlns:a="http://schemas.openxmlformats.org/drawingml/2006/main" w="9525">
            <a:solidFill>
              <a:srgbClr val="2F6BFF"/>
            </a:solidFill>
          </a:ln>
        </p:spPr>
      </p:sp>
      <p:sp>
        <p:nvSpPr>
          <p:cNvPr id="30" name="">
            <a:extLst xmlns:a="http://schemas.openxmlformats.org/drawingml/2006/main">
              <a:ext uri="{FF2B5EF4-FFF2-40B4-BE49-F238E27FC236}">
                <a16:creationId xmlns:a16="http://schemas.microsoft.com/office/drawing/2014/main" id="{0E86BA4F-680E-4F91-8C87-348655DDEEFA}"/>
              </a:ext>
            </a:extLst>
          </p:cNvPr>
          <p:cNvSpPr>
            <a:spLocks xmlns:a="http://schemas.openxmlformats.org/drawingml/2006/main" noGrp="1"/>
          </p:cNvSpPr>
          <p:nvPr/>
        </p:nvSpPr>
        <p:spPr>
          <a:xfrm xmlns:a="http://schemas.openxmlformats.org/drawingml/2006/main">
            <a:off x="666750" y="4333875"/>
            <a:ext cx="1352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FFFFFF"/>
                </a:solidFill>
                <a:latin typeface="Noto Sans CJK KR"/>
                <a:ea typeface="Noto Sans CJK KR"/>
                <a:cs typeface="Noto Sans CJK KR"/>
              </a:defRPr>
            </a:pPr>
            <a:r>
              <a:rPr sz="900" b="1">
                <a:solidFill>
                  <a:srgbClr val="FFFFFF"/>
                </a:solidFill>
                <a:latin typeface="Noto Sans CJK KR"/>
                <a:ea typeface="Noto Sans CJK KR"/>
                <a:cs typeface="Noto Sans CJK KR"/>
              </a:rPr>
              <a:t>CITATION_ERROR</a:t>
            </a:r>
          </a:p>
        </p:txBody>
      </p:sp>
      <p:sp>
        <p:nvSpPr>
          <p:cNvPr id="31" name="">
            <a:extLst xmlns:a="http://schemas.openxmlformats.org/drawingml/2006/main">
              <a:ext uri="{FF2B5EF4-FFF2-40B4-BE49-F238E27FC236}">
                <a16:creationId xmlns:a16="http://schemas.microsoft.com/office/drawing/2014/main" id="{0B7F3C3C-5847-4D9D-B91F-E2EFFC583AB3}"/>
              </a:ext>
            </a:extLst>
          </p:cNvPr>
          <p:cNvSpPr>
            <a:spLocks xmlns:a="http://schemas.openxmlformats.org/drawingml/2006/main" noGrp="1"/>
          </p:cNvSpPr>
          <p:nvPr/>
        </p:nvSpPr>
        <p:spPr>
          <a:xfrm xmlns:a="http://schemas.openxmlformats.org/drawingml/2006/main">
            <a:off x="2190750" y="4276725"/>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1">
                <a:solidFill>
                  <a:srgbClr val="132238"/>
                </a:solidFill>
                <a:latin typeface="Noto Sans CJK KR"/>
                <a:ea typeface="Noto Sans CJK KR"/>
                <a:cs typeface="Noto Sans CJK KR"/>
              </a:defRPr>
            </a:pPr>
            <a:r>
              <a:rPr sz="1425" b="1">
                <a:solidFill>
                  <a:srgbClr val="132238"/>
                </a:solidFill>
                <a:latin typeface="Noto Sans CJK KR"/>
                <a:ea typeface="Noto Sans CJK KR"/>
                <a:cs typeface="Noto Sans CJK KR"/>
              </a:rPr>
              <a:t>답변에 “[3]” 표시</a:t>
            </a:r>
          </a:p>
        </p:txBody>
      </p:sp>
      <p:sp>
        <p:nvSpPr>
          <p:cNvPr id="32" name="">
            <a:extLst xmlns:a="http://schemas.openxmlformats.org/drawingml/2006/main">
              <a:ext uri="{FF2B5EF4-FFF2-40B4-BE49-F238E27FC236}">
                <a16:creationId xmlns:a16="http://schemas.microsoft.com/office/drawing/2014/main" id="{0925DC84-E87D-44F5-86BF-25BC9FF69357}"/>
              </a:ext>
            </a:extLst>
          </p:cNvPr>
          <p:cNvSpPr>
            <a:spLocks xmlns:a="http://schemas.openxmlformats.org/drawingml/2006/main" noGrp="1"/>
          </p:cNvSpPr>
          <p:nvPr/>
        </p:nvSpPr>
        <p:spPr>
          <a:xfrm xmlns:a="http://schemas.openxmlformats.org/drawingml/2006/main">
            <a:off x="5829300" y="4276725"/>
            <a:ext cx="3905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57A"/>
                </a:solidFill>
                <a:latin typeface="Noto Sans CJK KR"/>
                <a:ea typeface="Noto Sans CJK KR"/>
                <a:cs typeface="Noto Sans CJK KR"/>
              </a:defRPr>
            </a:pPr>
            <a:r>
              <a:rPr sz="1125" b="0">
                <a:solidFill>
                  <a:srgbClr val="52657A"/>
                </a:solidFill>
                <a:latin typeface="Noto Sans CJK KR"/>
                <a:ea typeface="Noto Sans CJK KR"/>
                <a:cs typeface="Noto Sans CJK KR"/>
              </a:rPr>
              <a:t>실제 prompt 인용은 [1], [2]만 존재</a:t>
            </a:r>
          </a:p>
        </p:txBody>
      </p:sp>
      <p:sp>
        <p:nvSpPr>
          <p:cNvPr id="33" name="">
            <a:extLst xmlns:a="http://schemas.openxmlformats.org/drawingml/2006/main">
              <a:ext uri="{FF2B5EF4-FFF2-40B4-BE49-F238E27FC236}">
                <a16:creationId xmlns:a16="http://schemas.microsoft.com/office/drawing/2014/main" id="{8C6088B3-C60B-4CCC-91C7-071797E1C8B6}"/>
              </a:ext>
            </a:extLst>
          </p:cNvPr>
          <p:cNvSpPr>
            <a:spLocks xmlns:a="http://schemas.openxmlformats.org/drawingml/2006/main" noGrp="1"/>
          </p:cNvSpPr>
          <p:nvPr/>
        </p:nvSpPr>
        <p:spPr>
          <a:xfrm xmlns:a="http://schemas.openxmlformats.org/drawingml/2006/main">
            <a:off x="2190750" y="4695825"/>
            <a:ext cx="7543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2F6BFF"/>
                </a:solidFill>
                <a:latin typeface="Noto Sans CJK KR"/>
                <a:ea typeface="Noto Sans CJK KR"/>
                <a:cs typeface="Noto Sans CJK KR"/>
              </a:defRPr>
            </a:pPr>
            <a:r>
              <a:rPr sz="1125" b="1">
                <a:solidFill>
                  <a:srgbClr val="2F6BFF"/>
                </a:solidFill>
                <a:latin typeface="Noto Sans CJK KR"/>
                <a:ea typeface="Noto Sans CJK KR"/>
                <a:cs typeface="Noto Sans CJK KR"/>
              </a:rPr>
              <a:t>내용과 별개로 인용 위치 오류</a:t>
            </a:r>
          </a:p>
        </p:txBody>
      </p:sp>
      <p:sp>
        <p:nvSpPr>
          <p:cNvPr id="34" name="">
            <a:extLst xmlns:a="http://schemas.openxmlformats.org/drawingml/2006/main">
              <a:ext uri="{FF2B5EF4-FFF2-40B4-BE49-F238E27FC236}">
                <a16:creationId xmlns:a16="http://schemas.microsoft.com/office/drawing/2014/main" id="{79D571F3-56C9-42E0-AEB6-F1D28AB8A4A0}"/>
              </a:ext>
            </a:extLst>
          </p:cNvPr>
          <p:cNvSpPr>
            <a:spLocks xmlns:a="http://schemas.openxmlformats.org/drawingml/2006/main" noGrp="1"/>
          </p:cNvSpPr>
          <p:nvPr/>
        </p:nvSpPr>
        <p:spPr>
          <a:xfrm xmlns:a="http://schemas.openxmlformats.org/drawingml/2006/main">
            <a:off x="9925050" y="428625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52657A"/>
                </a:solidFill>
                <a:latin typeface="Noto Sans CJK KR"/>
                <a:ea typeface="Noto Sans CJK KR"/>
                <a:cs typeface="Noto Sans CJK KR"/>
              </a:defRPr>
            </a:pPr>
            <a:r>
              <a:rPr sz="900" b="1">
                <a:solidFill>
                  <a:srgbClr val="52657A"/>
                </a:solidFill>
                <a:latin typeface="Noto Sans CJK KR"/>
                <a:ea typeface="Noto Sans CJK KR"/>
                <a:cs typeface="Noto Sans CJK KR"/>
              </a:rPr>
              <a:t>답변</a:t>
            </a:r>
          </a:p>
        </p:txBody>
      </p:sp>
      <p:sp>
        <p:nvSpPr>
          <p:cNvPr id="35" name="">
            <a:extLst xmlns:a="http://schemas.openxmlformats.org/drawingml/2006/main">
              <a:ext uri="{FF2B5EF4-FFF2-40B4-BE49-F238E27FC236}">
                <a16:creationId xmlns:a16="http://schemas.microsoft.com/office/drawing/2014/main" id="{0FF12D96-4CFC-43AD-A290-4E185E146E1D}"/>
              </a:ext>
            </a:extLst>
          </p:cNvPr>
          <p:cNvSpPr>
            <a:spLocks xmlns:a="http://schemas.openxmlformats.org/drawingml/2006/main" noGrp="1"/>
          </p:cNvSpPr>
          <p:nvPr/>
        </p:nvSpPr>
        <p:spPr>
          <a:xfrm xmlns:a="http://schemas.openxmlformats.org/drawingml/2006/main">
            <a:off x="9925050" y="4619625"/>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52657A"/>
                </a:solidFill>
                <a:latin typeface="Noto Sans CJK KR"/>
                <a:ea typeface="Noto Sans CJK KR"/>
                <a:cs typeface="Noto Sans CJK KR"/>
              </a:defRPr>
            </a:pPr>
            <a:r>
              <a:rPr sz="900" b="1">
                <a:solidFill>
                  <a:srgbClr val="52657A"/>
                </a:solidFill>
                <a:latin typeface="Noto Sans CJK KR"/>
                <a:ea typeface="Noto Sans CJK KR"/>
                <a:cs typeface="Noto Sans CJK KR"/>
              </a:rPr>
              <a:t>근거</a:t>
            </a:r>
          </a:p>
        </p:txBody>
      </p:sp>
      <p:sp>
        <p:nvSpPr>
          <p:cNvPr id="36" name="">
            <a:extLst xmlns:a="http://schemas.openxmlformats.org/drawingml/2006/main">
              <a:ext uri="{FF2B5EF4-FFF2-40B4-BE49-F238E27FC236}">
                <a16:creationId xmlns:a16="http://schemas.microsoft.com/office/drawing/2014/main" id="{C917C4D7-FF50-40D4-A694-C6BA699760C6}"/>
              </a:ext>
            </a:extLst>
          </p:cNvPr>
          <p:cNvSpPr>
            <a:spLocks xmlns:a="http://schemas.openxmlformats.org/drawingml/2006/main" noGrp="1"/>
          </p:cNvSpPr>
          <p:nvPr/>
        </p:nvSpPr>
        <p:spPr>
          <a:xfrm xmlns:a="http://schemas.openxmlformats.org/drawingml/2006/main">
            <a:off x="10668000" y="4295775"/>
            <a:ext cx="133350" cy="133350"/>
          </a:xfrm>
          <a:prstGeom xmlns:a="http://schemas.openxmlformats.org/drawingml/2006/main" prst="ellipse">
            <a:avLst/>
          </a:prstGeom>
          <a:solidFill xmlns:a="http://schemas.openxmlformats.org/drawingml/2006/main">
            <a:srgbClr val="2F6BFF"/>
          </a:solidFill>
          <a:ln xmlns:a="http://schemas.openxmlformats.org/drawingml/2006/main" w="9525">
            <a:solidFill>
              <a:srgbClr val="2F6BFF"/>
            </a:solidFill>
          </a:ln>
        </p:spPr>
      </p:sp>
      <p:sp>
        <p:nvSpPr>
          <p:cNvPr id="37" name="">
            <a:extLst xmlns:a="http://schemas.openxmlformats.org/drawingml/2006/main">
              <a:ext uri="{FF2B5EF4-FFF2-40B4-BE49-F238E27FC236}">
                <a16:creationId xmlns:a16="http://schemas.microsoft.com/office/drawing/2014/main" id="{619D1CEC-A39F-4D30-A886-E7A0CD25AB55}"/>
              </a:ext>
            </a:extLst>
          </p:cNvPr>
          <p:cNvSpPr>
            <a:spLocks xmlns:a="http://schemas.openxmlformats.org/drawingml/2006/main" noGrp="1"/>
          </p:cNvSpPr>
          <p:nvPr/>
        </p:nvSpPr>
        <p:spPr>
          <a:xfrm xmlns:a="http://schemas.openxmlformats.org/drawingml/2006/main">
            <a:off x="10668000" y="4629150"/>
            <a:ext cx="133350" cy="133350"/>
          </a:xfrm>
          <a:prstGeom xmlns:a="http://schemas.openxmlformats.org/drawingml/2006/main" prst="ellipse">
            <a:avLst/>
          </a:prstGeom>
          <a:solidFill xmlns:a="http://schemas.openxmlformats.org/drawingml/2006/main">
            <a:srgbClr val="119C8B"/>
          </a:solidFill>
          <a:ln xmlns:a="http://schemas.openxmlformats.org/drawingml/2006/main" w="9525">
            <a:solidFill>
              <a:srgbClr val="119C8B"/>
            </a:solidFill>
          </a:ln>
        </p:spPr>
      </p:sp>
      <p:sp>
        <p:nvSpPr>
          <p:cNvPr id="38" name="">
            <a:extLst xmlns:a="http://schemas.openxmlformats.org/drawingml/2006/main">
              <a:ext uri="{FF2B5EF4-FFF2-40B4-BE49-F238E27FC236}">
                <a16:creationId xmlns:a16="http://schemas.microsoft.com/office/drawing/2014/main" id="{3A4E6A2E-8897-4134-B651-54F1590B48BA}"/>
              </a:ext>
            </a:extLst>
          </p:cNvPr>
          <p:cNvSpPr>
            <a:spLocks xmlns:a="http://schemas.openxmlformats.org/drawingml/2006/main" noGrp="1"/>
          </p:cNvSpPr>
          <p:nvPr/>
        </p:nvSpPr>
        <p:spPr>
          <a:xfrm xmlns:a="http://schemas.openxmlformats.org/drawingml/2006/main">
            <a:off x="10734675" y="4429125"/>
            <a:ext cx="0" cy="200025"/>
          </a:xfrm>
          <a:prstGeom xmlns:a="http://schemas.openxmlformats.org/drawingml/2006/main" prst="line">
            <a:avLst/>
          </a:prstGeom>
          <a:noFill xmlns:a="http://schemas.openxmlformats.org/drawingml/2006/main"/>
          <a:ln xmlns:a="http://schemas.openxmlformats.org/drawingml/2006/main" w="19050">
            <a:solidFill>
              <a:srgbClr val="CFD9E6"/>
            </a:solidFill>
          </a:ln>
        </p:spPr>
      </p:sp>
      <p:sp>
        <p:nvSpPr>
          <p:cNvPr id="39" name="">
            <a:extLst xmlns:a="http://schemas.openxmlformats.org/drawingml/2006/main">
              <a:ext uri="{FF2B5EF4-FFF2-40B4-BE49-F238E27FC236}">
                <a16:creationId xmlns:a16="http://schemas.microsoft.com/office/drawing/2014/main" id="{724D7553-847C-4766-8D04-9D5E8000315F}"/>
              </a:ext>
            </a:extLst>
          </p:cNvPr>
          <p:cNvSpPr>
            <a:spLocks xmlns:a="http://schemas.openxmlformats.org/drawingml/2006/main" noGrp="1"/>
          </p:cNvSpPr>
          <p:nvPr/>
        </p:nvSpPr>
        <p:spPr>
          <a:xfrm xmlns:a="http://schemas.openxmlformats.org/drawingml/2006/main">
            <a:off x="514350" y="5562600"/>
            <a:ext cx="11163300" cy="457200"/>
          </a:xfrm>
          <a:prstGeom xmlns:a="http://schemas.openxmlformats.org/drawingml/2006/main" prst="roundRect">
            <a:avLst>
              <a:gd name="adj" fmla="val 16667"/>
            </a:avLst>
          </a:prstGeom>
          <a:solidFill xmlns:a="http://schemas.openxmlformats.org/drawingml/2006/main">
            <a:srgbClr val="FFF2DE"/>
          </a:solidFill>
          <a:ln xmlns:a="http://schemas.openxmlformats.org/drawingml/2006/main" w="9525">
            <a:solidFill>
              <a:srgbClr val="F2C98E"/>
            </a:solidFill>
          </a:ln>
        </p:spPr>
      </p:sp>
      <p:sp>
        <p:nvSpPr>
          <p:cNvPr id="40" name="">
            <a:extLst xmlns:a="http://schemas.openxmlformats.org/drawingml/2006/main">
              <a:ext uri="{FF2B5EF4-FFF2-40B4-BE49-F238E27FC236}">
                <a16:creationId xmlns:a16="http://schemas.microsoft.com/office/drawing/2014/main" id="{844103A5-C814-4340-AB0F-6A350DC6BBD1}"/>
              </a:ext>
            </a:extLst>
          </p:cNvPr>
          <p:cNvSpPr>
            <a:spLocks xmlns:a="http://schemas.openxmlformats.org/drawingml/2006/main" noGrp="1"/>
          </p:cNvSpPr>
          <p:nvPr/>
        </p:nvSpPr>
        <p:spPr>
          <a:xfrm xmlns:a="http://schemas.openxmlformats.org/drawingml/2006/main">
            <a:off x="685800" y="5676900"/>
            <a:ext cx="10820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132238"/>
                </a:solidFill>
                <a:latin typeface="Noto Sans CJK KR"/>
                <a:ea typeface="Noto Sans CJK KR"/>
                <a:cs typeface="Noto Sans CJK KR"/>
              </a:defRPr>
            </a:pPr>
            <a:r>
              <a:rPr sz="1275" b="1">
                <a:solidFill>
                  <a:srgbClr val="132238"/>
                </a:solidFill>
                <a:latin typeface="Noto Sans CJK KR"/>
                <a:ea typeface="Noto Sans CJK KR"/>
                <a:cs typeface="Noto Sans CJK KR"/>
              </a:rPr>
              <a:t>탐지기가 해야 할 일: 문장 전체를 틀렸다고 지우는 것이 아니라, 바뀐 조건·없는 주체·잘못된 인용 위치를 표시</a:t>
            </a:r>
          </a:p>
        </p:txBody>
      </p:sp>
      <p:sp>
        <p:nvSpPr>
          <p:cNvPr id="41" name="">
            <a:extLst xmlns:a="http://schemas.openxmlformats.org/drawingml/2006/main">
              <a:ext uri="{FF2B5EF4-FFF2-40B4-BE49-F238E27FC236}">
                <a16:creationId xmlns:a16="http://schemas.microsoft.com/office/drawing/2014/main" id="{AD8D83C9-E0F0-43B7-A4D1-842D594CB534}"/>
              </a:ext>
            </a:extLst>
          </p:cNvPr>
          <p:cNvSpPr>
            <a:spLocks xmlns:a="http://schemas.openxmlformats.org/drawingml/2006/main" noGrp="1"/>
          </p:cNvSpPr>
          <p:nvPr/>
        </p:nvSpPr>
        <p:spPr>
          <a:xfrm xmlns:a="http://schemas.openxmlformats.org/drawingml/2006/main">
            <a:off x="514350" y="6353175"/>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42" name="">
            <a:extLst xmlns:a="http://schemas.openxmlformats.org/drawingml/2006/main">
              <a:ext uri="{FF2B5EF4-FFF2-40B4-BE49-F238E27FC236}">
                <a16:creationId xmlns:a16="http://schemas.microsoft.com/office/drawing/2014/main" id="{3BEDD4C3-D072-423F-804E-C7C9BEECB3C4}"/>
              </a:ext>
            </a:extLst>
          </p:cNvPr>
          <p:cNvSpPr>
            <a:spLocks xmlns:a="http://schemas.openxmlformats.org/drawingml/2006/main" noGrp="1"/>
          </p:cNvSpPr>
          <p:nvPr/>
        </p:nvSpPr>
        <p:spPr>
          <a:xfrm xmlns:a="http://schemas.openxmlformats.org/drawingml/2006/main">
            <a:off x="533400" y="6457950"/>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0">
                <a:solidFill>
                  <a:srgbClr val="52657A"/>
                </a:solidFill>
                <a:latin typeface="Noto Sans CJK KR"/>
                <a:ea typeface="Noto Sans CJK KR"/>
                <a:cs typeface="Noto Sans CJK KR"/>
              </a:defRPr>
            </a:pPr>
            <a:r>
              <a:rPr sz="825" b="0">
                <a:solidFill>
                  <a:srgbClr val="52657A"/>
                </a:solidFill>
                <a:latin typeface="Noto Sans CJK KR"/>
                <a:ea typeface="Noto Sans CJK KR"/>
                <a:cs typeface="Noto Sans CJK KR"/>
              </a:rPr>
              <a:t>사례는 모델 예측을 정답으로 복사하지 않고 답변과 실제 생성 근거를 대조해 작성</a:t>
            </a:r>
          </a:p>
        </p:txBody>
      </p:sp>
      <p:sp>
        <p:nvSpPr>
          <p:cNvPr id="43" name="">
            <a:extLst xmlns:a="http://schemas.openxmlformats.org/drawingml/2006/main">
              <a:ext uri="{FF2B5EF4-FFF2-40B4-BE49-F238E27FC236}">
                <a16:creationId xmlns:a16="http://schemas.microsoft.com/office/drawing/2014/main" id="{12B6CA69-46FD-4320-87F6-E50A71B6CF95}"/>
              </a:ext>
            </a:extLst>
          </p:cNvPr>
          <p:cNvSpPr>
            <a:spLocks xmlns:a="http://schemas.openxmlformats.org/drawingml/2006/main" noGrp="1"/>
          </p:cNvSpPr>
          <p:nvPr/>
        </p:nvSpPr>
        <p:spPr>
          <a:xfrm xmlns:a="http://schemas.openxmlformats.org/drawingml/2006/main">
            <a:off x="10001250" y="6457950"/>
            <a:ext cx="1676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1">
                <a:solidFill>
                  <a:srgbClr val="183B5B"/>
                </a:solidFill>
                <a:latin typeface="Noto Sans CJK KR"/>
                <a:ea typeface="Noto Sans CJK KR"/>
                <a:cs typeface="Noto Sans CJK KR"/>
              </a:defRPr>
            </a:pPr>
            <a:r>
              <a:rPr sz="825" b="1">
                <a:solidFill>
                  <a:srgbClr val="183B5B"/>
                </a:solidFill>
                <a:latin typeface="Noto Sans CJK KR"/>
                <a:ea typeface="Noto Sans CJK KR"/>
                <a:cs typeface="Noto Sans CJK KR"/>
              </a:rPr>
              <a:t>ASTRA · ko-LettuceDetect</a:t>
            </a:r>
          </a:p>
        </p:txBody>
      </p:sp>
    </p:spTree>
    <p:extLst>
      <p:ext uri="{BB962C8B-B14F-4D97-AF65-F5344CB8AC3E}">
        <p14:creationId xmlns:p14="http://schemas.microsoft.com/office/powerpoint/2010/main" val="444655638"/>
      </p:ext>
    </p:extLst>
  </p:cSld>
</p:sld>
</file>

<file path=ppt/slides/slide2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63BDE428-9183-4655-BC52-E9D15E6FF373}"/>
              </a:ext>
            </a:extLst>
          </p:cNvPr>
          <p:cNvSpPr>
            <a:spLocks xmlns:a="http://schemas.openxmlformats.org/drawingml/2006/main" noGrp="1"/>
          </p:cNvSpPr>
          <p:nvPr/>
        </p:nvSpPr>
        <p:spPr>
          <a:xfrm xmlns:a="http://schemas.openxmlformats.org/drawingml/2006/main">
            <a:off x="5143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119C8B"/>
                </a:solidFill>
                <a:latin typeface="Noto Sans CJK KR"/>
                <a:ea typeface="Noto Sans CJK KR"/>
                <a:cs typeface="Noto Sans CJK KR"/>
              </a:defRPr>
            </a:pPr>
            <a:r>
              <a:rPr sz="975" b="1">
                <a:solidFill>
                  <a:srgbClr val="119C8B"/>
                </a:solidFill>
                <a:latin typeface="Noto Sans CJK KR"/>
                <a:ea typeface="Noto Sans CJK KR"/>
                <a:cs typeface="Noto Sans CJK KR"/>
              </a:rPr>
              <a:t>시연·결론</a:t>
            </a:r>
          </a:p>
        </p:txBody>
      </p:sp>
      <p:sp>
        <p:nvSpPr>
          <p:cNvPr id="2" name="">
            <a:extLst xmlns:a="http://schemas.openxmlformats.org/drawingml/2006/main">
              <a:ext uri="{FF2B5EF4-FFF2-40B4-BE49-F238E27FC236}">
                <a16:creationId xmlns:a16="http://schemas.microsoft.com/office/drawing/2014/main" id="{ABC1D381-AB2B-478F-A9BB-0566C207301C}"/>
              </a:ext>
            </a:extLst>
          </p:cNvPr>
          <p:cNvSpPr>
            <a:spLocks xmlns:a="http://schemas.openxmlformats.org/drawingml/2006/main" noGrp="1"/>
          </p:cNvSpPr>
          <p:nvPr/>
        </p:nvSpPr>
        <p:spPr>
          <a:xfrm xmlns:a="http://schemas.openxmlformats.org/drawingml/2006/main">
            <a:off x="514350" y="457200"/>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132238"/>
                </a:solidFill>
                <a:latin typeface="Noto Sans CJK KR"/>
                <a:ea typeface="Noto Sans CJK KR"/>
                <a:cs typeface="Noto Sans CJK KR"/>
              </a:defRPr>
            </a:pPr>
            <a:r>
              <a:rPr sz="2325" b="1">
                <a:solidFill>
                  <a:srgbClr val="132238"/>
                </a:solidFill>
                <a:latin typeface="Noto Sans CJK KR"/>
                <a:ea typeface="Noto Sans CJK KR"/>
                <a:cs typeface="Noto Sans CJK KR"/>
              </a:rPr>
              <a:t>통합 평가는 검색·생성·라벨·탐지를 분리해 보고한다</a:t>
            </a:r>
          </a:p>
        </p:txBody>
      </p:sp>
      <p:sp>
        <p:nvSpPr>
          <p:cNvPr id="3" name="">
            <a:extLst xmlns:a="http://schemas.openxmlformats.org/drawingml/2006/main">
              <a:ext uri="{FF2B5EF4-FFF2-40B4-BE49-F238E27FC236}">
                <a16:creationId xmlns:a16="http://schemas.microsoft.com/office/drawing/2014/main" id="{84B89B13-10ED-42C3-AA87-77B538475145}"/>
              </a:ext>
            </a:extLst>
          </p:cNvPr>
          <p:cNvSpPr>
            <a:spLocks xmlns:a="http://schemas.openxmlformats.org/drawingml/2006/main" noGrp="1"/>
          </p:cNvSpPr>
          <p:nvPr/>
        </p:nvSpPr>
        <p:spPr>
          <a:xfrm xmlns:a="http://schemas.openxmlformats.org/drawingml/2006/main">
            <a:off x="533400" y="923925"/>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2657A"/>
                </a:solidFill>
                <a:latin typeface="Noto Sans CJK KR"/>
                <a:ea typeface="Noto Sans CJK KR"/>
                <a:cs typeface="Noto Sans CJK KR"/>
              </a:defRPr>
            </a:pPr>
            <a:r>
              <a:rPr sz="1200" b="0">
                <a:solidFill>
                  <a:srgbClr val="52657A"/>
                </a:solidFill>
                <a:latin typeface="Noto Sans CJK KR"/>
                <a:ea typeface="Noto Sans CJK KR"/>
                <a:cs typeface="Noto Sans CJK KR"/>
              </a:rPr>
              <a:t>자동 검사 통과와 모델 성능 확정은 같은 상태가 아니다</a:t>
            </a:r>
          </a:p>
        </p:txBody>
      </p:sp>
      <p:sp>
        <p:nvSpPr>
          <p:cNvPr id="4" name="">
            <a:extLst xmlns:a="http://schemas.openxmlformats.org/drawingml/2006/main">
              <a:ext uri="{FF2B5EF4-FFF2-40B4-BE49-F238E27FC236}">
                <a16:creationId xmlns:a16="http://schemas.microsoft.com/office/drawing/2014/main" id="{18FD96A1-3808-4100-A0F7-CA28864A78D3}"/>
              </a:ext>
            </a:extLst>
          </p:cNvPr>
          <p:cNvSpPr>
            <a:spLocks xmlns:a="http://schemas.openxmlformats.org/drawingml/2006/main" noGrp="1"/>
          </p:cNvSpPr>
          <p:nvPr/>
        </p:nvSpPr>
        <p:spPr>
          <a:xfrm xmlns:a="http://schemas.openxmlformats.org/drawingml/2006/main">
            <a:off x="514350" y="1257300"/>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5" name="">
            <a:extLst xmlns:a="http://schemas.openxmlformats.org/drawingml/2006/main">
              <a:ext uri="{FF2B5EF4-FFF2-40B4-BE49-F238E27FC236}">
                <a16:creationId xmlns:a16="http://schemas.microsoft.com/office/drawing/2014/main" id="{709F72A6-02C2-40CA-A953-DC23C581514F}"/>
              </a:ext>
            </a:extLst>
          </p:cNvPr>
          <p:cNvSpPr>
            <a:spLocks xmlns:a="http://schemas.openxmlformats.org/drawingml/2006/main" noGrp="1"/>
          </p:cNvSpPr>
          <p:nvPr/>
        </p:nvSpPr>
        <p:spPr>
          <a:xfrm xmlns:a="http://schemas.openxmlformats.org/drawingml/2006/main">
            <a:off x="11201400" y="209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52657A"/>
                </a:solidFill>
                <a:latin typeface="Noto Sans CJK KR"/>
                <a:ea typeface="Noto Sans CJK KR"/>
                <a:cs typeface="Noto Sans CJK KR"/>
              </a:defRPr>
            </a:pPr>
            <a:r>
              <a:rPr sz="975" b="1">
                <a:solidFill>
                  <a:srgbClr val="52657A"/>
                </a:solidFill>
                <a:latin typeface="Noto Sans CJK KR"/>
                <a:ea typeface="Noto Sans CJK KR"/>
                <a:cs typeface="Noto Sans CJK KR"/>
              </a:rPr>
              <a:t>28</a:t>
            </a:r>
          </a:p>
        </p:txBody>
      </p:sp>
      <p:graphicFrame>
        <p:nvGraphicFramePr>
          <p:cNvPr id="31" name=""/>
          <p:cNvGraphicFramePr/>
          <p:nvPr/>
        </p:nvGraphicFramePr>
        <p:xfrm>
          <a:off xmlns:a="http://schemas.openxmlformats.org/drawingml/2006/main" x="514350" y="1504950"/>
          <a:ext xmlns:a="http://schemas.openxmlformats.org/drawingml/2006/main" cx="11163300" cy="3486150"/>
        </p:xfrm>
        <a:graphic xmlns:a="http://schemas.openxmlformats.org/drawingml/2006/main">
          <a:graphicData uri="http://schemas.openxmlformats.org/drawingml/2006/table">
            <a:tbl>
              <a:tblPr/>
              <a:tblGrid>
                <a:gridCol w="1524000"/>
                <a:gridCol w="3352800"/>
                <a:gridCol w="2571750"/>
                <a:gridCol w="3714750"/>
              </a:tblGrid>
              <a:tr h="498021">
                <a:tc>
                  <a:txBody>
                    <a:bodyPr/>
                    <a:lstStyle/>
                    <a:p>
                      <a:r>
                        <a:rPr sz="975" b="1">
                          <a:solidFill>
                            <a:srgbClr val="FFFFFF"/>
                          </a:solidFill>
                          <a:latin typeface="Noto Sans CJK KR"/>
                          <a:ea typeface="Noto Sans CJK KR"/>
                          <a:cs typeface="Noto Sans CJK KR"/>
                        </a:rPr>
                        <a:t>평가 축</a:t>
                      </a:r>
                    </a:p>
                  </a:txBody>
                  <a:tcPr marL="76200" marR="76200" marT="57150" marB="57150" anchor="ctr">
                    <a:solidFill>
                      <a:srgbClr val="183B5B"/>
                    </a:solidFill>
                  </a:tcPr>
                </a:tc>
                <a:tc>
                  <a:txBody>
                    <a:bodyPr/>
                    <a:lstStyle/>
                    <a:p>
                      <a:r>
                        <a:rPr sz="975" b="1">
                          <a:solidFill>
                            <a:srgbClr val="FFFFFF"/>
                          </a:solidFill>
                          <a:latin typeface="Noto Sans CJK KR"/>
                          <a:ea typeface="Noto Sans CJK KR"/>
                          <a:cs typeface="Noto Sans CJK KR"/>
                        </a:rPr>
                        <a:t>현재 확인 범위</a:t>
                      </a:r>
                    </a:p>
                  </a:txBody>
                  <a:tcPr marL="76200" marR="76200" marT="57150" marB="57150" anchor="ctr">
                    <a:solidFill>
                      <a:srgbClr val="183B5B"/>
                    </a:solidFill>
                  </a:tcPr>
                </a:tc>
                <a:tc>
                  <a:txBody>
                    <a:bodyPr/>
                    <a:lstStyle/>
                    <a:p>
                      <a:r>
                        <a:rPr sz="975" b="1">
                          <a:solidFill>
                            <a:srgbClr val="FFFFFF"/>
                          </a:solidFill>
                          <a:latin typeface="Noto Sans CJK KR"/>
                          <a:ea typeface="Noto Sans CJK KR"/>
                          <a:cs typeface="Noto Sans CJK KR"/>
                        </a:rPr>
                        <a:t>상태</a:t>
                      </a:r>
                    </a:p>
                  </a:txBody>
                  <a:tcPr marL="76200" marR="76200" marT="57150" marB="57150" anchor="ctr">
                    <a:solidFill>
                      <a:srgbClr val="183B5B"/>
                    </a:solidFill>
                  </a:tcPr>
                </a:tc>
                <a:tc>
                  <a:txBody>
                    <a:bodyPr/>
                    <a:lstStyle/>
                    <a:p>
                      <a:r>
                        <a:rPr sz="975" b="1">
                          <a:solidFill>
                            <a:srgbClr val="FFFFFF"/>
                          </a:solidFill>
                          <a:latin typeface="Noto Sans CJK KR"/>
                          <a:ea typeface="Noto Sans CJK KR"/>
                          <a:cs typeface="Noto Sans CJK KR"/>
                        </a:rPr>
                        <a:t>다음 검증</a:t>
                      </a:r>
                    </a:p>
                  </a:txBody>
                  <a:tcPr marL="76200" marR="76200" marT="57150" marB="57150" anchor="ctr">
                    <a:solidFill>
                      <a:srgbClr val="183B5B"/>
                    </a:solidFill>
                  </a:tcPr>
                </a:tc>
              </a:tr>
              <a:tr h="498021">
                <a:tc>
                  <a:txBody>
                    <a:bodyPr/>
                    <a:lstStyle/>
                    <a:p>
                      <a:r>
                        <a:rPr sz="975">
                          <a:solidFill>
                            <a:srgbClr val="132238"/>
                          </a:solidFill>
                          <a:latin typeface="Noto Sans CJK KR"/>
                          <a:ea typeface="Noto Sans CJK KR"/>
                          <a:cs typeface="Noto Sans CJK KR"/>
                        </a:rPr>
                        <a:t>데이터</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137,745행·285,252첨부·51건 표본</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수집·변환·원문대조 완료</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누락 RFP 2건 확보</a:t>
                      </a:r>
                    </a:p>
                  </a:txBody>
                  <a:tcPr marL="76200" marR="76200" marT="57150" marB="57150" anchor="ctr">
                    <a:solidFill>
                      <a:srgbClr val="FFFFFF"/>
                    </a:solidFill>
                  </a:tcPr>
                </a:tc>
              </a:tr>
              <a:tr h="498021">
                <a:tc>
                  <a:txBody>
                    <a:bodyPr/>
                    <a:lstStyle/>
                    <a:p>
                      <a:r>
                        <a:rPr sz="975">
                          <a:solidFill>
                            <a:srgbClr val="132238"/>
                          </a:solidFill>
                          <a:latin typeface="Noto Sans CJK KR"/>
                          <a:ea typeface="Noto Sans CJK KR"/>
                          <a:cs typeface="Noto Sans CJK KR"/>
                        </a:rPr>
                        <a:t>색인</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223문서·3,275청크·7,195 window</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해시·offset·권한 메타 확인</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운영 index 연결</a:t>
                      </a:r>
                    </a:p>
                  </a:txBody>
                  <a:tcPr marL="76200" marR="76200" marT="57150" marB="57150" anchor="ctr">
                    <a:solidFill>
                      <a:srgbClr val="FFFFFF"/>
                    </a:solidFill>
                  </a:tcPr>
                </a:tc>
              </a:tr>
              <a:tr h="498021">
                <a:tc>
                  <a:txBody>
                    <a:bodyPr/>
                    <a:lstStyle/>
                    <a:p>
                      <a:r>
                        <a:rPr sz="975">
                          <a:solidFill>
                            <a:srgbClr val="132238"/>
                          </a:solidFill>
                          <a:latin typeface="Noto Sans CJK KR"/>
                          <a:ea typeface="Noto Sans CJK KR"/>
                          <a:cs typeface="Noto Sans CJK KR"/>
                        </a:rPr>
                        <a:t>생성</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295답변·정상 차단 5</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정본·선택·hash 고정</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질문 충족도·오류 유형 승인</a:t>
                      </a:r>
                    </a:p>
                  </a:txBody>
                  <a:tcPr marL="76200" marR="76200" marT="57150" marB="57150" anchor="ctr">
                    <a:solidFill>
                      <a:srgbClr val="FFFFFF"/>
                    </a:solidFill>
                  </a:tcPr>
                </a:tc>
              </a:tr>
              <a:tr h="498021">
                <a:tc>
                  <a:txBody>
                    <a:bodyPr/>
                    <a:lstStyle/>
                    <a:p>
                      <a:r>
                        <a:rPr sz="975">
                          <a:solidFill>
                            <a:srgbClr val="132238"/>
                          </a:solidFill>
                          <a:latin typeface="Noto Sans CJK KR"/>
                          <a:ea typeface="Noto Sans CJK KR"/>
                          <a:cs typeface="Noto Sans CJK KR"/>
                        </a:rPr>
                        <a:t>사람 라벨</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25문항·88 조정안 구절</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접수·조정 완료 / 승인 pending</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최종 승인·training export</a:t>
                      </a:r>
                    </a:p>
                  </a:txBody>
                  <a:tcPr marL="76200" marR="76200" marT="57150" marB="57150" anchor="ctr">
                    <a:solidFill>
                      <a:srgbClr val="FFFFFF"/>
                    </a:solidFill>
                  </a:tcPr>
                </a:tc>
              </a:tr>
              <a:tr h="498021">
                <a:tc>
                  <a:txBody>
                    <a:bodyPr/>
                    <a:lstStyle/>
                    <a:p>
                      <a:r>
                        <a:rPr sz="975">
                          <a:solidFill>
                            <a:srgbClr val="132238"/>
                          </a:solidFill>
                          <a:latin typeface="Noto Sans CJK KR"/>
                          <a:ea typeface="Noto Sans CJK KR"/>
                          <a:cs typeface="Noto Sans CJK KR"/>
                        </a:rPr>
                        <a:t>탐지</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3모델 × 295 = 885슬롯</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입력 동결 / 평가 진행 중</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P/R/F1·보류·커버리지</a:t>
                      </a:r>
                    </a:p>
                  </a:txBody>
                  <a:tcPr marL="76200" marR="76200" marT="57150" marB="57150" anchor="ctr">
                    <a:solidFill>
                      <a:srgbClr val="FFFFFF"/>
                    </a:solidFill>
                  </a:tcPr>
                </a:tc>
              </a:tr>
              <a:tr h="498021">
                <a:tc>
                  <a:txBody>
                    <a:bodyPr/>
                    <a:lstStyle/>
                    <a:p>
                      <a:r>
                        <a:rPr sz="975">
                          <a:solidFill>
                            <a:srgbClr val="132238"/>
                          </a:solidFill>
                          <a:latin typeface="Noto Sans CJK KR"/>
                          <a:ea typeface="Noto Sans CJK KR"/>
                          <a:cs typeface="Noto Sans CJK KR"/>
                        </a:rPr>
                        <a:t>UI</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51공고·저장답변·L1 로컬 질문</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정적/실행 모드 검증</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운영 인증·L2/L3 자유질문</a:t>
                      </a:r>
                    </a:p>
                  </a:txBody>
                  <a:tcPr marL="76200" marR="76200" marT="57150" marB="5715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E2F2A640-E44E-4E65-893E-9E9D71BFA250}"/>
              </a:ext>
            </a:extLst>
          </p:cNvPr>
          <p:cNvSpPr>
            <a:spLocks xmlns:a="http://schemas.openxmlformats.org/drawingml/2006/main" noGrp="1"/>
          </p:cNvSpPr>
          <p:nvPr/>
        </p:nvSpPr>
        <p:spPr>
          <a:xfrm xmlns:a="http://schemas.openxmlformats.org/drawingml/2006/main">
            <a:off x="514350" y="5219700"/>
            <a:ext cx="2571750" cy="466725"/>
          </a:xfrm>
          <a:prstGeom xmlns:a="http://schemas.openxmlformats.org/drawingml/2006/main" prst="roundRect">
            <a:avLst>
              <a:gd name="adj" fmla="val 16327"/>
            </a:avLst>
          </a:prstGeom>
          <a:solidFill xmlns:a="http://schemas.openxmlformats.org/drawingml/2006/main">
            <a:srgbClr val="FFFFFF"/>
          </a:solidFill>
          <a:ln xmlns:a="http://schemas.openxmlformats.org/drawingml/2006/main" w="9525">
            <a:solidFill>
              <a:srgbClr val="CFD9E6"/>
            </a:solidFill>
          </a:ln>
        </p:spPr>
      </p:sp>
      <p:sp>
        <p:nvSpPr>
          <p:cNvPr id="8" name="">
            <a:extLst xmlns:a="http://schemas.openxmlformats.org/drawingml/2006/main">
              <a:ext uri="{FF2B5EF4-FFF2-40B4-BE49-F238E27FC236}">
                <a16:creationId xmlns:a16="http://schemas.microsoft.com/office/drawing/2014/main" id="{293A7D76-D199-4F7F-B0C9-CF21D4D2811D}"/>
              </a:ext>
            </a:extLst>
          </p:cNvPr>
          <p:cNvSpPr>
            <a:spLocks xmlns:a="http://schemas.openxmlformats.org/drawingml/2006/main" noGrp="1"/>
          </p:cNvSpPr>
          <p:nvPr/>
        </p:nvSpPr>
        <p:spPr>
          <a:xfrm xmlns:a="http://schemas.openxmlformats.org/drawingml/2006/main">
            <a:off x="647700" y="5343525"/>
            <a:ext cx="152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132238"/>
                </a:solidFill>
                <a:latin typeface="Noto Sans CJK KR"/>
                <a:ea typeface="Noto Sans CJK KR"/>
                <a:cs typeface="Noto Sans CJK KR"/>
              </a:defRPr>
            </a:pPr>
            <a:r>
              <a:rPr sz="1050" b="1">
                <a:solidFill>
                  <a:srgbClr val="132238"/>
                </a:solidFill>
                <a:latin typeface="Noto Sans CJK KR"/>
                <a:ea typeface="Noto Sans CJK KR"/>
                <a:cs typeface="Noto Sans CJK KR"/>
              </a:rPr>
              <a:t>재현 가능한 자산</a:t>
            </a:r>
          </a:p>
        </p:txBody>
      </p:sp>
      <p:sp>
        <p:nvSpPr>
          <p:cNvPr id="9" name="">
            <a:extLst xmlns:a="http://schemas.openxmlformats.org/drawingml/2006/main">
              <a:ext uri="{FF2B5EF4-FFF2-40B4-BE49-F238E27FC236}">
                <a16:creationId xmlns:a16="http://schemas.microsoft.com/office/drawing/2014/main" id="{0F1D7FE0-594E-4FC7-B904-0096F6B62EED}"/>
              </a:ext>
            </a:extLst>
          </p:cNvPr>
          <p:cNvSpPr>
            <a:spLocks xmlns:a="http://schemas.openxmlformats.org/drawingml/2006/main" noGrp="1"/>
          </p:cNvSpPr>
          <p:nvPr/>
        </p:nvSpPr>
        <p:spPr>
          <a:xfrm xmlns:a="http://schemas.openxmlformats.org/drawingml/2006/main">
            <a:off x="2266950" y="5314950"/>
            <a:ext cx="666750" cy="257175"/>
          </a:xfrm>
          <a:prstGeom xmlns:a="http://schemas.openxmlformats.org/drawingml/2006/main" prst="roundRect">
            <a:avLst>
              <a:gd name="adj" fmla="val 29630"/>
            </a:avLst>
          </a:prstGeom>
          <a:solidFill xmlns:a="http://schemas.openxmlformats.org/drawingml/2006/main">
            <a:srgbClr val="119C8B"/>
          </a:solidFill>
          <a:ln xmlns:a="http://schemas.openxmlformats.org/drawingml/2006/main" w="9525">
            <a:solidFill>
              <a:srgbClr val="119C8B"/>
            </a:solidFill>
          </a:ln>
        </p:spPr>
      </p:sp>
      <p:sp>
        <p:nvSpPr>
          <p:cNvPr id="10" name="">
            <a:extLst xmlns:a="http://schemas.openxmlformats.org/drawingml/2006/main">
              <a:ext uri="{FF2B5EF4-FFF2-40B4-BE49-F238E27FC236}">
                <a16:creationId xmlns:a16="http://schemas.microsoft.com/office/drawing/2014/main" id="{3D41A671-E495-4616-B4BF-FFBC1D4704BA}"/>
              </a:ext>
            </a:extLst>
          </p:cNvPr>
          <p:cNvSpPr>
            <a:spLocks xmlns:a="http://schemas.openxmlformats.org/drawingml/2006/main" noGrp="1"/>
          </p:cNvSpPr>
          <p:nvPr/>
        </p:nvSpPr>
        <p:spPr>
          <a:xfrm xmlns:a="http://schemas.openxmlformats.org/drawingml/2006/main">
            <a:off x="2266950" y="5353050"/>
            <a:ext cx="666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FFFFFF"/>
                </a:solidFill>
                <a:latin typeface="Noto Sans CJK KR"/>
                <a:ea typeface="Noto Sans CJK KR"/>
                <a:cs typeface="Noto Sans CJK KR"/>
              </a:defRPr>
            </a:pPr>
            <a:r>
              <a:rPr sz="900" b="1">
                <a:solidFill>
                  <a:srgbClr val="FFFFFF"/>
                </a:solidFill>
                <a:latin typeface="Noto Sans CJK KR"/>
                <a:ea typeface="Noto Sans CJK KR"/>
                <a:cs typeface="Noto Sans CJK KR"/>
              </a:rPr>
              <a:t>완료</a:t>
            </a:r>
          </a:p>
        </p:txBody>
      </p:sp>
      <p:sp>
        <p:nvSpPr>
          <p:cNvPr id="11" name="">
            <a:extLst xmlns:a="http://schemas.openxmlformats.org/drawingml/2006/main">
              <a:ext uri="{FF2B5EF4-FFF2-40B4-BE49-F238E27FC236}">
                <a16:creationId xmlns:a16="http://schemas.microsoft.com/office/drawing/2014/main" id="{89E5F243-D4E6-4D5C-B629-5615FE90AB0C}"/>
              </a:ext>
            </a:extLst>
          </p:cNvPr>
          <p:cNvSpPr>
            <a:spLocks xmlns:a="http://schemas.openxmlformats.org/drawingml/2006/main" noGrp="1"/>
          </p:cNvSpPr>
          <p:nvPr/>
        </p:nvSpPr>
        <p:spPr>
          <a:xfrm xmlns:a="http://schemas.openxmlformats.org/drawingml/2006/main">
            <a:off x="3305175" y="5219700"/>
            <a:ext cx="2571750" cy="466725"/>
          </a:xfrm>
          <a:prstGeom xmlns:a="http://schemas.openxmlformats.org/drawingml/2006/main" prst="roundRect">
            <a:avLst>
              <a:gd name="adj" fmla="val 16327"/>
            </a:avLst>
          </a:prstGeom>
          <a:solidFill xmlns:a="http://schemas.openxmlformats.org/drawingml/2006/main">
            <a:srgbClr val="FFFFFF"/>
          </a:solidFill>
          <a:ln xmlns:a="http://schemas.openxmlformats.org/drawingml/2006/main" w="9525">
            <a:solidFill>
              <a:srgbClr val="CFD9E6"/>
            </a:solidFill>
          </a:ln>
        </p:spPr>
      </p:sp>
      <p:sp>
        <p:nvSpPr>
          <p:cNvPr id="12" name="">
            <a:extLst xmlns:a="http://schemas.openxmlformats.org/drawingml/2006/main">
              <a:ext uri="{FF2B5EF4-FFF2-40B4-BE49-F238E27FC236}">
                <a16:creationId xmlns:a16="http://schemas.microsoft.com/office/drawing/2014/main" id="{39A93AF5-1286-40D5-BC21-2B0703F3272D}"/>
              </a:ext>
            </a:extLst>
          </p:cNvPr>
          <p:cNvSpPr>
            <a:spLocks xmlns:a="http://schemas.openxmlformats.org/drawingml/2006/main" noGrp="1"/>
          </p:cNvSpPr>
          <p:nvPr/>
        </p:nvSpPr>
        <p:spPr>
          <a:xfrm xmlns:a="http://schemas.openxmlformats.org/drawingml/2006/main">
            <a:off x="3438525" y="5343525"/>
            <a:ext cx="152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132238"/>
                </a:solidFill>
                <a:latin typeface="Noto Sans CJK KR"/>
                <a:ea typeface="Noto Sans CJK KR"/>
                <a:cs typeface="Noto Sans CJK KR"/>
              </a:defRPr>
            </a:pPr>
            <a:r>
              <a:rPr sz="1050" b="1">
                <a:solidFill>
                  <a:srgbClr val="132238"/>
                </a:solidFill>
                <a:latin typeface="Noto Sans CJK KR"/>
                <a:ea typeface="Noto Sans CJK KR"/>
                <a:cs typeface="Noto Sans CJK KR"/>
              </a:rPr>
              <a:t>생성 답변 보존</a:t>
            </a:r>
          </a:p>
        </p:txBody>
      </p:sp>
      <p:sp>
        <p:nvSpPr>
          <p:cNvPr id="13" name="">
            <a:extLst xmlns:a="http://schemas.openxmlformats.org/drawingml/2006/main">
              <a:ext uri="{FF2B5EF4-FFF2-40B4-BE49-F238E27FC236}">
                <a16:creationId xmlns:a16="http://schemas.microsoft.com/office/drawing/2014/main" id="{A18E9912-5F33-45E2-BBC5-67E8AA366A8B}"/>
              </a:ext>
            </a:extLst>
          </p:cNvPr>
          <p:cNvSpPr>
            <a:spLocks xmlns:a="http://schemas.openxmlformats.org/drawingml/2006/main" noGrp="1"/>
          </p:cNvSpPr>
          <p:nvPr/>
        </p:nvSpPr>
        <p:spPr>
          <a:xfrm xmlns:a="http://schemas.openxmlformats.org/drawingml/2006/main">
            <a:off x="5057775" y="5314950"/>
            <a:ext cx="666750" cy="257175"/>
          </a:xfrm>
          <a:prstGeom xmlns:a="http://schemas.openxmlformats.org/drawingml/2006/main" prst="roundRect">
            <a:avLst>
              <a:gd name="adj" fmla="val 29630"/>
            </a:avLst>
          </a:prstGeom>
          <a:solidFill xmlns:a="http://schemas.openxmlformats.org/drawingml/2006/main">
            <a:srgbClr val="119C8B"/>
          </a:solidFill>
          <a:ln xmlns:a="http://schemas.openxmlformats.org/drawingml/2006/main" w="9525">
            <a:solidFill>
              <a:srgbClr val="119C8B"/>
            </a:solidFill>
          </a:ln>
        </p:spPr>
      </p:sp>
      <p:sp>
        <p:nvSpPr>
          <p:cNvPr id="14" name="">
            <a:extLst xmlns:a="http://schemas.openxmlformats.org/drawingml/2006/main">
              <a:ext uri="{FF2B5EF4-FFF2-40B4-BE49-F238E27FC236}">
                <a16:creationId xmlns:a16="http://schemas.microsoft.com/office/drawing/2014/main" id="{8C5B407E-3B0E-482F-9767-0E38000E69DB}"/>
              </a:ext>
            </a:extLst>
          </p:cNvPr>
          <p:cNvSpPr>
            <a:spLocks xmlns:a="http://schemas.openxmlformats.org/drawingml/2006/main" noGrp="1"/>
          </p:cNvSpPr>
          <p:nvPr/>
        </p:nvSpPr>
        <p:spPr>
          <a:xfrm xmlns:a="http://schemas.openxmlformats.org/drawingml/2006/main">
            <a:off x="5057775" y="5353050"/>
            <a:ext cx="666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FFFFFF"/>
                </a:solidFill>
                <a:latin typeface="Noto Sans CJK KR"/>
                <a:ea typeface="Noto Sans CJK KR"/>
                <a:cs typeface="Noto Sans CJK KR"/>
              </a:defRPr>
            </a:pPr>
            <a:r>
              <a:rPr sz="900" b="1">
                <a:solidFill>
                  <a:srgbClr val="FFFFFF"/>
                </a:solidFill>
                <a:latin typeface="Noto Sans CJK KR"/>
                <a:ea typeface="Noto Sans CJK KR"/>
                <a:cs typeface="Noto Sans CJK KR"/>
              </a:rPr>
              <a:t>완료</a:t>
            </a:r>
          </a:p>
        </p:txBody>
      </p:sp>
      <p:sp>
        <p:nvSpPr>
          <p:cNvPr id="15" name="">
            <a:extLst xmlns:a="http://schemas.openxmlformats.org/drawingml/2006/main">
              <a:ext uri="{FF2B5EF4-FFF2-40B4-BE49-F238E27FC236}">
                <a16:creationId xmlns:a16="http://schemas.microsoft.com/office/drawing/2014/main" id="{6AA6DF0E-E91F-4C3F-A04B-7EEB08892D89}"/>
              </a:ext>
            </a:extLst>
          </p:cNvPr>
          <p:cNvSpPr>
            <a:spLocks xmlns:a="http://schemas.openxmlformats.org/drawingml/2006/main" noGrp="1"/>
          </p:cNvSpPr>
          <p:nvPr/>
        </p:nvSpPr>
        <p:spPr>
          <a:xfrm xmlns:a="http://schemas.openxmlformats.org/drawingml/2006/main">
            <a:off x="6096000" y="5219700"/>
            <a:ext cx="2571750" cy="466725"/>
          </a:xfrm>
          <a:prstGeom xmlns:a="http://schemas.openxmlformats.org/drawingml/2006/main" prst="roundRect">
            <a:avLst>
              <a:gd name="adj" fmla="val 16327"/>
            </a:avLst>
          </a:prstGeom>
          <a:solidFill xmlns:a="http://schemas.openxmlformats.org/drawingml/2006/main">
            <a:srgbClr val="FFFFFF"/>
          </a:solidFill>
          <a:ln xmlns:a="http://schemas.openxmlformats.org/drawingml/2006/main" w="9525">
            <a:solidFill>
              <a:srgbClr val="CFD9E6"/>
            </a:solidFill>
          </a:ln>
        </p:spPr>
      </p:sp>
      <p:sp>
        <p:nvSpPr>
          <p:cNvPr id="16" name="">
            <a:extLst xmlns:a="http://schemas.openxmlformats.org/drawingml/2006/main">
              <a:ext uri="{FF2B5EF4-FFF2-40B4-BE49-F238E27FC236}">
                <a16:creationId xmlns:a16="http://schemas.microsoft.com/office/drawing/2014/main" id="{3638B37D-ED3C-4372-AB95-22FC064955E5}"/>
              </a:ext>
            </a:extLst>
          </p:cNvPr>
          <p:cNvSpPr>
            <a:spLocks xmlns:a="http://schemas.openxmlformats.org/drawingml/2006/main" noGrp="1"/>
          </p:cNvSpPr>
          <p:nvPr/>
        </p:nvSpPr>
        <p:spPr>
          <a:xfrm xmlns:a="http://schemas.openxmlformats.org/drawingml/2006/main">
            <a:off x="6229350" y="5343525"/>
            <a:ext cx="152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132238"/>
                </a:solidFill>
                <a:latin typeface="Noto Sans CJK KR"/>
                <a:ea typeface="Noto Sans CJK KR"/>
                <a:cs typeface="Noto Sans CJK KR"/>
              </a:defRPr>
            </a:pPr>
            <a:r>
              <a:rPr sz="1050" b="1">
                <a:solidFill>
                  <a:srgbClr val="132238"/>
                </a:solidFill>
                <a:latin typeface="Noto Sans CJK KR"/>
                <a:ea typeface="Noto Sans CJK KR"/>
                <a:cs typeface="Noto Sans CJK KR"/>
              </a:rPr>
              <a:t>사람 gold 라벨</a:t>
            </a:r>
          </a:p>
        </p:txBody>
      </p:sp>
      <p:sp>
        <p:nvSpPr>
          <p:cNvPr id="17" name="">
            <a:extLst xmlns:a="http://schemas.openxmlformats.org/drawingml/2006/main">
              <a:ext uri="{FF2B5EF4-FFF2-40B4-BE49-F238E27FC236}">
                <a16:creationId xmlns:a16="http://schemas.microsoft.com/office/drawing/2014/main" id="{3F6F6936-FF5A-4BF9-AA24-EA03F3B12B2B}"/>
              </a:ext>
            </a:extLst>
          </p:cNvPr>
          <p:cNvSpPr>
            <a:spLocks xmlns:a="http://schemas.openxmlformats.org/drawingml/2006/main" noGrp="1"/>
          </p:cNvSpPr>
          <p:nvPr/>
        </p:nvSpPr>
        <p:spPr>
          <a:xfrm xmlns:a="http://schemas.openxmlformats.org/drawingml/2006/main">
            <a:off x="7848600" y="5314950"/>
            <a:ext cx="666750" cy="257175"/>
          </a:xfrm>
          <a:prstGeom xmlns:a="http://schemas.openxmlformats.org/drawingml/2006/main" prst="roundRect">
            <a:avLst>
              <a:gd name="adj" fmla="val 29630"/>
            </a:avLst>
          </a:prstGeom>
          <a:solidFill xmlns:a="http://schemas.openxmlformats.org/drawingml/2006/main">
            <a:srgbClr val="F29B38"/>
          </a:solidFill>
          <a:ln xmlns:a="http://schemas.openxmlformats.org/drawingml/2006/main" w="9525">
            <a:solidFill>
              <a:srgbClr val="F29B38"/>
            </a:solidFill>
          </a:ln>
        </p:spPr>
      </p:sp>
      <p:sp>
        <p:nvSpPr>
          <p:cNvPr id="18" name="">
            <a:extLst xmlns:a="http://schemas.openxmlformats.org/drawingml/2006/main">
              <a:ext uri="{FF2B5EF4-FFF2-40B4-BE49-F238E27FC236}">
                <a16:creationId xmlns:a16="http://schemas.microsoft.com/office/drawing/2014/main" id="{2379554C-3F3F-471A-A0C5-D1ABF69EA67E}"/>
              </a:ext>
            </a:extLst>
          </p:cNvPr>
          <p:cNvSpPr>
            <a:spLocks xmlns:a="http://schemas.openxmlformats.org/drawingml/2006/main" noGrp="1"/>
          </p:cNvSpPr>
          <p:nvPr/>
        </p:nvSpPr>
        <p:spPr>
          <a:xfrm xmlns:a="http://schemas.openxmlformats.org/drawingml/2006/main">
            <a:off x="7848600" y="5353050"/>
            <a:ext cx="666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FFFFFF"/>
                </a:solidFill>
                <a:latin typeface="Noto Sans CJK KR"/>
                <a:ea typeface="Noto Sans CJK KR"/>
                <a:cs typeface="Noto Sans CJK KR"/>
              </a:defRPr>
            </a:pPr>
            <a:r>
              <a:rPr sz="900" b="1">
                <a:solidFill>
                  <a:srgbClr val="FFFFFF"/>
                </a:solidFill>
                <a:latin typeface="Noto Sans CJK KR"/>
                <a:ea typeface="Noto Sans CJK KR"/>
                <a:cs typeface="Noto Sans CJK KR"/>
              </a:rPr>
              <a:t>대기</a:t>
            </a:r>
          </a:p>
        </p:txBody>
      </p:sp>
      <p:sp>
        <p:nvSpPr>
          <p:cNvPr id="19" name="">
            <a:extLst xmlns:a="http://schemas.openxmlformats.org/drawingml/2006/main">
              <a:ext uri="{FF2B5EF4-FFF2-40B4-BE49-F238E27FC236}">
                <a16:creationId xmlns:a16="http://schemas.microsoft.com/office/drawing/2014/main" id="{0CA497EF-0EC4-4530-829C-DAC71E02B970}"/>
              </a:ext>
            </a:extLst>
          </p:cNvPr>
          <p:cNvSpPr>
            <a:spLocks xmlns:a="http://schemas.openxmlformats.org/drawingml/2006/main" noGrp="1"/>
          </p:cNvSpPr>
          <p:nvPr/>
        </p:nvSpPr>
        <p:spPr>
          <a:xfrm xmlns:a="http://schemas.openxmlformats.org/drawingml/2006/main">
            <a:off x="8886825" y="5219700"/>
            <a:ext cx="2571750" cy="466725"/>
          </a:xfrm>
          <a:prstGeom xmlns:a="http://schemas.openxmlformats.org/drawingml/2006/main" prst="roundRect">
            <a:avLst>
              <a:gd name="adj" fmla="val 16327"/>
            </a:avLst>
          </a:prstGeom>
          <a:solidFill xmlns:a="http://schemas.openxmlformats.org/drawingml/2006/main">
            <a:srgbClr val="FFFFFF"/>
          </a:solidFill>
          <a:ln xmlns:a="http://schemas.openxmlformats.org/drawingml/2006/main" w="9525">
            <a:solidFill>
              <a:srgbClr val="CFD9E6"/>
            </a:solidFill>
          </a:ln>
        </p:spPr>
      </p:sp>
      <p:sp>
        <p:nvSpPr>
          <p:cNvPr id="20" name="">
            <a:extLst xmlns:a="http://schemas.openxmlformats.org/drawingml/2006/main">
              <a:ext uri="{FF2B5EF4-FFF2-40B4-BE49-F238E27FC236}">
                <a16:creationId xmlns:a16="http://schemas.microsoft.com/office/drawing/2014/main" id="{F85DF597-7DBF-4E51-9431-217D13616ED8}"/>
              </a:ext>
            </a:extLst>
          </p:cNvPr>
          <p:cNvSpPr>
            <a:spLocks xmlns:a="http://schemas.openxmlformats.org/drawingml/2006/main" noGrp="1"/>
          </p:cNvSpPr>
          <p:nvPr/>
        </p:nvSpPr>
        <p:spPr>
          <a:xfrm xmlns:a="http://schemas.openxmlformats.org/drawingml/2006/main">
            <a:off x="9020175" y="5343525"/>
            <a:ext cx="152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132238"/>
                </a:solidFill>
                <a:latin typeface="Noto Sans CJK KR"/>
                <a:ea typeface="Noto Sans CJK KR"/>
                <a:cs typeface="Noto Sans CJK KR"/>
              </a:defRPr>
            </a:pPr>
            <a:r>
              <a:rPr sz="1050" b="1">
                <a:solidFill>
                  <a:srgbClr val="132238"/>
                </a:solidFill>
                <a:latin typeface="Noto Sans CJK KR"/>
                <a:ea typeface="Noto Sans CJK KR"/>
                <a:cs typeface="Noto Sans CJK KR"/>
              </a:rPr>
              <a:t>탐지 성능</a:t>
            </a:r>
          </a:p>
        </p:txBody>
      </p:sp>
      <p:sp>
        <p:nvSpPr>
          <p:cNvPr id="21" name="">
            <a:extLst xmlns:a="http://schemas.openxmlformats.org/drawingml/2006/main">
              <a:ext uri="{FF2B5EF4-FFF2-40B4-BE49-F238E27FC236}">
                <a16:creationId xmlns:a16="http://schemas.microsoft.com/office/drawing/2014/main" id="{567DD92F-4930-47A9-BFC0-9EB41143AE29}"/>
              </a:ext>
            </a:extLst>
          </p:cNvPr>
          <p:cNvSpPr>
            <a:spLocks xmlns:a="http://schemas.openxmlformats.org/drawingml/2006/main" noGrp="1"/>
          </p:cNvSpPr>
          <p:nvPr/>
        </p:nvSpPr>
        <p:spPr>
          <a:xfrm xmlns:a="http://schemas.openxmlformats.org/drawingml/2006/main">
            <a:off x="10639425" y="5314950"/>
            <a:ext cx="666750" cy="257175"/>
          </a:xfrm>
          <a:prstGeom xmlns:a="http://schemas.openxmlformats.org/drawingml/2006/main" prst="roundRect">
            <a:avLst>
              <a:gd name="adj" fmla="val 29630"/>
            </a:avLst>
          </a:prstGeom>
          <a:solidFill xmlns:a="http://schemas.openxmlformats.org/drawingml/2006/main">
            <a:srgbClr val="D9564A"/>
          </a:solidFill>
          <a:ln xmlns:a="http://schemas.openxmlformats.org/drawingml/2006/main" w="9525">
            <a:solidFill>
              <a:srgbClr val="D9564A"/>
            </a:solidFill>
          </a:ln>
        </p:spPr>
      </p:sp>
      <p:sp>
        <p:nvSpPr>
          <p:cNvPr id="22" name="">
            <a:extLst xmlns:a="http://schemas.openxmlformats.org/drawingml/2006/main">
              <a:ext uri="{FF2B5EF4-FFF2-40B4-BE49-F238E27FC236}">
                <a16:creationId xmlns:a16="http://schemas.microsoft.com/office/drawing/2014/main" id="{E519A5FE-343B-464A-BD9B-C8EEB55EC165}"/>
              </a:ext>
            </a:extLst>
          </p:cNvPr>
          <p:cNvSpPr>
            <a:spLocks xmlns:a="http://schemas.openxmlformats.org/drawingml/2006/main" noGrp="1"/>
          </p:cNvSpPr>
          <p:nvPr/>
        </p:nvSpPr>
        <p:spPr>
          <a:xfrm xmlns:a="http://schemas.openxmlformats.org/drawingml/2006/main">
            <a:off x="10639425" y="5353050"/>
            <a:ext cx="666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FFFFFF"/>
                </a:solidFill>
                <a:latin typeface="Noto Sans CJK KR"/>
                <a:ea typeface="Noto Sans CJK KR"/>
                <a:cs typeface="Noto Sans CJK KR"/>
              </a:defRPr>
            </a:pPr>
            <a:r>
              <a:rPr sz="900" b="1">
                <a:solidFill>
                  <a:srgbClr val="FFFFFF"/>
                </a:solidFill>
                <a:latin typeface="Noto Sans CJK KR"/>
                <a:ea typeface="Noto Sans CJK KR"/>
                <a:cs typeface="Noto Sans CJK KR"/>
              </a:rPr>
              <a:t>평가 중</a:t>
            </a:r>
          </a:p>
        </p:txBody>
      </p:sp>
      <p:sp>
        <p:nvSpPr>
          <p:cNvPr id="23" name="">
            <a:extLst xmlns:a="http://schemas.openxmlformats.org/drawingml/2006/main">
              <a:ext uri="{FF2B5EF4-FFF2-40B4-BE49-F238E27FC236}">
                <a16:creationId xmlns:a16="http://schemas.microsoft.com/office/drawing/2014/main" id="{605F3168-80F6-497E-86D2-F2080815C805}"/>
              </a:ext>
            </a:extLst>
          </p:cNvPr>
          <p:cNvSpPr>
            <a:spLocks xmlns:a="http://schemas.openxmlformats.org/drawingml/2006/main" noGrp="1"/>
          </p:cNvSpPr>
          <p:nvPr/>
        </p:nvSpPr>
        <p:spPr>
          <a:xfrm xmlns:a="http://schemas.openxmlformats.org/drawingml/2006/main">
            <a:off x="514350" y="6353175"/>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24" name="">
            <a:extLst xmlns:a="http://schemas.openxmlformats.org/drawingml/2006/main">
              <a:ext uri="{FF2B5EF4-FFF2-40B4-BE49-F238E27FC236}">
                <a16:creationId xmlns:a16="http://schemas.microsoft.com/office/drawing/2014/main" id="{3857D0F8-3D4C-4F1A-B399-60B60DCAFC08}"/>
              </a:ext>
            </a:extLst>
          </p:cNvPr>
          <p:cNvSpPr>
            <a:spLocks xmlns:a="http://schemas.openxmlformats.org/drawingml/2006/main" noGrp="1"/>
          </p:cNvSpPr>
          <p:nvPr/>
        </p:nvSpPr>
        <p:spPr>
          <a:xfrm xmlns:a="http://schemas.openxmlformats.org/drawingml/2006/main">
            <a:off x="533400" y="6457950"/>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0">
                <a:solidFill>
                  <a:srgbClr val="52657A"/>
                </a:solidFill>
                <a:latin typeface="Noto Sans CJK KR"/>
                <a:ea typeface="Noto Sans CJK KR"/>
                <a:cs typeface="Noto Sans CJK KR"/>
              </a:defRPr>
            </a:pPr>
            <a:r>
              <a:rPr sz="825" b="0">
                <a:solidFill>
                  <a:srgbClr val="52657A"/>
                </a:solidFill>
                <a:latin typeface="Noto Sans CJK KR"/>
                <a:ea typeface="Noto Sans CJK KR"/>
                <a:cs typeface="Noto Sans CJK KR"/>
              </a:rPr>
              <a:t>성능이 끝나지 않은 칸은 수치 대신 상태와 필요한 다음 검증을 명시</a:t>
            </a:r>
          </a:p>
        </p:txBody>
      </p:sp>
      <p:sp>
        <p:nvSpPr>
          <p:cNvPr id="25" name="">
            <a:extLst xmlns:a="http://schemas.openxmlformats.org/drawingml/2006/main">
              <a:ext uri="{FF2B5EF4-FFF2-40B4-BE49-F238E27FC236}">
                <a16:creationId xmlns:a16="http://schemas.microsoft.com/office/drawing/2014/main" id="{8B1EB436-9392-4F8A-93AF-241FD3C9E81E}"/>
              </a:ext>
            </a:extLst>
          </p:cNvPr>
          <p:cNvSpPr>
            <a:spLocks xmlns:a="http://schemas.openxmlformats.org/drawingml/2006/main" noGrp="1"/>
          </p:cNvSpPr>
          <p:nvPr/>
        </p:nvSpPr>
        <p:spPr>
          <a:xfrm xmlns:a="http://schemas.openxmlformats.org/drawingml/2006/main">
            <a:off x="10001250" y="6457950"/>
            <a:ext cx="1676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1">
                <a:solidFill>
                  <a:srgbClr val="183B5B"/>
                </a:solidFill>
                <a:latin typeface="Noto Sans CJK KR"/>
                <a:ea typeface="Noto Sans CJK KR"/>
                <a:cs typeface="Noto Sans CJK KR"/>
              </a:defRPr>
            </a:pPr>
            <a:r>
              <a:rPr sz="825" b="1">
                <a:solidFill>
                  <a:srgbClr val="183B5B"/>
                </a:solidFill>
                <a:latin typeface="Noto Sans CJK KR"/>
                <a:ea typeface="Noto Sans CJK KR"/>
                <a:cs typeface="Noto Sans CJK KR"/>
              </a:rPr>
              <a:t>ASTRA · ko-LettuceDetect</a:t>
            </a:r>
          </a:p>
        </p:txBody>
      </p:sp>
    </p:spTree>
    <p:extLst>
      <p:ext uri="{BB962C8B-B14F-4D97-AF65-F5344CB8AC3E}">
        <p14:creationId xmlns:p14="http://schemas.microsoft.com/office/powerpoint/2010/main" val="1680201445"/>
      </p:ext>
    </p:extLst>
  </p:cSld>
</p:sld>
</file>

<file path=ppt/slides/slide2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40BE14D3-96C0-44DC-A4EF-D5251D223FD3}"/>
              </a:ext>
            </a:extLst>
          </p:cNvPr>
          <p:cNvSpPr>
            <a:spLocks xmlns:a="http://schemas.openxmlformats.org/drawingml/2006/main" noGrp="1"/>
          </p:cNvSpPr>
          <p:nvPr/>
        </p:nvSpPr>
        <p:spPr>
          <a:xfrm xmlns:a="http://schemas.openxmlformats.org/drawingml/2006/main">
            <a:off x="5143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119C8B"/>
                </a:solidFill>
                <a:latin typeface="Noto Sans CJK KR"/>
                <a:ea typeface="Noto Sans CJK KR"/>
                <a:cs typeface="Noto Sans CJK KR"/>
              </a:defRPr>
            </a:pPr>
            <a:r>
              <a:rPr sz="975" b="1">
                <a:solidFill>
                  <a:srgbClr val="119C8B"/>
                </a:solidFill>
                <a:latin typeface="Noto Sans CJK KR"/>
                <a:ea typeface="Noto Sans CJK KR"/>
                <a:cs typeface="Noto Sans CJK KR"/>
              </a:rPr>
              <a:t>시연·결론</a:t>
            </a:r>
          </a:p>
        </p:txBody>
      </p:sp>
      <p:sp>
        <p:nvSpPr>
          <p:cNvPr id="2" name="">
            <a:extLst xmlns:a="http://schemas.openxmlformats.org/drawingml/2006/main">
              <a:ext uri="{FF2B5EF4-FFF2-40B4-BE49-F238E27FC236}">
                <a16:creationId xmlns:a16="http://schemas.microsoft.com/office/drawing/2014/main" id="{4B8EE586-6520-4F52-938A-9EB8A37792FE}"/>
              </a:ext>
            </a:extLst>
          </p:cNvPr>
          <p:cNvSpPr>
            <a:spLocks xmlns:a="http://schemas.openxmlformats.org/drawingml/2006/main" noGrp="1"/>
          </p:cNvSpPr>
          <p:nvPr/>
        </p:nvSpPr>
        <p:spPr>
          <a:xfrm xmlns:a="http://schemas.openxmlformats.org/drawingml/2006/main">
            <a:off x="514350" y="457200"/>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132238"/>
                </a:solidFill>
                <a:latin typeface="Noto Sans CJK KR"/>
                <a:ea typeface="Noto Sans CJK KR"/>
                <a:cs typeface="Noto Sans CJK KR"/>
              </a:defRPr>
            </a:pPr>
            <a:r>
              <a:rPr sz="2325" b="1">
                <a:solidFill>
                  <a:srgbClr val="132238"/>
                </a:solidFill>
                <a:latin typeface="Noto Sans CJK KR"/>
                <a:ea typeface="Noto Sans CJK KR"/>
                <a:cs typeface="Noto Sans CJK KR"/>
              </a:rPr>
              <a:t>데모에서는 답변보다 “근거 연결”을 먼저 보여준다</a:t>
            </a:r>
          </a:p>
        </p:txBody>
      </p:sp>
      <p:sp>
        <p:nvSpPr>
          <p:cNvPr id="3" name="">
            <a:extLst xmlns:a="http://schemas.openxmlformats.org/drawingml/2006/main">
              <a:ext uri="{FF2B5EF4-FFF2-40B4-BE49-F238E27FC236}">
                <a16:creationId xmlns:a16="http://schemas.microsoft.com/office/drawing/2014/main" id="{7F4ADC10-9CDB-474D-B689-D9B69AF87B4A}"/>
              </a:ext>
            </a:extLst>
          </p:cNvPr>
          <p:cNvSpPr>
            <a:spLocks xmlns:a="http://schemas.openxmlformats.org/drawingml/2006/main" noGrp="1"/>
          </p:cNvSpPr>
          <p:nvPr/>
        </p:nvSpPr>
        <p:spPr>
          <a:xfrm xmlns:a="http://schemas.openxmlformats.org/drawingml/2006/main">
            <a:off x="533400" y="923925"/>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2657A"/>
                </a:solidFill>
                <a:latin typeface="Noto Sans CJK KR"/>
                <a:ea typeface="Noto Sans CJK KR"/>
                <a:cs typeface="Noto Sans CJK KR"/>
              </a:defRPr>
            </a:pPr>
            <a:r>
              <a:rPr sz="1200" b="0">
                <a:solidFill>
                  <a:srgbClr val="52657A"/>
                </a:solidFill>
                <a:latin typeface="Noto Sans CJK KR"/>
                <a:ea typeface="Noto Sans CJK KR"/>
                <a:cs typeface="Noto Sans CJK KR"/>
              </a:rPr>
              <a:t>51개 공고 탐색 → 질문 → 실제 입력 근거 → 답변 → 의심 구절 순서</a:t>
            </a:r>
          </a:p>
        </p:txBody>
      </p:sp>
      <p:sp>
        <p:nvSpPr>
          <p:cNvPr id="4" name="">
            <a:extLst xmlns:a="http://schemas.openxmlformats.org/drawingml/2006/main">
              <a:ext uri="{FF2B5EF4-FFF2-40B4-BE49-F238E27FC236}">
                <a16:creationId xmlns:a16="http://schemas.microsoft.com/office/drawing/2014/main" id="{94FA8854-A48D-4B70-A8F4-21C90855CB2A}"/>
              </a:ext>
            </a:extLst>
          </p:cNvPr>
          <p:cNvSpPr>
            <a:spLocks xmlns:a="http://schemas.openxmlformats.org/drawingml/2006/main" noGrp="1"/>
          </p:cNvSpPr>
          <p:nvPr/>
        </p:nvSpPr>
        <p:spPr>
          <a:xfrm xmlns:a="http://schemas.openxmlformats.org/drawingml/2006/main">
            <a:off x="514350" y="1257300"/>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5" name="">
            <a:extLst xmlns:a="http://schemas.openxmlformats.org/drawingml/2006/main">
              <a:ext uri="{FF2B5EF4-FFF2-40B4-BE49-F238E27FC236}">
                <a16:creationId xmlns:a16="http://schemas.microsoft.com/office/drawing/2014/main" id="{89F23398-2C18-4A28-99A0-C3CDFB4EFBD8}"/>
              </a:ext>
            </a:extLst>
          </p:cNvPr>
          <p:cNvSpPr>
            <a:spLocks xmlns:a="http://schemas.openxmlformats.org/drawingml/2006/main" noGrp="1"/>
          </p:cNvSpPr>
          <p:nvPr/>
        </p:nvSpPr>
        <p:spPr>
          <a:xfrm xmlns:a="http://schemas.openxmlformats.org/drawingml/2006/main">
            <a:off x="11201400" y="209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52657A"/>
                </a:solidFill>
                <a:latin typeface="Noto Sans CJK KR"/>
                <a:ea typeface="Noto Sans CJK KR"/>
                <a:cs typeface="Noto Sans CJK KR"/>
              </a:defRPr>
            </a:pPr>
            <a:r>
              <a:rPr sz="975" b="1">
                <a:solidFill>
                  <a:srgbClr val="52657A"/>
                </a:solidFill>
                <a:latin typeface="Noto Sans CJK KR"/>
                <a:ea typeface="Noto Sans CJK KR"/>
                <a:cs typeface="Noto Sans CJK KR"/>
              </a:rPr>
              <a:t>29</a:t>
            </a:r>
          </a:p>
        </p:txBody>
      </p:sp>
      <p:sp>
        <p:nvSpPr>
          <p:cNvPr id="6" name="">
            <a:extLst xmlns:a="http://schemas.openxmlformats.org/drawingml/2006/main">
              <a:ext uri="{FF2B5EF4-FFF2-40B4-BE49-F238E27FC236}">
                <a16:creationId xmlns:a16="http://schemas.microsoft.com/office/drawing/2014/main" id="{4DAFC4FD-87D6-4238-BBA2-142717D3003D}"/>
              </a:ext>
            </a:extLst>
          </p:cNvPr>
          <p:cNvSpPr>
            <a:spLocks xmlns:a="http://schemas.openxmlformats.org/drawingml/2006/main" noGrp="1"/>
          </p:cNvSpPr>
          <p:nvPr/>
        </p:nvSpPr>
        <p:spPr>
          <a:xfrm xmlns:a="http://schemas.openxmlformats.org/drawingml/2006/main">
            <a:off x="514350" y="1495425"/>
            <a:ext cx="5334000" cy="3876675"/>
          </a:xfrm>
          <a:prstGeom xmlns:a="http://schemas.openxmlformats.org/drawingml/2006/main" prst="roundRect">
            <a:avLst>
              <a:gd name="adj" fmla="val 1966"/>
            </a:avLst>
          </a:prstGeom>
          <a:solidFill xmlns:a="http://schemas.openxmlformats.org/drawingml/2006/main">
            <a:srgbClr val="FFFFFF"/>
          </a:solidFill>
          <a:ln xmlns:a="http://schemas.openxmlformats.org/drawingml/2006/main" w="9525">
            <a:solidFill>
              <a:srgbClr val="CFD9E6"/>
            </a:solidFill>
          </a:ln>
        </p:spPr>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9c5a64bc1f694edd"/>
          <a:stretch xmlns:a="http://schemas.openxmlformats.org/drawingml/2006/main"/>
        </p:blipFill>
        <p:spPr>
          <a:xfrm xmlns:a="http://schemas.openxmlformats.org/drawingml/2006/main">
            <a:off x="1875725" y="1647825"/>
            <a:ext cx="2611249" cy="35718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5736D197-2DF1-4DEF-B36E-366F589D0B7B}"/>
              </a:ext>
            </a:extLst>
          </p:cNvPr>
          <p:cNvSpPr>
            <a:spLocks xmlns:a="http://schemas.openxmlformats.org/drawingml/2006/main" noGrp="1"/>
          </p:cNvSpPr>
          <p:nvPr/>
        </p:nvSpPr>
        <p:spPr>
          <a:xfrm xmlns:a="http://schemas.openxmlformats.org/drawingml/2006/main">
            <a:off x="685800" y="1657350"/>
            <a:ext cx="1695450" cy="257175"/>
          </a:xfrm>
          <a:prstGeom xmlns:a="http://schemas.openxmlformats.org/drawingml/2006/main" prst="roundRect">
            <a:avLst>
              <a:gd name="adj" fmla="val 29630"/>
            </a:avLst>
          </a:prstGeom>
          <a:solidFill xmlns:a="http://schemas.openxmlformats.org/drawingml/2006/main">
            <a:srgbClr val="119C8B"/>
          </a:solidFill>
          <a:ln xmlns:a="http://schemas.openxmlformats.org/drawingml/2006/main" w="9525">
            <a:solidFill>
              <a:srgbClr val="119C8B"/>
            </a:solidFill>
          </a:ln>
        </p:spPr>
      </p:sp>
      <p:sp>
        <p:nvSpPr>
          <p:cNvPr id="9" name="">
            <a:extLst xmlns:a="http://schemas.openxmlformats.org/drawingml/2006/main">
              <a:ext uri="{FF2B5EF4-FFF2-40B4-BE49-F238E27FC236}">
                <a16:creationId xmlns:a16="http://schemas.microsoft.com/office/drawing/2014/main" id="{A9D4A64C-ACE1-48AB-939E-D437635158AA}"/>
              </a:ext>
            </a:extLst>
          </p:cNvPr>
          <p:cNvSpPr>
            <a:spLocks xmlns:a="http://schemas.openxmlformats.org/drawingml/2006/main" noGrp="1"/>
          </p:cNvSpPr>
          <p:nvPr/>
        </p:nvSpPr>
        <p:spPr>
          <a:xfrm xmlns:a="http://schemas.openxmlformats.org/drawingml/2006/main">
            <a:off x="685800" y="1695450"/>
            <a:ext cx="1695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FFFFFF"/>
                </a:solidFill>
                <a:latin typeface="Noto Sans CJK KR"/>
                <a:ea typeface="Noto Sans CJK KR"/>
                <a:cs typeface="Noto Sans CJK KR"/>
              </a:defRPr>
            </a:pPr>
            <a:r>
              <a:rPr sz="900" b="1">
                <a:solidFill>
                  <a:srgbClr val="FFFFFF"/>
                </a:solidFill>
                <a:latin typeface="Noto Sans CJK KR"/>
                <a:ea typeface="Noto Sans CJK KR"/>
                <a:cs typeface="Noto Sans CJK KR"/>
              </a:rPr>
              <a:t>EVIDENCE OBSERVATORY</a:t>
            </a:r>
          </a:p>
        </p:txBody>
      </p:sp>
      <p:sp>
        <p:nvSpPr>
          <p:cNvPr id="10" name="">
            <a:extLst xmlns:a="http://schemas.openxmlformats.org/drawingml/2006/main">
              <a:ext uri="{FF2B5EF4-FFF2-40B4-BE49-F238E27FC236}">
                <a16:creationId xmlns:a16="http://schemas.microsoft.com/office/drawing/2014/main" id="{89ECF90B-0F36-40CF-AAB2-7D19F8F46B18}"/>
              </a:ext>
            </a:extLst>
          </p:cNvPr>
          <p:cNvSpPr>
            <a:spLocks xmlns:a="http://schemas.openxmlformats.org/drawingml/2006/main" noGrp="1"/>
          </p:cNvSpPr>
          <p:nvPr/>
        </p:nvSpPr>
        <p:spPr>
          <a:xfrm xmlns:a="http://schemas.openxmlformats.org/drawingml/2006/main">
            <a:off x="6153150" y="1495425"/>
            <a:ext cx="5524500" cy="3876675"/>
          </a:xfrm>
          <a:prstGeom xmlns:a="http://schemas.openxmlformats.org/drawingml/2006/main" prst="roundRect">
            <a:avLst>
              <a:gd name="adj" fmla="val 1966"/>
            </a:avLst>
          </a:prstGeom>
          <a:solidFill xmlns:a="http://schemas.openxmlformats.org/drawingml/2006/main">
            <a:srgbClr val="FFFFFF"/>
          </a:solidFill>
          <a:ln xmlns:a="http://schemas.openxmlformats.org/drawingml/2006/main" w="9525">
            <a:solidFill>
              <a:srgbClr val="CFD9E6"/>
            </a:solidFill>
          </a:ln>
        </p:spPr>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25cb150a7d994446"/>
          <a:stretch xmlns:a="http://schemas.openxmlformats.org/drawingml/2006/main"/>
        </p:blipFill>
        <p:spPr>
          <a:xfrm xmlns:a="http://schemas.openxmlformats.org/drawingml/2006/main">
            <a:off x="6942545" y="1647825"/>
            <a:ext cx="3945710" cy="357187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209F7D17-C456-42D7-9C5A-EF3D9DAB2930}"/>
              </a:ext>
            </a:extLst>
          </p:cNvPr>
          <p:cNvSpPr>
            <a:spLocks xmlns:a="http://schemas.openxmlformats.org/drawingml/2006/main" noGrp="1"/>
          </p:cNvSpPr>
          <p:nvPr/>
        </p:nvSpPr>
        <p:spPr>
          <a:xfrm xmlns:a="http://schemas.openxmlformats.org/drawingml/2006/main">
            <a:off x="6324600" y="1657350"/>
            <a:ext cx="1581150" cy="257175"/>
          </a:xfrm>
          <a:prstGeom xmlns:a="http://schemas.openxmlformats.org/drawingml/2006/main" prst="roundRect">
            <a:avLst>
              <a:gd name="adj" fmla="val 29630"/>
            </a:avLst>
          </a:prstGeom>
          <a:solidFill xmlns:a="http://schemas.openxmlformats.org/drawingml/2006/main">
            <a:srgbClr val="2F6BFF"/>
          </a:solidFill>
          <a:ln xmlns:a="http://schemas.openxmlformats.org/drawingml/2006/main" w="9525">
            <a:solidFill>
              <a:srgbClr val="2F6BFF"/>
            </a:solidFill>
          </a:ln>
        </p:spPr>
      </p:sp>
      <p:sp>
        <p:nvSpPr>
          <p:cNvPr id="13" name="">
            <a:extLst xmlns:a="http://schemas.openxmlformats.org/drawingml/2006/main">
              <a:ext uri="{FF2B5EF4-FFF2-40B4-BE49-F238E27FC236}">
                <a16:creationId xmlns:a16="http://schemas.microsoft.com/office/drawing/2014/main" id="{426FCB44-0D47-4E4D-A5EC-39FAF640896F}"/>
              </a:ext>
            </a:extLst>
          </p:cNvPr>
          <p:cNvSpPr>
            <a:spLocks xmlns:a="http://schemas.openxmlformats.org/drawingml/2006/main" noGrp="1"/>
          </p:cNvSpPr>
          <p:nvPr/>
        </p:nvSpPr>
        <p:spPr>
          <a:xfrm xmlns:a="http://schemas.openxmlformats.org/drawingml/2006/main">
            <a:off x="6324600" y="1695450"/>
            <a:ext cx="1581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FFFFFF"/>
                </a:solidFill>
                <a:latin typeface="Noto Sans CJK KR"/>
                <a:ea typeface="Noto Sans CJK KR"/>
                <a:cs typeface="Noto Sans CJK KR"/>
              </a:defRPr>
            </a:pPr>
            <a:r>
              <a:rPr sz="900" b="1">
                <a:solidFill>
                  <a:srgbClr val="FFFFFF"/>
                </a:solidFill>
                <a:latin typeface="Noto Sans CJK KR"/>
                <a:ea typeface="Noto Sans CJK KR"/>
                <a:cs typeface="Noto Sans CJK KR"/>
              </a:rPr>
              <a:t>QUESTION WORKSPACE</a:t>
            </a:r>
          </a:p>
        </p:txBody>
      </p:sp>
      <p:sp>
        <p:nvSpPr>
          <p:cNvPr id="14" name="">
            <a:extLst xmlns:a="http://schemas.openxmlformats.org/drawingml/2006/main">
              <a:ext uri="{FF2B5EF4-FFF2-40B4-BE49-F238E27FC236}">
                <a16:creationId xmlns:a16="http://schemas.microsoft.com/office/drawing/2014/main" id="{66C22400-23FE-4B5F-9B54-535625E77E55}"/>
              </a:ext>
            </a:extLst>
          </p:cNvPr>
          <p:cNvSpPr>
            <a:spLocks xmlns:a="http://schemas.openxmlformats.org/drawingml/2006/main" noGrp="1"/>
          </p:cNvSpPr>
          <p:nvPr/>
        </p:nvSpPr>
        <p:spPr>
          <a:xfrm xmlns:a="http://schemas.openxmlformats.org/drawingml/2006/main">
            <a:off x="514350" y="5534025"/>
            <a:ext cx="25717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a:solidFill>
              <a:srgbClr val="CFD9E6"/>
            </a:solidFill>
          </a:ln>
        </p:spPr>
      </p:sp>
      <p:sp>
        <p:nvSpPr>
          <p:cNvPr id="15" name="">
            <a:extLst xmlns:a="http://schemas.openxmlformats.org/drawingml/2006/main">
              <a:ext uri="{FF2B5EF4-FFF2-40B4-BE49-F238E27FC236}">
                <a16:creationId xmlns:a16="http://schemas.microsoft.com/office/drawing/2014/main" id="{1DBB6B6A-99DF-4646-8CAA-87D914D7E452}"/>
              </a:ext>
            </a:extLst>
          </p:cNvPr>
          <p:cNvSpPr>
            <a:spLocks xmlns:a="http://schemas.openxmlformats.org/drawingml/2006/main" noGrp="1"/>
          </p:cNvSpPr>
          <p:nvPr/>
        </p:nvSpPr>
        <p:spPr>
          <a:xfrm xmlns:a="http://schemas.openxmlformats.org/drawingml/2006/main">
            <a:off x="609600" y="5619750"/>
            <a:ext cx="257175" cy="257175"/>
          </a:xfrm>
          <a:prstGeom xmlns:a="http://schemas.openxmlformats.org/drawingml/2006/main" prst="ellipse">
            <a:avLst/>
          </a:prstGeom>
          <a:solidFill xmlns:a="http://schemas.openxmlformats.org/drawingml/2006/main">
            <a:srgbClr val="2F6BFF"/>
          </a:solidFill>
          <a:ln xmlns:a="http://schemas.openxmlformats.org/drawingml/2006/main" w="9525">
            <a:solidFill>
              <a:srgbClr val="2F6BFF"/>
            </a:solidFill>
          </a:ln>
        </p:spPr>
      </p:sp>
      <p:sp>
        <p:nvSpPr>
          <p:cNvPr id="16" name="">
            <a:extLst xmlns:a="http://schemas.openxmlformats.org/drawingml/2006/main">
              <a:ext uri="{FF2B5EF4-FFF2-40B4-BE49-F238E27FC236}">
                <a16:creationId xmlns:a16="http://schemas.microsoft.com/office/drawing/2014/main" id="{CD93D154-F458-42F1-ABA7-BD8430B8D790}"/>
              </a:ext>
            </a:extLst>
          </p:cNvPr>
          <p:cNvSpPr>
            <a:spLocks xmlns:a="http://schemas.openxmlformats.org/drawingml/2006/main" noGrp="1"/>
          </p:cNvSpPr>
          <p:nvPr/>
        </p:nvSpPr>
        <p:spPr>
          <a:xfrm xmlns:a="http://schemas.openxmlformats.org/drawingml/2006/main">
            <a:off x="609600" y="5667375"/>
            <a:ext cx="2571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1">
                <a:solidFill>
                  <a:srgbClr val="FFFFFF"/>
                </a:solidFill>
                <a:latin typeface="Noto Sans CJK KR"/>
                <a:ea typeface="Noto Sans CJK KR"/>
                <a:cs typeface="Noto Sans CJK KR"/>
              </a:defRPr>
            </a:pPr>
            <a:r>
              <a:rPr sz="825" b="1">
                <a:solidFill>
                  <a:srgbClr val="FFFFFF"/>
                </a:solidFill>
                <a:latin typeface="Noto Sans CJK KR"/>
                <a:ea typeface="Noto Sans CJK KR"/>
                <a:cs typeface="Noto Sans CJK KR"/>
              </a:rPr>
              <a:t>1</a:t>
            </a:r>
          </a:p>
        </p:txBody>
      </p:sp>
      <p:sp>
        <p:nvSpPr>
          <p:cNvPr id="17" name="">
            <a:extLst xmlns:a="http://schemas.openxmlformats.org/drawingml/2006/main">
              <a:ext uri="{FF2B5EF4-FFF2-40B4-BE49-F238E27FC236}">
                <a16:creationId xmlns:a16="http://schemas.microsoft.com/office/drawing/2014/main" id="{3DD1811E-CF7E-4C74-B622-D2CEF07E01DB}"/>
              </a:ext>
            </a:extLst>
          </p:cNvPr>
          <p:cNvSpPr>
            <a:spLocks xmlns:a="http://schemas.openxmlformats.org/drawingml/2006/main" noGrp="1"/>
          </p:cNvSpPr>
          <p:nvPr/>
        </p:nvSpPr>
        <p:spPr>
          <a:xfrm xmlns:a="http://schemas.openxmlformats.org/drawingml/2006/main">
            <a:off x="952500" y="5638800"/>
            <a:ext cx="1981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132238"/>
                </a:solidFill>
                <a:latin typeface="Noto Sans CJK KR"/>
                <a:ea typeface="Noto Sans CJK KR"/>
                <a:cs typeface="Noto Sans CJK KR"/>
              </a:defRPr>
            </a:pPr>
            <a:r>
              <a:rPr sz="1050" b="1">
                <a:solidFill>
                  <a:srgbClr val="132238"/>
                </a:solidFill>
                <a:latin typeface="Noto Sans CJK KR"/>
                <a:ea typeface="Noto Sans CJK KR"/>
                <a:cs typeface="Noto Sans CJK KR"/>
              </a:rPr>
              <a:t>지도에서 공고 선택</a:t>
            </a:r>
          </a:p>
        </p:txBody>
      </p:sp>
      <p:sp>
        <p:nvSpPr>
          <p:cNvPr id="18" name="">
            <a:extLst xmlns:a="http://schemas.openxmlformats.org/drawingml/2006/main">
              <a:ext uri="{FF2B5EF4-FFF2-40B4-BE49-F238E27FC236}">
                <a16:creationId xmlns:a16="http://schemas.microsoft.com/office/drawing/2014/main" id="{9B3937E1-C436-4B32-BA77-D026A53B1283}"/>
              </a:ext>
            </a:extLst>
          </p:cNvPr>
          <p:cNvSpPr>
            <a:spLocks xmlns:a="http://schemas.openxmlformats.org/drawingml/2006/main" noGrp="1"/>
          </p:cNvSpPr>
          <p:nvPr/>
        </p:nvSpPr>
        <p:spPr>
          <a:xfrm xmlns:a="http://schemas.openxmlformats.org/drawingml/2006/main">
            <a:off x="3305175" y="5534025"/>
            <a:ext cx="25717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a:solidFill>
              <a:srgbClr val="CFD9E6"/>
            </a:solidFill>
          </a:ln>
        </p:spPr>
      </p:sp>
      <p:sp>
        <p:nvSpPr>
          <p:cNvPr id="19" name="">
            <a:extLst xmlns:a="http://schemas.openxmlformats.org/drawingml/2006/main">
              <a:ext uri="{FF2B5EF4-FFF2-40B4-BE49-F238E27FC236}">
                <a16:creationId xmlns:a16="http://schemas.microsoft.com/office/drawing/2014/main" id="{169A0080-2876-48FC-AE04-8A1D8D2AC30A}"/>
              </a:ext>
            </a:extLst>
          </p:cNvPr>
          <p:cNvSpPr>
            <a:spLocks xmlns:a="http://schemas.openxmlformats.org/drawingml/2006/main" noGrp="1"/>
          </p:cNvSpPr>
          <p:nvPr/>
        </p:nvSpPr>
        <p:spPr>
          <a:xfrm xmlns:a="http://schemas.openxmlformats.org/drawingml/2006/main">
            <a:off x="3400425" y="5619750"/>
            <a:ext cx="257175" cy="257175"/>
          </a:xfrm>
          <a:prstGeom xmlns:a="http://schemas.openxmlformats.org/drawingml/2006/main" prst="ellipse">
            <a:avLst/>
          </a:prstGeom>
          <a:solidFill xmlns:a="http://schemas.openxmlformats.org/drawingml/2006/main">
            <a:srgbClr val="119C8B"/>
          </a:solidFill>
          <a:ln xmlns:a="http://schemas.openxmlformats.org/drawingml/2006/main" w="9525">
            <a:solidFill>
              <a:srgbClr val="119C8B"/>
            </a:solidFill>
          </a:ln>
        </p:spPr>
      </p:sp>
      <p:sp>
        <p:nvSpPr>
          <p:cNvPr id="20" name="">
            <a:extLst xmlns:a="http://schemas.openxmlformats.org/drawingml/2006/main">
              <a:ext uri="{FF2B5EF4-FFF2-40B4-BE49-F238E27FC236}">
                <a16:creationId xmlns:a16="http://schemas.microsoft.com/office/drawing/2014/main" id="{64EFC48C-DD0A-44D4-B254-77AF5B498E4A}"/>
              </a:ext>
            </a:extLst>
          </p:cNvPr>
          <p:cNvSpPr>
            <a:spLocks xmlns:a="http://schemas.openxmlformats.org/drawingml/2006/main" noGrp="1"/>
          </p:cNvSpPr>
          <p:nvPr/>
        </p:nvSpPr>
        <p:spPr>
          <a:xfrm xmlns:a="http://schemas.openxmlformats.org/drawingml/2006/main">
            <a:off x="3400425" y="5667375"/>
            <a:ext cx="2571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1">
                <a:solidFill>
                  <a:srgbClr val="FFFFFF"/>
                </a:solidFill>
                <a:latin typeface="Noto Sans CJK KR"/>
                <a:ea typeface="Noto Sans CJK KR"/>
                <a:cs typeface="Noto Sans CJK KR"/>
              </a:defRPr>
            </a:pPr>
            <a:r>
              <a:rPr sz="825" b="1">
                <a:solidFill>
                  <a:srgbClr val="FFFFFF"/>
                </a:solidFill>
                <a:latin typeface="Noto Sans CJK KR"/>
                <a:ea typeface="Noto Sans CJK KR"/>
                <a:cs typeface="Noto Sans CJK KR"/>
              </a:rPr>
              <a:t>2</a:t>
            </a:r>
          </a:p>
        </p:txBody>
      </p:sp>
      <p:sp>
        <p:nvSpPr>
          <p:cNvPr id="21" name="">
            <a:extLst xmlns:a="http://schemas.openxmlformats.org/drawingml/2006/main">
              <a:ext uri="{FF2B5EF4-FFF2-40B4-BE49-F238E27FC236}">
                <a16:creationId xmlns:a16="http://schemas.microsoft.com/office/drawing/2014/main" id="{042D124F-4ED7-4C70-9B94-1ED6702AAA03}"/>
              </a:ext>
            </a:extLst>
          </p:cNvPr>
          <p:cNvSpPr>
            <a:spLocks xmlns:a="http://schemas.openxmlformats.org/drawingml/2006/main" noGrp="1"/>
          </p:cNvSpPr>
          <p:nvPr/>
        </p:nvSpPr>
        <p:spPr>
          <a:xfrm xmlns:a="http://schemas.openxmlformats.org/drawingml/2006/main">
            <a:off x="3743325" y="5638800"/>
            <a:ext cx="1981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132238"/>
                </a:solidFill>
                <a:latin typeface="Noto Sans CJK KR"/>
                <a:ea typeface="Noto Sans CJK KR"/>
                <a:cs typeface="Noto Sans CJK KR"/>
              </a:defRPr>
            </a:pPr>
            <a:r>
              <a:rPr sz="1050" b="1">
                <a:solidFill>
                  <a:srgbClr val="132238"/>
                </a:solidFill>
                <a:latin typeface="Noto Sans CJK KR"/>
                <a:ea typeface="Noto Sans CJK KR"/>
                <a:cs typeface="Noto Sans CJK KR"/>
              </a:rPr>
              <a:t>질문 입력·모드 확인</a:t>
            </a:r>
          </a:p>
        </p:txBody>
      </p:sp>
      <p:sp>
        <p:nvSpPr>
          <p:cNvPr id="22" name="">
            <a:extLst xmlns:a="http://schemas.openxmlformats.org/drawingml/2006/main">
              <a:ext uri="{FF2B5EF4-FFF2-40B4-BE49-F238E27FC236}">
                <a16:creationId xmlns:a16="http://schemas.microsoft.com/office/drawing/2014/main" id="{8B3DC00F-C9F2-4A78-B5E3-8F356B8B5B42}"/>
              </a:ext>
            </a:extLst>
          </p:cNvPr>
          <p:cNvSpPr>
            <a:spLocks xmlns:a="http://schemas.openxmlformats.org/drawingml/2006/main" noGrp="1"/>
          </p:cNvSpPr>
          <p:nvPr/>
        </p:nvSpPr>
        <p:spPr>
          <a:xfrm xmlns:a="http://schemas.openxmlformats.org/drawingml/2006/main">
            <a:off x="6096000" y="5534025"/>
            <a:ext cx="25717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a:solidFill>
              <a:srgbClr val="CFD9E6"/>
            </a:solidFill>
          </a:ln>
        </p:spPr>
      </p:sp>
      <p:sp>
        <p:nvSpPr>
          <p:cNvPr id="23" name="">
            <a:extLst xmlns:a="http://schemas.openxmlformats.org/drawingml/2006/main">
              <a:ext uri="{FF2B5EF4-FFF2-40B4-BE49-F238E27FC236}">
                <a16:creationId xmlns:a16="http://schemas.microsoft.com/office/drawing/2014/main" id="{BBD0DCDE-0235-4023-8898-8919F423D33B}"/>
              </a:ext>
            </a:extLst>
          </p:cNvPr>
          <p:cNvSpPr>
            <a:spLocks xmlns:a="http://schemas.openxmlformats.org/drawingml/2006/main" noGrp="1"/>
          </p:cNvSpPr>
          <p:nvPr/>
        </p:nvSpPr>
        <p:spPr>
          <a:xfrm xmlns:a="http://schemas.openxmlformats.org/drawingml/2006/main">
            <a:off x="6191250" y="5619750"/>
            <a:ext cx="257175" cy="257175"/>
          </a:xfrm>
          <a:prstGeom xmlns:a="http://schemas.openxmlformats.org/drawingml/2006/main" prst="ellipse">
            <a:avLst/>
          </a:prstGeom>
          <a:solidFill xmlns:a="http://schemas.openxmlformats.org/drawingml/2006/main">
            <a:srgbClr val="F29B38"/>
          </a:solidFill>
          <a:ln xmlns:a="http://schemas.openxmlformats.org/drawingml/2006/main" w="9525">
            <a:solidFill>
              <a:srgbClr val="F29B38"/>
            </a:solidFill>
          </a:ln>
        </p:spPr>
      </p:sp>
      <p:sp>
        <p:nvSpPr>
          <p:cNvPr id="24" name="">
            <a:extLst xmlns:a="http://schemas.openxmlformats.org/drawingml/2006/main">
              <a:ext uri="{FF2B5EF4-FFF2-40B4-BE49-F238E27FC236}">
                <a16:creationId xmlns:a16="http://schemas.microsoft.com/office/drawing/2014/main" id="{EDB89426-BDBD-49E5-B4D7-65CF87D5A262}"/>
              </a:ext>
            </a:extLst>
          </p:cNvPr>
          <p:cNvSpPr>
            <a:spLocks xmlns:a="http://schemas.openxmlformats.org/drawingml/2006/main" noGrp="1"/>
          </p:cNvSpPr>
          <p:nvPr/>
        </p:nvSpPr>
        <p:spPr>
          <a:xfrm xmlns:a="http://schemas.openxmlformats.org/drawingml/2006/main">
            <a:off x="6191250" y="5667375"/>
            <a:ext cx="2571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1">
                <a:solidFill>
                  <a:srgbClr val="FFFFFF"/>
                </a:solidFill>
                <a:latin typeface="Noto Sans CJK KR"/>
                <a:ea typeface="Noto Sans CJK KR"/>
                <a:cs typeface="Noto Sans CJK KR"/>
              </a:defRPr>
            </a:pPr>
            <a:r>
              <a:rPr sz="825" b="1">
                <a:solidFill>
                  <a:srgbClr val="FFFFFF"/>
                </a:solidFill>
                <a:latin typeface="Noto Sans CJK KR"/>
                <a:ea typeface="Noto Sans CJK KR"/>
                <a:cs typeface="Noto Sans CJK KR"/>
              </a:rPr>
              <a:t>3</a:t>
            </a:r>
          </a:p>
        </p:txBody>
      </p:sp>
      <p:sp>
        <p:nvSpPr>
          <p:cNvPr id="25" name="">
            <a:extLst xmlns:a="http://schemas.openxmlformats.org/drawingml/2006/main">
              <a:ext uri="{FF2B5EF4-FFF2-40B4-BE49-F238E27FC236}">
                <a16:creationId xmlns:a16="http://schemas.microsoft.com/office/drawing/2014/main" id="{3CD0CAD5-7F44-45DB-A60C-3BDE069C7584}"/>
              </a:ext>
            </a:extLst>
          </p:cNvPr>
          <p:cNvSpPr>
            <a:spLocks xmlns:a="http://schemas.openxmlformats.org/drawingml/2006/main" noGrp="1"/>
          </p:cNvSpPr>
          <p:nvPr/>
        </p:nvSpPr>
        <p:spPr>
          <a:xfrm xmlns:a="http://schemas.openxmlformats.org/drawingml/2006/main">
            <a:off x="6534150" y="5638800"/>
            <a:ext cx="1981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132238"/>
                </a:solidFill>
                <a:latin typeface="Noto Sans CJK KR"/>
                <a:ea typeface="Noto Sans CJK KR"/>
                <a:cs typeface="Noto Sans CJK KR"/>
              </a:defRPr>
            </a:pPr>
            <a:r>
              <a:rPr sz="1050" b="1">
                <a:solidFill>
                  <a:srgbClr val="132238"/>
                </a:solidFill>
                <a:latin typeface="Noto Sans CJK KR"/>
                <a:ea typeface="Noto Sans CJK KR"/>
                <a:cs typeface="Noto Sans CJK KR"/>
              </a:rPr>
              <a:t>답변의 인용 클릭</a:t>
            </a:r>
          </a:p>
        </p:txBody>
      </p:sp>
      <p:sp>
        <p:nvSpPr>
          <p:cNvPr id="26" name="">
            <a:extLst xmlns:a="http://schemas.openxmlformats.org/drawingml/2006/main">
              <a:ext uri="{FF2B5EF4-FFF2-40B4-BE49-F238E27FC236}">
                <a16:creationId xmlns:a16="http://schemas.microsoft.com/office/drawing/2014/main" id="{71DDDAFB-89B9-4F5B-B27E-E4B25A4D73D2}"/>
              </a:ext>
            </a:extLst>
          </p:cNvPr>
          <p:cNvSpPr>
            <a:spLocks xmlns:a="http://schemas.openxmlformats.org/drawingml/2006/main" noGrp="1"/>
          </p:cNvSpPr>
          <p:nvPr/>
        </p:nvSpPr>
        <p:spPr>
          <a:xfrm xmlns:a="http://schemas.openxmlformats.org/drawingml/2006/main">
            <a:off x="8886825" y="5534025"/>
            <a:ext cx="25717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a:solidFill>
              <a:srgbClr val="CFD9E6"/>
            </a:solidFill>
          </a:ln>
        </p:spPr>
      </p:sp>
      <p:sp>
        <p:nvSpPr>
          <p:cNvPr id="27" name="">
            <a:extLst xmlns:a="http://schemas.openxmlformats.org/drawingml/2006/main">
              <a:ext uri="{FF2B5EF4-FFF2-40B4-BE49-F238E27FC236}">
                <a16:creationId xmlns:a16="http://schemas.microsoft.com/office/drawing/2014/main" id="{DC4A00A9-74D3-47C5-9299-D6F4C93E0724}"/>
              </a:ext>
            </a:extLst>
          </p:cNvPr>
          <p:cNvSpPr>
            <a:spLocks xmlns:a="http://schemas.openxmlformats.org/drawingml/2006/main" noGrp="1"/>
          </p:cNvSpPr>
          <p:nvPr/>
        </p:nvSpPr>
        <p:spPr>
          <a:xfrm xmlns:a="http://schemas.openxmlformats.org/drawingml/2006/main">
            <a:off x="8982075" y="5619750"/>
            <a:ext cx="257175" cy="257175"/>
          </a:xfrm>
          <a:prstGeom xmlns:a="http://schemas.openxmlformats.org/drawingml/2006/main" prst="ellipse">
            <a:avLst/>
          </a:prstGeom>
          <a:solidFill xmlns:a="http://schemas.openxmlformats.org/drawingml/2006/main">
            <a:srgbClr val="D9564A"/>
          </a:solidFill>
          <a:ln xmlns:a="http://schemas.openxmlformats.org/drawingml/2006/main" w="9525">
            <a:solidFill>
              <a:srgbClr val="D9564A"/>
            </a:solidFill>
          </a:ln>
        </p:spPr>
      </p:sp>
      <p:sp>
        <p:nvSpPr>
          <p:cNvPr id="28" name="">
            <a:extLst xmlns:a="http://schemas.openxmlformats.org/drawingml/2006/main">
              <a:ext uri="{FF2B5EF4-FFF2-40B4-BE49-F238E27FC236}">
                <a16:creationId xmlns:a16="http://schemas.microsoft.com/office/drawing/2014/main" id="{E2D78CA1-744D-4E50-A2F9-5E3BDC8D84B7}"/>
              </a:ext>
            </a:extLst>
          </p:cNvPr>
          <p:cNvSpPr>
            <a:spLocks xmlns:a="http://schemas.openxmlformats.org/drawingml/2006/main" noGrp="1"/>
          </p:cNvSpPr>
          <p:nvPr/>
        </p:nvSpPr>
        <p:spPr>
          <a:xfrm xmlns:a="http://schemas.openxmlformats.org/drawingml/2006/main">
            <a:off x="8982075" y="5667375"/>
            <a:ext cx="2571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1">
                <a:solidFill>
                  <a:srgbClr val="FFFFFF"/>
                </a:solidFill>
                <a:latin typeface="Noto Sans CJK KR"/>
                <a:ea typeface="Noto Sans CJK KR"/>
                <a:cs typeface="Noto Sans CJK KR"/>
              </a:defRPr>
            </a:pPr>
            <a:r>
              <a:rPr sz="825" b="1">
                <a:solidFill>
                  <a:srgbClr val="FFFFFF"/>
                </a:solidFill>
                <a:latin typeface="Noto Sans CJK KR"/>
                <a:ea typeface="Noto Sans CJK KR"/>
                <a:cs typeface="Noto Sans CJK KR"/>
              </a:rPr>
              <a:t>4</a:t>
            </a:r>
          </a:p>
        </p:txBody>
      </p:sp>
      <p:sp>
        <p:nvSpPr>
          <p:cNvPr id="29" name="">
            <a:extLst xmlns:a="http://schemas.openxmlformats.org/drawingml/2006/main">
              <a:ext uri="{FF2B5EF4-FFF2-40B4-BE49-F238E27FC236}">
                <a16:creationId xmlns:a16="http://schemas.microsoft.com/office/drawing/2014/main" id="{6C264B6C-FDB5-4E97-91DA-B872E0621D30}"/>
              </a:ext>
            </a:extLst>
          </p:cNvPr>
          <p:cNvSpPr>
            <a:spLocks xmlns:a="http://schemas.openxmlformats.org/drawingml/2006/main" noGrp="1"/>
          </p:cNvSpPr>
          <p:nvPr/>
        </p:nvSpPr>
        <p:spPr>
          <a:xfrm xmlns:a="http://schemas.openxmlformats.org/drawingml/2006/main">
            <a:off x="9324975" y="5638800"/>
            <a:ext cx="1981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132238"/>
                </a:solidFill>
                <a:latin typeface="Noto Sans CJK KR"/>
                <a:ea typeface="Noto Sans CJK KR"/>
                <a:cs typeface="Noto Sans CJK KR"/>
              </a:defRPr>
            </a:pPr>
            <a:r>
              <a:rPr sz="1050" b="1">
                <a:solidFill>
                  <a:srgbClr val="132238"/>
                </a:solidFill>
                <a:latin typeface="Noto Sans CJK KR"/>
                <a:ea typeface="Noto Sans CJK KR"/>
                <a:cs typeface="Noto Sans CJK KR"/>
              </a:rPr>
              <a:t>원문 근거·의심 구절 확인</a:t>
            </a:r>
          </a:p>
        </p:txBody>
      </p:sp>
      <p:sp>
        <p:nvSpPr>
          <p:cNvPr id="30" name="">
            <a:extLst xmlns:a="http://schemas.openxmlformats.org/drawingml/2006/main">
              <a:ext uri="{FF2B5EF4-FFF2-40B4-BE49-F238E27FC236}">
                <a16:creationId xmlns:a16="http://schemas.microsoft.com/office/drawing/2014/main" id="{7B12E78C-4F32-4E72-922C-97FBEEE33786}"/>
              </a:ext>
            </a:extLst>
          </p:cNvPr>
          <p:cNvSpPr>
            <a:spLocks xmlns:a="http://schemas.openxmlformats.org/drawingml/2006/main" noGrp="1"/>
          </p:cNvSpPr>
          <p:nvPr/>
        </p:nvSpPr>
        <p:spPr>
          <a:xfrm xmlns:a="http://schemas.openxmlformats.org/drawingml/2006/main">
            <a:off x="514350" y="6353175"/>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31" name="">
            <a:extLst xmlns:a="http://schemas.openxmlformats.org/drawingml/2006/main">
              <a:ext uri="{FF2B5EF4-FFF2-40B4-BE49-F238E27FC236}">
                <a16:creationId xmlns:a16="http://schemas.microsoft.com/office/drawing/2014/main" id="{1E9452B4-6C03-4047-8746-D7EE1C089F46}"/>
              </a:ext>
            </a:extLst>
          </p:cNvPr>
          <p:cNvSpPr>
            <a:spLocks xmlns:a="http://schemas.openxmlformats.org/drawingml/2006/main" noGrp="1"/>
          </p:cNvSpPr>
          <p:nvPr/>
        </p:nvSpPr>
        <p:spPr>
          <a:xfrm xmlns:a="http://schemas.openxmlformats.org/drawingml/2006/main">
            <a:off x="533400" y="6457950"/>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0">
                <a:solidFill>
                  <a:srgbClr val="52657A"/>
                </a:solidFill>
                <a:latin typeface="Noto Sans CJK KR"/>
                <a:ea typeface="Noto Sans CJK KR"/>
                <a:cs typeface="Noto Sans CJK KR"/>
              </a:defRPr>
            </a:pPr>
            <a:r>
              <a:rPr sz="825" b="0">
                <a:solidFill>
                  <a:srgbClr val="52657A"/>
                </a:solidFill>
                <a:latin typeface="Noto Sans CJK KR"/>
                <a:ea typeface="Noto Sans CJK KR"/>
                <a:cs typeface="Noto Sans CJK KR"/>
              </a:rPr>
              <a:t>저장 결과 모드 · L1 실제 질문 모드 · 탐지 미실시 상태를 화면에서 구분</a:t>
            </a:r>
          </a:p>
        </p:txBody>
      </p:sp>
      <p:sp>
        <p:nvSpPr>
          <p:cNvPr id="32" name="">
            <a:extLst xmlns:a="http://schemas.openxmlformats.org/drawingml/2006/main">
              <a:ext uri="{FF2B5EF4-FFF2-40B4-BE49-F238E27FC236}">
                <a16:creationId xmlns:a16="http://schemas.microsoft.com/office/drawing/2014/main" id="{2FA6DB6D-BA40-4642-8D1F-020F624F357A}"/>
              </a:ext>
            </a:extLst>
          </p:cNvPr>
          <p:cNvSpPr>
            <a:spLocks xmlns:a="http://schemas.openxmlformats.org/drawingml/2006/main" noGrp="1"/>
          </p:cNvSpPr>
          <p:nvPr/>
        </p:nvSpPr>
        <p:spPr>
          <a:xfrm xmlns:a="http://schemas.openxmlformats.org/drawingml/2006/main">
            <a:off x="10001250" y="6457950"/>
            <a:ext cx="1676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1">
                <a:solidFill>
                  <a:srgbClr val="183B5B"/>
                </a:solidFill>
                <a:latin typeface="Noto Sans CJK KR"/>
                <a:ea typeface="Noto Sans CJK KR"/>
                <a:cs typeface="Noto Sans CJK KR"/>
              </a:defRPr>
            </a:pPr>
            <a:r>
              <a:rPr sz="825" b="1">
                <a:solidFill>
                  <a:srgbClr val="183B5B"/>
                </a:solidFill>
                <a:latin typeface="Noto Sans CJK KR"/>
                <a:ea typeface="Noto Sans CJK KR"/>
                <a:cs typeface="Noto Sans CJK KR"/>
              </a:rPr>
              <a:t>ASTRA · ko-LettuceDetect</a:t>
            </a:r>
          </a:p>
        </p:txBody>
      </p:sp>
    </p:spTree>
    <p:extLst>
      <p:ext uri="{BB962C8B-B14F-4D97-AF65-F5344CB8AC3E}">
        <p14:creationId xmlns:p14="http://schemas.microsoft.com/office/powerpoint/2010/main" val="1762719022"/>
      </p:ext>
    </p:extLst>
  </p:cSld>
</p:sld>
</file>

<file path=ppt/slides/slide3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6E12A7A0-52A2-4CA5-B785-01BFABBFD8E9}"/>
              </a:ext>
            </a:extLst>
          </p:cNvPr>
          <p:cNvSpPr>
            <a:spLocks xmlns:a="http://schemas.openxmlformats.org/drawingml/2006/main" noGrp="1"/>
          </p:cNvSpPr>
          <p:nvPr/>
        </p:nvSpPr>
        <p:spPr>
          <a:xfrm xmlns:a="http://schemas.openxmlformats.org/drawingml/2006/main">
            <a:off x="5143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119C8B"/>
                </a:solidFill>
                <a:latin typeface="Noto Sans CJK KR"/>
                <a:ea typeface="Noto Sans CJK KR"/>
                <a:cs typeface="Noto Sans CJK KR"/>
              </a:defRPr>
            </a:pPr>
            <a:r>
              <a:rPr sz="975" b="1">
                <a:solidFill>
                  <a:srgbClr val="119C8B"/>
                </a:solidFill>
                <a:latin typeface="Noto Sans CJK KR"/>
                <a:ea typeface="Noto Sans CJK KR"/>
                <a:cs typeface="Noto Sans CJK KR"/>
              </a:rPr>
              <a:t>시연·결론</a:t>
            </a:r>
          </a:p>
        </p:txBody>
      </p:sp>
      <p:sp>
        <p:nvSpPr>
          <p:cNvPr id="2" name="">
            <a:extLst xmlns:a="http://schemas.openxmlformats.org/drawingml/2006/main">
              <a:ext uri="{FF2B5EF4-FFF2-40B4-BE49-F238E27FC236}">
                <a16:creationId xmlns:a16="http://schemas.microsoft.com/office/drawing/2014/main" id="{28E3E678-AA2E-4867-B122-AEC96C44304B}"/>
              </a:ext>
            </a:extLst>
          </p:cNvPr>
          <p:cNvSpPr>
            <a:spLocks xmlns:a="http://schemas.openxmlformats.org/drawingml/2006/main" noGrp="1"/>
          </p:cNvSpPr>
          <p:nvPr/>
        </p:nvSpPr>
        <p:spPr>
          <a:xfrm xmlns:a="http://schemas.openxmlformats.org/drawingml/2006/main">
            <a:off x="514350" y="457200"/>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132238"/>
                </a:solidFill>
                <a:latin typeface="Noto Sans CJK KR"/>
                <a:ea typeface="Noto Sans CJK KR"/>
                <a:cs typeface="Noto Sans CJK KR"/>
              </a:defRPr>
            </a:pPr>
            <a:r>
              <a:rPr sz="2325" b="1">
                <a:solidFill>
                  <a:srgbClr val="132238"/>
                </a:solidFill>
                <a:latin typeface="Noto Sans CJK KR"/>
                <a:ea typeface="Noto Sans CJK KR"/>
                <a:cs typeface="Noto Sans CJK KR"/>
              </a:rPr>
              <a:t>구현 자산은 남았고, 성능 검증은 계속된다</a:t>
            </a:r>
          </a:p>
        </p:txBody>
      </p:sp>
      <p:sp>
        <p:nvSpPr>
          <p:cNvPr id="3" name="">
            <a:extLst xmlns:a="http://schemas.openxmlformats.org/drawingml/2006/main">
              <a:ext uri="{FF2B5EF4-FFF2-40B4-BE49-F238E27FC236}">
                <a16:creationId xmlns:a16="http://schemas.microsoft.com/office/drawing/2014/main" id="{6E7A185A-8F8E-4109-B134-2C23713721C8}"/>
              </a:ext>
            </a:extLst>
          </p:cNvPr>
          <p:cNvSpPr>
            <a:spLocks xmlns:a="http://schemas.openxmlformats.org/drawingml/2006/main" noGrp="1"/>
          </p:cNvSpPr>
          <p:nvPr/>
        </p:nvSpPr>
        <p:spPr>
          <a:xfrm xmlns:a="http://schemas.openxmlformats.org/drawingml/2006/main">
            <a:off x="533400" y="923925"/>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2657A"/>
                </a:solidFill>
                <a:latin typeface="Noto Sans CJK KR"/>
                <a:ea typeface="Noto Sans CJK KR"/>
                <a:cs typeface="Noto Sans CJK KR"/>
              </a:defRPr>
            </a:pPr>
            <a:r>
              <a:rPr sz="1200" b="0">
                <a:solidFill>
                  <a:srgbClr val="52657A"/>
                </a:solidFill>
                <a:latin typeface="Noto Sans CJK KR"/>
                <a:ea typeface="Noto Sans CJK KR"/>
                <a:cs typeface="Noto Sans CJK KR"/>
              </a:rPr>
              <a:t>프로젝트의 의미는 좋은 숫자 하나가 아니라 추적 가능한 데이터·근거·권한·검증 구조</a:t>
            </a:r>
          </a:p>
        </p:txBody>
      </p:sp>
      <p:sp>
        <p:nvSpPr>
          <p:cNvPr id="4" name="">
            <a:extLst xmlns:a="http://schemas.openxmlformats.org/drawingml/2006/main">
              <a:ext uri="{FF2B5EF4-FFF2-40B4-BE49-F238E27FC236}">
                <a16:creationId xmlns:a16="http://schemas.microsoft.com/office/drawing/2014/main" id="{823C01D4-E8F8-470C-B0D1-88737835CA41}"/>
              </a:ext>
            </a:extLst>
          </p:cNvPr>
          <p:cNvSpPr>
            <a:spLocks xmlns:a="http://schemas.openxmlformats.org/drawingml/2006/main" noGrp="1"/>
          </p:cNvSpPr>
          <p:nvPr/>
        </p:nvSpPr>
        <p:spPr>
          <a:xfrm xmlns:a="http://schemas.openxmlformats.org/drawingml/2006/main">
            <a:off x="514350" y="1257300"/>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5" name="">
            <a:extLst xmlns:a="http://schemas.openxmlformats.org/drawingml/2006/main">
              <a:ext uri="{FF2B5EF4-FFF2-40B4-BE49-F238E27FC236}">
                <a16:creationId xmlns:a16="http://schemas.microsoft.com/office/drawing/2014/main" id="{DCBFE358-25EA-4D72-B0BB-3482845445DE}"/>
              </a:ext>
            </a:extLst>
          </p:cNvPr>
          <p:cNvSpPr>
            <a:spLocks xmlns:a="http://schemas.openxmlformats.org/drawingml/2006/main" noGrp="1"/>
          </p:cNvSpPr>
          <p:nvPr/>
        </p:nvSpPr>
        <p:spPr>
          <a:xfrm xmlns:a="http://schemas.openxmlformats.org/drawingml/2006/main">
            <a:off x="11201400" y="209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52657A"/>
                </a:solidFill>
                <a:latin typeface="Noto Sans CJK KR"/>
                <a:ea typeface="Noto Sans CJK KR"/>
                <a:cs typeface="Noto Sans CJK KR"/>
              </a:defRPr>
            </a:pPr>
            <a:r>
              <a:rPr sz="975" b="1">
                <a:solidFill>
                  <a:srgbClr val="52657A"/>
                </a:solidFill>
                <a:latin typeface="Noto Sans CJK KR"/>
                <a:ea typeface="Noto Sans CJK KR"/>
                <a:cs typeface="Noto Sans CJK KR"/>
              </a:rPr>
              <a:t>30</a:t>
            </a:r>
          </a:p>
        </p:txBody>
      </p:sp>
      <p:sp>
        <p:nvSpPr>
          <p:cNvPr id="6" name="">
            <a:extLst xmlns:a="http://schemas.openxmlformats.org/drawingml/2006/main">
              <a:ext uri="{FF2B5EF4-FFF2-40B4-BE49-F238E27FC236}">
                <a16:creationId xmlns:a16="http://schemas.microsoft.com/office/drawing/2014/main" id="{28568089-A111-444D-A9E1-7D8F72BE3A71}"/>
              </a:ext>
            </a:extLst>
          </p:cNvPr>
          <p:cNvSpPr>
            <a:spLocks xmlns:a="http://schemas.openxmlformats.org/drawingml/2006/main" noGrp="1"/>
          </p:cNvSpPr>
          <p:nvPr/>
        </p:nvSpPr>
        <p:spPr>
          <a:xfrm xmlns:a="http://schemas.openxmlformats.org/drawingml/2006/main">
            <a:off x="514350" y="1581150"/>
            <a:ext cx="3448050" cy="3676650"/>
          </a:xfrm>
          <a:prstGeom xmlns:a="http://schemas.openxmlformats.org/drawingml/2006/main" prst="roundRect">
            <a:avLst>
              <a:gd name="adj" fmla="val 2210"/>
            </a:avLst>
          </a:prstGeom>
          <a:solidFill xmlns:a="http://schemas.openxmlformats.org/drawingml/2006/main">
            <a:srgbClr val="FFFFFF"/>
          </a:solidFill>
          <a:ln xmlns:a="http://schemas.openxmlformats.org/drawingml/2006/main" w="9525">
            <a:solidFill>
              <a:srgbClr val="CFD9E6"/>
            </a:solidFill>
          </a:ln>
        </p:spPr>
      </p:sp>
      <p:sp>
        <p:nvSpPr>
          <p:cNvPr id="7" name="">
            <a:extLst xmlns:a="http://schemas.openxmlformats.org/drawingml/2006/main">
              <a:ext uri="{FF2B5EF4-FFF2-40B4-BE49-F238E27FC236}">
                <a16:creationId xmlns:a16="http://schemas.microsoft.com/office/drawing/2014/main" id="{B5CA53FC-1948-4614-B563-4C2BBFD09BEB}"/>
              </a:ext>
            </a:extLst>
          </p:cNvPr>
          <p:cNvSpPr>
            <a:spLocks xmlns:a="http://schemas.openxmlformats.org/drawingml/2006/main" noGrp="1"/>
          </p:cNvSpPr>
          <p:nvPr/>
        </p:nvSpPr>
        <p:spPr>
          <a:xfrm xmlns:a="http://schemas.openxmlformats.org/drawingml/2006/main">
            <a:off x="514350" y="1581150"/>
            <a:ext cx="3448050" cy="85725"/>
          </a:xfrm>
          <a:prstGeom xmlns:a="http://schemas.openxmlformats.org/drawingml/2006/main" prst="rect">
            <a:avLst/>
          </a:prstGeom>
          <a:solidFill xmlns:a="http://schemas.openxmlformats.org/drawingml/2006/main">
            <a:srgbClr val="119C8B"/>
          </a:solidFill>
          <a:ln xmlns:a="http://schemas.openxmlformats.org/drawingml/2006/main" w="9525">
            <a:solidFill>
              <a:srgbClr val="119C8B"/>
            </a:solidFill>
          </a:ln>
        </p:spPr>
      </p:sp>
      <p:sp>
        <p:nvSpPr>
          <p:cNvPr id="8" name="">
            <a:extLst xmlns:a="http://schemas.openxmlformats.org/drawingml/2006/main">
              <a:ext uri="{FF2B5EF4-FFF2-40B4-BE49-F238E27FC236}">
                <a16:creationId xmlns:a16="http://schemas.microsoft.com/office/drawing/2014/main" id="{8DD2BAC0-CE53-45D6-8538-D7DA85422C08}"/>
              </a:ext>
            </a:extLst>
          </p:cNvPr>
          <p:cNvSpPr>
            <a:spLocks xmlns:a="http://schemas.openxmlformats.org/drawingml/2006/main" noGrp="1"/>
          </p:cNvSpPr>
          <p:nvPr/>
        </p:nvSpPr>
        <p:spPr>
          <a:xfrm xmlns:a="http://schemas.openxmlformats.org/drawingml/2006/main">
            <a:off x="723900" y="1790700"/>
            <a:ext cx="3028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119C8B"/>
                </a:solidFill>
                <a:latin typeface="Noto Sans CJK KR"/>
                <a:ea typeface="Noto Sans CJK KR"/>
                <a:cs typeface="Noto Sans CJK KR"/>
              </a:defRPr>
            </a:pPr>
            <a:r>
              <a:rPr sz="1725" b="1">
                <a:solidFill>
                  <a:srgbClr val="119C8B"/>
                </a:solidFill>
                <a:latin typeface="Noto Sans CJK KR"/>
                <a:ea typeface="Noto Sans CJK KR"/>
                <a:cs typeface="Noto Sans CJK KR"/>
              </a:rPr>
              <a:t>완료한 자산</a:t>
            </a:r>
          </a:p>
        </p:txBody>
      </p:sp>
      <p:sp>
        <p:nvSpPr>
          <p:cNvPr id="9" name="">
            <a:extLst xmlns:a="http://schemas.openxmlformats.org/drawingml/2006/main">
              <a:ext uri="{FF2B5EF4-FFF2-40B4-BE49-F238E27FC236}">
                <a16:creationId xmlns:a16="http://schemas.microsoft.com/office/drawing/2014/main" id="{67533105-ECA0-4796-B38D-9AC5CA327222}"/>
              </a:ext>
            </a:extLst>
          </p:cNvPr>
          <p:cNvSpPr>
            <a:spLocks xmlns:a="http://schemas.openxmlformats.org/drawingml/2006/main" noGrp="1"/>
          </p:cNvSpPr>
          <p:nvPr/>
        </p:nvSpPr>
        <p:spPr>
          <a:xfrm xmlns:a="http://schemas.openxmlformats.org/drawingml/2006/main">
            <a:off x="723900" y="2400300"/>
            <a:ext cx="300990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177800" indent="-88900">
              <a:spcAft>
                <a:spcPts val="1000"/>
              </a:spcAft>
              <a:buChar char="•"/>
              <a:defRPr sz="1275" b="0">
                <a:solidFill>
                  <a:srgbClr val="132238"/>
                </a:solidFill>
                <a:latin typeface="Noto Sans CJK KR"/>
                <a:ea typeface="Noto Sans CJK KR"/>
                <a:cs typeface="Noto Sans CJK KR"/>
              </a:defRPr>
            </a:pPr>
            <a:r>
              <a:rPr sz="1275" b="0">
                <a:solidFill>
                  <a:srgbClr val="132238"/>
                </a:solidFill>
                <a:latin typeface="Noto Sans CJK KR"/>
                <a:ea typeface="Noto Sans CJK KR"/>
                <a:cs typeface="Noto Sans CJK KR"/>
              </a:rPr>
              <a:t>3개월 수집·변환 파이프라인</a:t>
            </a:r>
          </a:p>
          <a:p xmlns:a="http://schemas.openxmlformats.org/drawingml/2006/main">
            <a:pPr marL="177800" indent="-88900">
              <a:spcAft>
                <a:spcPts val="1000"/>
              </a:spcAft>
              <a:buChar char="•"/>
              <a:defRPr sz="1275" b="0">
                <a:solidFill>
                  <a:srgbClr val="132238"/>
                </a:solidFill>
                <a:latin typeface="Noto Sans CJK KR"/>
                <a:ea typeface="Noto Sans CJK KR"/>
                <a:cs typeface="Noto Sans CJK KR"/>
              </a:defRPr>
            </a:pPr>
            <a:r>
              <a:rPr sz="1275" b="0">
                <a:solidFill>
                  <a:srgbClr val="132238"/>
                </a:solidFill>
                <a:latin typeface="Noto Sans CJK KR"/>
                <a:ea typeface="Noto Sans CJK KR"/>
                <a:cs typeface="Noto Sans CJK KR"/>
              </a:rPr>
              <a:t>51건 원문 검수와 쟁점 기록</a:t>
            </a:r>
          </a:p>
          <a:p xmlns:a="http://schemas.openxmlformats.org/drawingml/2006/main">
            <a:pPr marL="177800" indent="-88900">
              <a:spcAft>
                <a:spcPts val="1000"/>
              </a:spcAft>
              <a:buChar char="•"/>
              <a:defRPr sz="1275" b="0">
                <a:solidFill>
                  <a:srgbClr val="132238"/>
                </a:solidFill>
                <a:latin typeface="Noto Sans CJK KR"/>
                <a:ea typeface="Noto Sans CJK KR"/>
                <a:cs typeface="Noto Sans CJK KR"/>
              </a:defRPr>
            </a:pPr>
            <a:r>
              <a:rPr sz="1275" b="0">
                <a:solidFill>
                  <a:srgbClr val="132238"/>
                </a:solidFill>
                <a:latin typeface="Noto Sans CJK KR"/>
                <a:ea typeface="Noto Sans CJK KR"/>
                <a:cs typeface="Noto Sans CJK KR"/>
              </a:rPr>
              <a:t>합성기업 5곳과 L2/L3 자료</a:t>
            </a:r>
          </a:p>
          <a:p xmlns:a="http://schemas.openxmlformats.org/drawingml/2006/main">
            <a:pPr marL="177800" indent="-88900">
              <a:spcAft>
                <a:spcPts val="1000"/>
              </a:spcAft>
              <a:buChar char="•"/>
              <a:defRPr sz="1275" b="0">
                <a:solidFill>
                  <a:srgbClr val="132238"/>
                </a:solidFill>
                <a:latin typeface="Noto Sans CJK KR"/>
                <a:ea typeface="Noto Sans CJK KR"/>
                <a:cs typeface="Noto Sans CJK KR"/>
              </a:defRPr>
            </a:pPr>
            <a:r>
              <a:rPr sz="1275" b="0">
                <a:solidFill>
                  <a:srgbClr val="132238"/>
                </a:solidFill>
                <a:latin typeface="Noto Sans CJK KR"/>
                <a:ea typeface="Noto Sans CJK KR"/>
                <a:cs typeface="Noto Sans CJK KR"/>
              </a:rPr>
              <a:t>223문서·3,275청크 색인</a:t>
            </a:r>
          </a:p>
          <a:p xmlns:a="http://schemas.openxmlformats.org/drawingml/2006/main">
            <a:pPr marL="177800" indent="-88900">
              <a:spcAft>
                <a:spcPts val="1000"/>
              </a:spcAft>
              <a:buChar char="•"/>
              <a:defRPr sz="1275" b="0">
                <a:solidFill>
                  <a:srgbClr val="132238"/>
                </a:solidFill>
                <a:latin typeface="Noto Sans CJK KR"/>
                <a:ea typeface="Noto Sans CJK KR"/>
                <a:cs typeface="Noto Sans CJK KR"/>
              </a:defRPr>
            </a:pPr>
            <a:r>
              <a:rPr sz="1275" b="0">
                <a:solidFill>
                  <a:srgbClr val="132238"/>
                </a:solidFill>
                <a:latin typeface="Noto Sans CJK KR"/>
                <a:ea typeface="Noto Sans CJK KR"/>
                <a:cs typeface="Noto Sans CJK KR"/>
              </a:rPr>
              <a:t>평가 300문항·정본 답변 295건</a:t>
            </a:r>
          </a:p>
        </p:txBody>
      </p:sp>
      <p:sp>
        <p:nvSpPr>
          <p:cNvPr id="10" name="">
            <a:extLst xmlns:a="http://schemas.openxmlformats.org/drawingml/2006/main">
              <a:ext uri="{FF2B5EF4-FFF2-40B4-BE49-F238E27FC236}">
                <a16:creationId xmlns:a16="http://schemas.microsoft.com/office/drawing/2014/main" id="{E43E8C29-7F09-42EC-9983-8433CE460CDD}"/>
              </a:ext>
            </a:extLst>
          </p:cNvPr>
          <p:cNvSpPr>
            <a:spLocks xmlns:a="http://schemas.openxmlformats.org/drawingml/2006/main" noGrp="1"/>
          </p:cNvSpPr>
          <p:nvPr/>
        </p:nvSpPr>
        <p:spPr>
          <a:xfrm xmlns:a="http://schemas.openxmlformats.org/drawingml/2006/main">
            <a:off x="4229100" y="1581150"/>
            <a:ext cx="3448050" cy="3676650"/>
          </a:xfrm>
          <a:prstGeom xmlns:a="http://schemas.openxmlformats.org/drawingml/2006/main" prst="roundRect">
            <a:avLst>
              <a:gd name="adj" fmla="val 2210"/>
            </a:avLst>
          </a:prstGeom>
          <a:solidFill xmlns:a="http://schemas.openxmlformats.org/drawingml/2006/main">
            <a:srgbClr val="FFFFFF"/>
          </a:solidFill>
          <a:ln xmlns:a="http://schemas.openxmlformats.org/drawingml/2006/main" w="9525">
            <a:solidFill>
              <a:srgbClr val="CFD9E6"/>
            </a:solidFill>
          </a:ln>
        </p:spPr>
      </p:sp>
      <p:sp>
        <p:nvSpPr>
          <p:cNvPr id="11" name="">
            <a:extLst xmlns:a="http://schemas.openxmlformats.org/drawingml/2006/main">
              <a:ext uri="{FF2B5EF4-FFF2-40B4-BE49-F238E27FC236}">
                <a16:creationId xmlns:a16="http://schemas.microsoft.com/office/drawing/2014/main" id="{B188231D-BD17-46F3-8626-BF3B606DA84B}"/>
              </a:ext>
            </a:extLst>
          </p:cNvPr>
          <p:cNvSpPr>
            <a:spLocks xmlns:a="http://schemas.openxmlformats.org/drawingml/2006/main" noGrp="1"/>
          </p:cNvSpPr>
          <p:nvPr/>
        </p:nvSpPr>
        <p:spPr>
          <a:xfrm xmlns:a="http://schemas.openxmlformats.org/drawingml/2006/main">
            <a:off x="4229100" y="1581150"/>
            <a:ext cx="3448050" cy="85725"/>
          </a:xfrm>
          <a:prstGeom xmlns:a="http://schemas.openxmlformats.org/drawingml/2006/main" prst="rect">
            <a:avLst/>
          </a:prstGeom>
          <a:solidFill xmlns:a="http://schemas.openxmlformats.org/drawingml/2006/main">
            <a:srgbClr val="2F6BFF"/>
          </a:solidFill>
          <a:ln xmlns:a="http://schemas.openxmlformats.org/drawingml/2006/main" w="9525">
            <a:solidFill>
              <a:srgbClr val="2F6BFF"/>
            </a:solidFill>
          </a:ln>
        </p:spPr>
      </p:sp>
      <p:sp>
        <p:nvSpPr>
          <p:cNvPr id="12" name="">
            <a:extLst xmlns:a="http://schemas.openxmlformats.org/drawingml/2006/main">
              <a:ext uri="{FF2B5EF4-FFF2-40B4-BE49-F238E27FC236}">
                <a16:creationId xmlns:a16="http://schemas.microsoft.com/office/drawing/2014/main" id="{6F1F22D2-5D6F-4B7F-A585-0DB4CAC39FA6}"/>
              </a:ext>
            </a:extLst>
          </p:cNvPr>
          <p:cNvSpPr>
            <a:spLocks xmlns:a="http://schemas.openxmlformats.org/drawingml/2006/main" noGrp="1"/>
          </p:cNvSpPr>
          <p:nvPr/>
        </p:nvSpPr>
        <p:spPr>
          <a:xfrm xmlns:a="http://schemas.openxmlformats.org/drawingml/2006/main">
            <a:off x="4438650" y="1790700"/>
            <a:ext cx="3028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2F6BFF"/>
                </a:solidFill>
                <a:latin typeface="Noto Sans CJK KR"/>
                <a:ea typeface="Noto Sans CJK KR"/>
                <a:cs typeface="Noto Sans CJK KR"/>
              </a:defRPr>
            </a:pPr>
            <a:r>
              <a:rPr sz="1725" b="1">
                <a:solidFill>
                  <a:srgbClr val="2F6BFF"/>
                </a:solidFill>
                <a:latin typeface="Noto Sans CJK KR"/>
                <a:ea typeface="Noto Sans CJK KR"/>
                <a:cs typeface="Noto Sans CJK KR"/>
              </a:rPr>
              <a:t>검증한 구조</a:t>
            </a:r>
          </a:p>
        </p:txBody>
      </p:sp>
      <p:sp>
        <p:nvSpPr>
          <p:cNvPr id="13" name="">
            <a:extLst xmlns:a="http://schemas.openxmlformats.org/drawingml/2006/main">
              <a:ext uri="{FF2B5EF4-FFF2-40B4-BE49-F238E27FC236}">
                <a16:creationId xmlns:a16="http://schemas.microsoft.com/office/drawing/2014/main" id="{8C1F1376-CB36-48A3-9CE3-1A1B5457A80A}"/>
              </a:ext>
            </a:extLst>
          </p:cNvPr>
          <p:cNvSpPr>
            <a:spLocks xmlns:a="http://schemas.openxmlformats.org/drawingml/2006/main" noGrp="1"/>
          </p:cNvSpPr>
          <p:nvPr/>
        </p:nvSpPr>
        <p:spPr>
          <a:xfrm xmlns:a="http://schemas.openxmlformats.org/drawingml/2006/main">
            <a:off x="4438650" y="2400300"/>
            <a:ext cx="300990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177800" indent="-88900">
              <a:spcAft>
                <a:spcPts val="1000"/>
              </a:spcAft>
              <a:buChar char="•"/>
              <a:defRPr sz="1275" b="0">
                <a:solidFill>
                  <a:srgbClr val="132238"/>
                </a:solidFill>
                <a:latin typeface="Noto Sans CJK KR"/>
                <a:ea typeface="Noto Sans CJK KR"/>
                <a:cs typeface="Noto Sans CJK KR"/>
              </a:defRPr>
            </a:pPr>
            <a:r>
              <a:rPr sz="1275" b="0">
                <a:solidFill>
                  <a:srgbClr val="132238"/>
                </a:solidFill>
                <a:latin typeface="Noto Sans CJK KR"/>
                <a:ea typeface="Noto Sans CJK KR"/>
                <a:cs typeface="Noto Sans CJK KR"/>
              </a:rPr>
              <a:t>tenant·회사·역할 기반 ACL</a:t>
            </a:r>
          </a:p>
          <a:p xmlns:a="http://schemas.openxmlformats.org/drawingml/2006/main">
            <a:pPr marL="177800" indent="-88900">
              <a:spcAft>
                <a:spcPts val="1000"/>
              </a:spcAft>
              <a:buChar char="•"/>
              <a:defRPr sz="1275" b="0">
                <a:solidFill>
                  <a:srgbClr val="132238"/>
                </a:solidFill>
                <a:latin typeface="Noto Sans CJK KR"/>
                <a:ea typeface="Noto Sans CJK KR"/>
                <a:cs typeface="Noto Sans CJK KR"/>
              </a:defRPr>
            </a:pPr>
            <a:r>
              <a:rPr sz="1275" b="0">
                <a:solidFill>
                  <a:srgbClr val="132238"/>
                </a:solidFill>
                <a:latin typeface="Noto Sans CJK KR"/>
                <a:ea typeface="Noto Sans CJK KR"/>
                <a:cs typeface="Noto Sans CJK KR"/>
              </a:rPr>
              <a:t>BM25 + E5 + RRF 검색</a:t>
            </a:r>
          </a:p>
          <a:p xmlns:a="http://schemas.openxmlformats.org/drawingml/2006/main">
            <a:pPr marL="177800" indent="-88900">
              <a:spcAft>
                <a:spcPts val="1000"/>
              </a:spcAft>
              <a:buChar char="•"/>
              <a:defRPr sz="1275" b="0">
                <a:solidFill>
                  <a:srgbClr val="132238"/>
                </a:solidFill>
                <a:latin typeface="Noto Sans CJK KR"/>
                <a:ea typeface="Noto Sans CJK KR"/>
                <a:cs typeface="Noto Sans CJK KR"/>
              </a:defRPr>
            </a:pPr>
            <a:r>
              <a:rPr sz="1275" b="0">
                <a:solidFill>
                  <a:srgbClr val="132238"/>
                </a:solidFill>
                <a:latin typeface="Noto Sans CJK KR"/>
                <a:ea typeface="Noto Sans CJK KR"/>
                <a:cs typeface="Noto Sans CJK KR"/>
              </a:rPr>
              <a:t>Qwen3-4B 로컬 GPU 생성</a:t>
            </a:r>
          </a:p>
          <a:p xmlns:a="http://schemas.openxmlformats.org/drawingml/2006/main">
            <a:pPr marL="177800" indent="-88900">
              <a:spcAft>
                <a:spcPts val="1000"/>
              </a:spcAft>
              <a:buChar char="•"/>
              <a:defRPr sz="1275" b="0">
                <a:solidFill>
                  <a:srgbClr val="132238"/>
                </a:solidFill>
                <a:latin typeface="Noto Sans CJK KR"/>
                <a:ea typeface="Noto Sans CJK KR"/>
                <a:cs typeface="Noto Sans CJK KR"/>
              </a:defRPr>
            </a:pPr>
            <a:r>
              <a:rPr sz="1275" b="0">
                <a:solidFill>
                  <a:srgbClr val="132238"/>
                </a:solidFill>
                <a:latin typeface="Noto Sans CJK KR"/>
                <a:ea typeface="Noto Sans CJK KR"/>
                <a:cs typeface="Noto Sans CJK KR"/>
              </a:rPr>
              <a:t>정본·prompt·근거 hash 고정</a:t>
            </a:r>
          </a:p>
          <a:p xmlns:a="http://schemas.openxmlformats.org/drawingml/2006/main">
            <a:pPr marL="177800" indent="-88900">
              <a:spcAft>
                <a:spcPts val="1000"/>
              </a:spcAft>
              <a:buChar char="•"/>
              <a:defRPr sz="1275" b="0">
                <a:solidFill>
                  <a:srgbClr val="132238"/>
                </a:solidFill>
                <a:latin typeface="Noto Sans CJK KR"/>
                <a:ea typeface="Noto Sans CJK KR"/>
                <a:cs typeface="Noto Sans CJK KR"/>
              </a:defRPr>
            </a:pPr>
            <a:r>
              <a:rPr sz="1275" b="0">
                <a:solidFill>
                  <a:srgbClr val="132238"/>
                </a:solidFill>
                <a:latin typeface="Noto Sans CJK KR"/>
                <a:ea typeface="Noto Sans CJK KR"/>
                <a:cs typeface="Noto Sans CJK KR"/>
              </a:rPr>
              <a:t>25문항 사람 검수 접수·조정</a:t>
            </a:r>
          </a:p>
        </p:txBody>
      </p:sp>
      <p:sp>
        <p:nvSpPr>
          <p:cNvPr id="14" name="">
            <a:extLst xmlns:a="http://schemas.openxmlformats.org/drawingml/2006/main">
              <a:ext uri="{FF2B5EF4-FFF2-40B4-BE49-F238E27FC236}">
                <a16:creationId xmlns:a16="http://schemas.microsoft.com/office/drawing/2014/main" id="{05BDCA49-B24A-4ADE-9110-0DE9FFA3F075}"/>
              </a:ext>
            </a:extLst>
          </p:cNvPr>
          <p:cNvSpPr>
            <a:spLocks xmlns:a="http://schemas.openxmlformats.org/drawingml/2006/main" noGrp="1"/>
          </p:cNvSpPr>
          <p:nvPr/>
        </p:nvSpPr>
        <p:spPr>
          <a:xfrm xmlns:a="http://schemas.openxmlformats.org/drawingml/2006/main">
            <a:off x="7943850" y="1581150"/>
            <a:ext cx="3448050" cy="3676650"/>
          </a:xfrm>
          <a:prstGeom xmlns:a="http://schemas.openxmlformats.org/drawingml/2006/main" prst="roundRect">
            <a:avLst>
              <a:gd name="adj" fmla="val 2210"/>
            </a:avLst>
          </a:prstGeom>
          <a:solidFill xmlns:a="http://schemas.openxmlformats.org/drawingml/2006/main">
            <a:srgbClr val="FFFFFF"/>
          </a:solidFill>
          <a:ln xmlns:a="http://schemas.openxmlformats.org/drawingml/2006/main" w="9525">
            <a:solidFill>
              <a:srgbClr val="CFD9E6"/>
            </a:solidFill>
          </a:ln>
        </p:spPr>
      </p:sp>
      <p:sp>
        <p:nvSpPr>
          <p:cNvPr id="15" name="">
            <a:extLst xmlns:a="http://schemas.openxmlformats.org/drawingml/2006/main">
              <a:ext uri="{FF2B5EF4-FFF2-40B4-BE49-F238E27FC236}">
                <a16:creationId xmlns:a16="http://schemas.microsoft.com/office/drawing/2014/main" id="{55FF5465-3505-476E-94DF-FD4B3113617E}"/>
              </a:ext>
            </a:extLst>
          </p:cNvPr>
          <p:cNvSpPr>
            <a:spLocks xmlns:a="http://schemas.openxmlformats.org/drawingml/2006/main" noGrp="1"/>
          </p:cNvSpPr>
          <p:nvPr/>
        </p:nvSpPr>
        <p:spPr>
          <a:xfrm xmlns:a="http://schemas.openxmlformats.org/drawingml/2006/main">
            <a:off x="7943850" y="1581150"/>
            <a:ext cx="3448050" cy="85725"/>
          </a:xfrm>
          <a:prstGeom xmlns:a="http://schemas.openxmlformats.org/drawingml/2006/main" prst="rect">
            <a:avLst/>
          </a:prstGeom>
          <a:solidFill xmlns:a="http://schemas.openxmlformats.org/drawingml/2006/main">
            <a:srgbClr val="F29B38"/>
          </a:solidFill>
          <a:ln xmlns:a="http://schemas.openxmlformats.org/drawingml/2006/main" w="9525">
            <a:solidFill>
              <a:srgbClr val="F29B38"/>
            </a:solidFill>
          </a:ln>
        </p:spPr>
      </p:sp>
      <p:sp>
        <p:nvSpPr>
          <p:cNvPr id="16" name="">
            <a:extLst xmlns:a="http://schemas.openxmlformats.org/drawingml/2006/main">
              <a:ext uri="{FF2B5EF4-FFF2-40B4-BE49-F238E27FC236}">
                <a16:creationId xmlns:a16="http://schemas.microsoft.com/office/drawing/2014/main" id="{561C7342-01BE-4E7A-A315-4EBC9BE8A5B9}"/>
              </a:ext>
            </a:extLst>
          </p:cNvPr>
          <p:cNvSpPr>
            <a:spLocks xmlns:a="http://schemas.openxmlformats.org/drawingml/2006/main" noGrp="1"/>
          </p:cNvSpPr>
          <p:nvPr/>
        </p:nvSpPr>
        <p:spPr>
          <a:xfrm xmlns:a="http://schemas.openxmlformats.org/drawingml/2006/main">
            <a:off x="8153400" y="1790700"/>
            <a:ext cx="3028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F29B38"/>
                </a:solidFill>
                <a:latin typeface="Noto Sans CJK KR"/>
                <a:ea typeface="Noto Sans CJK KR"/>
                <a:cs typeface="Noto Sans CJK KR"/>
              </a:defRPr>
            </a:pPr>
            <a:r>
              <a:rPr sz="1725" b="1">
                <a:solidFill>
                  <a:srgbClr val="F29B38"/>
                </a:solidFill>
                <a:latin typeface="Noto Sans CJK KR"/>
                <a:ea typeface="Noto Sans CJK KR"/>
                <a:cs typeface="Noto Sans CJK KR"/>
              </a:rPr>
              <a:t>남은 과제</a:t>
            </a:r>
          </a:p>
        </p:txBody>
      </p:sp>
      <p:sp>
        <p:nvSpPr>
          <p:cNvPr id="17" name="">
            <a:extLst xmlns:a="http://schemas.openxmlformats.org/drawingml/2006/main">
              <a:ext uri="{FF2B5EF4-FFF2-40B4-BE49-F238E27FC236}">
                <a16:creationId xmlns:a16="http://schemas.microsoft.com/office/drawing/2014/main" id="{8460B02B-E45F-4B4B-A6FF-A6F8A2D278C0}"/>
              </a:ext>
            </a:extLst>
          </p:cNvPr>
          <p:cNvSpPr>
            <a:spLocks xmlns:a="http://schemas.openxmlformats.org/drawingml/2006/main" noGrp="1"/>
          </p:cNvSpPr>
          <p:nvPr/>
        </p:nvSpPr>
        <p:spPr>
          <a:xfrm xmlns:a="http://schemas.openxmlformats.org/drawingml/2006/main">
            <a:off x="8153400" y="2400300"/>
            <a:ext cx="300990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177800" indent="-88900">
              <a:spcAft>
                <a:spcPts val="1000"/>
              </a:spcAft>
              <a:buChar char="•"/>
              <a:defRPr sz="1275" b="0">
                <a:solidFill>
                  <a:srgbClr val="132238"/>
                </a:solidFill>
                <a:latin typeface="Noto Sans CJK KR"/>
                <a:ea typeface="Noto Sans CJK KR"/>
                <a:cs typeface="Noto Sans CJK KR"/>
              </a:defRPr>
            </a:pPr>
            <a:r>
              <a:rPr sz="1275" b="0">
                <a:solidFill>
                  <a:srgbClr val="132238"/>
                </a:solidFill>
                <a:latin typeface="Noto Sans CJK KR"/>
                <a:ea typeface="Noto Sans CJK KR"/>
                <a:cs typeface="Noto Sans CJK KR"/>
              </a:rPr>
              <a:t>25문항 최종 사람 승인</a:t>
            </a:r>
          </a:p>
          <a:p xmlns:a="http://schemas.openxmlformats.org/drawingml/2006/main">
            <a:pPr marL="177800" indent="-88900">
              <a:spcAft>
                <a:spcPts val="1000"/>
              </a:spcAft>
              <a:buChar char="•"/>
              <a:defRPr sz="1275" b="0">
                <a:solidFill>
                  <a:srgbClr val="132238"/>
                </a:solidFill>
                <a:latin typeface="Noto Sans CJK KR"/>
                <a:ea typeface="Noto Sans CJK KR"/>
                <a:cs typeface="Noto Sans CJK KR"/>
              </a:defRPr>
            </a:pPr>
            <a:r>
              <a:rPr sz="1275" b="0">
                <a:solidFill>
                  <a:srgbClr val="132238"/>
                </a:solidFill>
                <a:latin typeface="Noto Sans CJK KR"/>
                <a:ea typeface="Noto Sans CJK KR"/>
                <a:cs typeface="Noto Sans CJK KR"/>
              </a:rPr>
              <a:t>295답변 전체 탐지 비교</a:t>
            </a:r>
          </a:p>
          <a:p xmlns:a="http://schemas.openxmlformats.org/drawingml/2006/main">
            <a:pPr marL="177800" indent="-88900">
              <a:spcAft>
                <a:spcPts val="1000"/>
              </a:spcAft>
              <a:buChar char="•"/>
              <a:defRPr sz="1275" b="0">
                <a:solidFill>
                  <a:srgbClr val="132238"/>
                </a:solidFill>
                <a:latin typeface="Noto Sans CJK KR"/>
                <a:ea typeface="Noto Sans CJK KR"/>
                <a:cs typeface="Noto Sans CJK KR"/>
              </a:defRPr>
            </a:pPr>
            <a:r>
              <a:rPr sz="1275" b="0">
                <a:solidFill>
                  <a:srgbClr val="132238"/>
                </a:solidFill>
                <a:latin typeface="Noto Sans CJK KR"/>
                <a:ea typeface="Noto Sans CJK KR"/>
                <a:cs typeface="Noto Sans CJK KR"/>
              </a:rPr>
              <a:t>운영 인증·인가·감사로그</a:t>
            </a:r>
          </a:p>
          <a:p xmlns:a="http://schemas.openxmlformats.org/drawingml/2006/main">
            <a:pPr marL="177800" indent="-88900">
              <a:spcAft>
                <a:spcPts val="1000"/>
              </a:spcAft>
              <a:buChar char="•"/>
              <a:defRPr sz="1275" b="0">
                <a:solidFill>
                  <a:srgbClr val="132238"/>
                </a:solidFill>
                <a:latin typeface="Noto Sans CJK KR"/>
                <a:ea typeface="Noto Sans CJK KR"/>
                <a:cs typeface="Noto Sans CJK KR"/>
              </a:defRPr>
            </a:pPr>
            <a:r>
              <a:rPr sz="1275" b="0">
                <a:solidFill>
                  <a:srgbClr val="132238"/>
                </a:solidFill>
                <a:latin typeface="Noto Sans CJK KR"/>
                <a:ea typeface="Noto Sans CJK KR"/>
                <a:cs typeface="Noto Sans CJK KR"/>
              </a:rPr>
              <a:t>L2/L3 자유질문 Live 연결</a:t>
            </a:r>
          </a:p>
          <a:p xmlns:a="http://schemas.openxmlformats.org/drawingml/2006/main">
            <a:pPr marL="177800" indent="-88900">
              <a:spcAft>
                <a:spcPts val="1000"/>
              </a:spcAft>
              <a:buChar char="•"/>
              <a:defRPr sz="1275" b="0">
                <a:solidFill>
                  <a:srgbClr val="132238"/>
                </a:solidFill>
                <a:latin typeface="Noto Sans CJK KR"/>
                <a:ea typeface="Noto Sans CJK KR"/>
                <a:cs typeface="Noto Sans CJK KR"/>
              </a:defRPr>
            </a:pPr>
            <a:r>
              <a:rPr sz="1275" b="0">
                <a:solidFill>
                  <a:srgbClr val="132238"/>
                </a:solidFill>
                <a:latin typeface="Noto Sans CJK KR"/>
                <a:ea typeface="Noto Sans CJK KR"/>
                <a:cs typeface="Noto Sans CJK KR"/>
              </a:rPr>
              <a:t>독립 평가 분할과 운영 지표</a:t>
            </a:r>
          </a:p>
        </p:txBody>
      </p:sp>
      <p:sp>
        <p:nvSpPr>
          <p:cNvPr id="18" name="">
            <a:extLst xmlns:a="http://schemas.openxmlformats.org/drawingml/2006/main">
              <a:ext uri="{FF2B5EF4-FFF2-40B4-BE49-F238E27FC236}">
                <a16:creationId xmlns:a16="http://schemas.microsoft.com/office/drawing/2014/main" id="{8867FB26-A1A3-411D-A2C6-73927CBCA7C8}"/>
              </a:ext>
            </a:extLst>
          </p:cNvPr>
          <p:cNvSpPr>
            <a:spLocks xmlns:a="http://schemas.openxmlformats.org/drawingml/2006/main" noGrp="1"/>
          </p:cNvSpPr>
          <p:nvPr/>
        </p:nvSpPr>
        <p:spPr>
          <a:xfrm xmlns:a="http://schemas.openxmlformats.org/drawingml/2006/main">
            <a:off x="514350" y="5753100"/>
            <a:ext cx="11163300" cy="447675"/>
          </a:xfrm>
          <a:prstGeom xmlns:a="http://schemas.openxmlformats.org/drawingml/2006/main" prst="roundRect">
            <a:avLst>
              <a:gd name="adj" fmla="val 17021"/>
            </a:avLst>
          </a:prstGeom>
          <a:solidFill xmlns:a="http://schemas.openxmlformats.org/drawingml/2006/main">
            <a:srgbClr val="183B5B"/>
          </a:solidFill>
          <a:ln xmlns:a="http://schemas.openxmlformats.org/drawingml/2006/main" w="9525">
            <a:solidFill>
              <a:srgbClr val="183B5B"/>
            </a:solidFill>
          </a:ln>
        </p:spPr>
      </p:sp>
      <p:sp>
        <p:nvSpPr>
          <p:cNvPr id="19" name="">
            <a:extLst xmlns:a="http://schemas.openxmlformats.org/drawingml/2006/main">
              <a:ext uri="{FF2B5EF4-FFF2-40B4-BE49-F238E27FC236}">
                <a16:creationId xmlns:a16="http://schemas.microsoft.com/office/drawing/2014/main" id="{DCFA7D72-642C-43DC-8D63-673982019B63}"/>
              </a:ext>
            </a:extLst>
          </p:cNvPr>
          <p:cNvSpPr>
            <a:spLocks xmlns:a="http://schemas.openxmlformats.org/drawingml/2006/main" noGrp="1"/>
          </p:cNvSpPr>
          <p:nvPr/>
        </p:nvSpPr>
        <p:spPr>
          <a:xfrm xmlns:a="http://schemas.openxmlformats.org/drawingml/2006/main">
            <a:off x="685800" y="58674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FFFFFF"/>
                </a:solidFill>
                <a:latin typeface="Noto Sans CJK KR"/>
                <a:ea typeface="Noto Sans CJK KR"/>
                <a:cs typeface="Noto Sans CJK KR"/>
              </a:defRPr>
            </a:pPr>
            <a:r>
              <a:rPr sz="1350" b="1">
                <a:solidFill>
                  <a:srgbClr val="FFFFFF"/>
                </a:solidFill>
                <a:latin typeface="Noto Sans CJK KR"/>
                <a:ea typeface="Noto Sans CJK KR"/>
                <a:cs typeface="Noto Sans CJK KR"/>
              </a:rPr>
              <a:t>AI가 입찰을 대신 확정하는 시스템보다, 사람이 근거와 오류 가능성을 더 빨리 확인하는 시스템</a:t>
            </a:r>
          </a:p>
        </p:txBody>
      </p:sp>
      <p:sp>
        <p:nvSpPr>
          <p:cNvPr id="20" name="">
            <a:extLst xmlns:a="http://schemas.openxmlformats.org/drawingml/2006/main">
              <a:ext uri="{FF2B5EF4-FFF2-40B4-BE49-F238E27FC236}">
                <a16:creationId xmlns:a16="http://schemas.microsoft.com/office/drawing/2014/main" id="{0E87E5FC-6D6B-48F2-BA34-54BD9C449C49}"/>
              </a:ext>
            </a:extLst>
          </p:cNvPr>
          <p:cNvSpPr>
            <a:spLocks xmlns:a="http://schemas.openxmlformats.org/drawingml/2006/main" noGrp="1"/>
          </p:cNvSpPr>
          <p:nvPr/>
        </p:nvSpPr>
        <p:spPr>
          <a:xfrm xmlns:a="http://schemas.openxmlformats.org/drawingml/2006/main">
            <a:off x="514350" y="6353175"/>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21" name="">
            <a:extLst xmlns:a="http://schemas.openxmlformats.org/drawingml/2006/main">
              <a:ext uri="{FF2B5EF4-FFF2-40B4-BE49-F238E27FC236}">
                <a16:creationId xmlns:a16="http://schemas.microsoft.com/office/drawing/2014/main" id="{67993225-064F-451F-891F-593FF0EE448A}"/>
              </a:ext>
            </a:extLst>
          </p:cNvPr>
          <p:cNvSpPr>
            <a:spLocks xmlns:a="http://schemas.openxmlformats.org/drawingml/2006/main" noGrp="1"/>
          </p:cNvSpPr>
          <p:nvPr/>
        </p:nvSpPr>
        <p:spPr>
          <a:xfrm xmlns:a="http://schemas.openxmlformats.org/drawingml/2006/main">
            <a:off x="533400" y="6457950"/>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0">
                <a:solidFill>
                  <a:srgbClr val="52657A"/>
                </a:solidFill>
                <a:latin typeface="Noto Sans CJK KR"/>
                <a:ea typeface="Noto Sans CJK KR"/>
                <a:cs typeface="Noto Sans CJK KR"/>
              </a:defRPr>
            </a:pPr>
            <a:r>
              <a:rPr sz="825" b="0">
                <a:solidFill>
                  <a:srgbClr val="52657A"/>
                </a:solidFill>
                <a:latin typeface="Noto Sans CJK KR"/>
                <a:ea typeface="Noto Sans CJK KR"/>
                <a:cs typeface="Noto Sans CJK KR"/>
              </a:rPr>
              <a:t>발표 후 성능 수치가 확정되면 모델 비교·통합 평가 슬라이드만 갱신 가능</a:t>
            </a:r>
          </a:p>
        </p:txBody>
      </p:sp>
      <p:sp>
        <p:nvSpPr>
          <p:cNvPr id="22" name="">
            <a:extLst xmlns:a="http://schemas.openxmlformats.org/drawingml/2006/main">
              <a:ext uri="{FF2B5EF4-FFF2-40B4-BE49-F238E27FC236}">
                <a16:creationId xmlns:a16="http://schemas.microsoft.com/office/drawing/2014/main" id="{1CD8C123-1F42-48E7-B9EB-237601B9B91B}"/>
              </a:ext>
            </a:extLst>
          </p:cNvPr>
          <p:cNvSpPr>
            <a:spLocks xmlns:a="http://schemas.openxmlformats.org/drawingml/2006/main" noGrp="1"/>
          </p:cNvSpPr>
          <p:nvPr/>
        </p:nvSpPr>
        <p:spPr>
          <a:xfrm xmlns:a="http://schemas.openxmlformats.org/drawingml/2006/main">
            <a:off x="10001250" y="6457950"/>
            <a:ext cx="1676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1">
                <a:solidFill>
                  <a:srgbClr val="183B5B"/>
                </a:solidFill>
                <a:latin typeface="Noto Sans CJK KR"/>
                <a:ea typeface="Noto Sans CJK KR"/>
                <a:cs typeface="Noto Sans CJK KR"/>
              </a:defRPr>
            </a:pPr>
            <a:r>
              <a:rPr sz="825" b="1">
                <a:solidFill>
                  <a:srgbClr val="183B5B"/>
                </a:solidFill>
                <a:latin typeface="Noto Sans CJK KR"/>
                <a:ea typeface="Noto Sans CJK KR"/>
                <a:cs typeface="Noto Sans CJK KR"/>
              </a:rPr>
              <a:t>ASTRA · ko-LettuceDetect</a:t>
            </a:r>
          </a:p>
        </p:txBody>
      </p:sp>
    </p:spTree>
    <p:extLst>
      <p:ext uri="{BB962C8B-B14F-4D97-AF65-F5344CB8AC3E}">
        <p14:creationId xmlns:p14="http://schemas.microsoft.com/office/powerpoint/2010/main" val="1496167591"/>
      </p:ext>
    </p:extLst>
  </p:cSld>
</p:sld>
</file>

<file path=ppt/slides/slide3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E149D0B-DA6B-4E1C-AFB5-E4BEC364ED19}"/>
              </a:ext>
            </a:extLst>
          </p:cNvPr>
          <p:cNvSpPr>
            <a:spLocks xmlns:a="http://schemas.openxmlformats.org/drawingml/2006/main" noGrp="1"/>
          </p:cNvSpPr>
          <p:nvPr/>
        </p:nvSpPr>
        <p:spPr>
          <a:xfrm xmlns:a="http://schemas.openxmlformats.org/drawingml/2006/main">
            <a:off x="5143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F29B38"/>
                </a:solidFill>
                <a:latin typeface="Noto Sans CJK KR"/>
                <a:ea typeface="Noto Sans CJK KR"/>
                <a:cs typeface="Noto Sans CJK KR"/>
              </a:defRPr>
            </a:pPr>
            <a:r>
              <a:rPr sz="975" b="1">
                <a:solidFill>
                  <a:srgbClr val="F29B38"/>
                </a:solidFill>
                <a:latin typeface="Noto Sans CJK KR"/>
                <a:ea typeface="Noto Sans CJK KR"/>
                <a:cs typeface="Noto Sans CJK KR"/>
              </a:rPr>
              <a:t>APPENDIX</a:t>
            </a:r>
          </a:p>
        </p:txBody>
      </p:sp>
      <p:sp>
        <p:nvSpPr>
          <p:cNvPr id="2" name="">
            <a:extLst xmlns:a="http://schemas.openxmlformats.org/drawingml/2006/main">
              <a:ext uri="{FF2B5EF4-FFF2-40B4-BE49-F238E27FC236}">
                <a16:creationId xmlns:a16="http://schemas.microsoft.com/office/drawing/2014/main" id="{FE92BCEA-4E2C-4480-ADB7-B0D79FBECC47}"/>
              </a:ext>
            </a:extLst>
          </p:cNvPr>
          <p:cNvSpPr>
            <a:spLocks xmlns:a="http://schemas.openxmlformats.org/drawingml/2006/main" noGrp="1"/>
          </p:cNvSpPr>
          <p:nvPr/>
        </p:nvSpPr>
        <p:spPr>
          <a:xfrm xmlns:a="http://schemas.openxmlformats.org/drawingml/2006/main">
            <a:off x="514350" y="457200"/>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132238"/>
                </a:solidFill>
                <a:latin typeface="Noto Sans CJK KR"/>
                <a:ea typeface="Noto Sans CJK KR"/>
                <a:cs typeface="Noto Sans CJK KR"/>
              </a:defRPr>
            </a:pPr>
            <a:r>
              <a:rPr sz="2325" b="1">
                <a:solidFill>
                  <a:srgbClr val="132238"/>
                </a:solidFill>
                <a:latin typeface="Noto Sans CJK KR"/>
                <a:ea typeface="Noto Sans CJK KR"/>
                <a:cs typeface="Noto Sans CJK KR"/>
              </a:rPr>
              <a:t>APPENDIX A · 재현성과 오류 주입 검증</a:t>
            </a:r>
          </a:p>
        </p:txBody>
      </p:sp>
      <p:sp>
        <p:nvSpPr>
          <p:cNvPr id="3" name="">
            <a:extLst xmlns:a="http://schemas.openxmlformats.org/drawingml/2006/main">
              <a:ext uri="{FF2B5EF4-FFF2-40B4-BE49-F238E27FC236}">
                <a16:creationId xmlns:a16="http://schemas.microsoft.com/office/drawing/2014/main" id="{5AB21B92-8972-4616-8E2F-584651E47F5C}"/>
              </a:ext>
            </a:extLst>
          </p:cNvPr>
          <p:cNvSpPr>
            <a:spLocks xmlns:a="http://schemas.openxmlformats.org/drawingml/2006/main" noGrp="1"/>
          </p:cNvSpPr>
          <p:nvPr/>
        </p:nvSpPr>
        <p:spPr>
          <a:xfrm xmlns:a="http://schemas.openxmlformats.org/drawingml/2006/main">
            <a:off x="533400" y="923925"/>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2657A"/>
                </a:solidFill>
                <a:latin typeface="Noto Sans CJK KR"/>
                <a:ea typeface="Noto Sans CJK KR"/>
                <a:cs typeface="Noto Sans CJK KR"/>
              </a:defRPr>
            </a:pPr>
            <a:r>
              <a:rPr sz="1200" b="0">
                <a:solidFill>
                  <a:srgbClr val="52657A"/>
                </a:solidFill>
                <a:latin typeface="Noto Sans CJK KR"/>
                <a:ea typeface="Noto Sans CJK KR"/>
                <a:cs typeface="Noto Sans CJK KR"/>
              </a:rPr>
              <a:t>각 검사는 구조·계약을 확인하며 자유서술 전체의 정확성을 보장하지 않는다</a:t>
            </a:r>
          </a:p>
        </p:txBody>
      </p:sp>
      <p:sp>
        <p:nvSpPr>
          <p:cNvPr id="4" name="">
            <a:extLst xmlns:a="http://schemas.openxmlformats.org/drawingml/2006/main">
              <a:ext uri="{FF2B5EF4-FFF2-40B4-BE49-F238E27FC236}">
                <a16:creationId xmlns:a16="http://schemas.microsoft.com/office/drawing/2014/main" id="{2E54EE4E-45CB-44B3-A380-E61AB2A9FD72}"/>
              </a:ext>
            </a:extLst>
          </p:cNvPr>
          <p:cNvSpPr>
            <a:spLocks xmlns:a="http://schemas.openxmlformats.org/drawingml/2006/main" noGrp="1"/>
          </p:cNvSpPr>
          <p:nvPr/>
        </p:nvSpPr>
        <p:spPr>
          <a:xfrm xmlns:a="http://schemas.openxmlformats.org/drawingml/2006/main">
            <a:off x="514350" y="1257300"/>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5" name="">
            <a:extLst xmlns:a="http://schemas.openxmlformats.org/drawingml/2006/main">
              <a:ext uri="{FF2B5EF4-FFF2-40B4-BE49-F238E27FC236}">
                <a16:creationId xmlns:a16="http://schemas.microsoft.com/office/drawing/2014/main" id="{5B872608-DDA8-4212-B2BB-2A5B0CC480BD}"/>
              </a:ext>
            </a:extLst>
          </p:cNvPr>
          <p:cNvSpPr>
            <a:spLocks xmlns:a="http://schemas.openxmlformats.org/drawingml/2006/main" noGrp="1"/>
          </p:cNvSpPr>
          <p:nvPr/>
        </p:nvSpPr>
        <p:spPr>
          <a:xfrm xmlns:a="http://schemas.openxmlformats.org/drawingml/2006/main">
            <a:off x="11201400" y="209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52657A"/>
                </a:solidFill>
                <a:latin typeface="Noto Sans CJK KR"/>
                <a:ea typeface="Noto Sans CJK KR"/>
                <a:cs typeface="Noto Sans CJK KR"/>
              </a:defRPr>
            </a:pPr>
            <a:r>
              <a:rPr sz="975" b="1">
                <a:solidFill>
                  <a:srgbClr val="52657A"/>
                </a:solidFill>
                <a:latin typeface="Noto Sans CJK KR"/>
                <a:ea typeface="Noto Sans CJK KR"/>
                <a:cs typeface="Noto Sans CJK KR"/>
              </a:rPr>
              <a:t>31</a:t>
            </a:r>
          </a:p>
        </p:txBody>
      </p:sp>
      <p:graphicFrame>
        <p:nvGraphicFramePr>
          <p:cNvPr id="18" name=""/>
          <p:cNvGraphicFramePr/>
          <p:nvPr/>
        </p:nvGraphicFramePr>
        <p:xfrm>
          <a:off xmlns:a="http://schemas.openxmlformats.org/drawingml/2006/main" x="514350" y="1504950"/>
          <a:ext xmlns:a="http://schemas.openxmlformats.org/drawingml/2006/main" cx="11163300" cy="3286125"/>
        </p:xfrm>
        <a:graphic xmlns:a="http://schemas.openxmlformats.org/drawingml/2006/main">
          <a:graphicData uri="http://schemas.openxmlformats.org/drawingml/2006/table">
            <a:tbl>
              <a:tblPr/>
              <a:tblGrid>
                <a:gridCol w="2095500"/>
                <a:gridCol w="2190750"/>
                <a:gridCol w="5067300"/>
                <a:gridCol w="1809750"/>
              </a:tblGrid>
              <a:tr h="469446">
                <a:tc>
                  <a:txBody>
                    <a:bodyPr/>
                    <a:lstStyle/>
                    <a:p>
                      <a:r>
                        <a:rPr sz="975" b="1">
                          <a:solidFill>
                            <a:srgbClr val="FFFFFF"/>
                          </a:solidFill>
                          <a:latin typeface="Noto Sans CJK KR"/>
                          <a:ea typeface="Noto Sans CJK KR"/>
                          <a:cs typeface="Noto Sans CJK KR"/>
                        </a:rPr>
                        <a:t>구간</a:t>
                      </a:r>
                    </a:p>
                  </a:txBody>
                  <a:tcPr marL="76200" marR="76200" marT="57150" marB="57150" anchor="ctr">
                    <a:solidFill>
                      <a:srgbClr val="183B5B"/>
                    </a:solidFill>
                  </a:tcPr>
                </a:tc>
                <a:tc>
                  <a:txBody>
                    <a:bodyPr/>
                    <a:lstStyle/>
                    <a:p>
                      <a:r>
                        <a:rPr sz="975" b="1">
                          <a:solidFill>
                            <a:srgbClr val="FFFFFF"/>
                          </a:solidFill>
                          <a:latin typeface="Noto Sans CJK KR"/>
                          <a:ea typeface="Noto Sans CJK KR"/>
                          <a:cs typeface="Noto Sans CJK KR"/>
                        </a:rPr>
                        <a:t>검사 규모</a:t>
                      </a:r>
                    </a:p>
                  </a:txBody>
                  <a:tcPr marL="76200" marR="76200" marT="57150" marB="57150" anchor="ctr">
                    <a:solidFill>
                      <a:srgbClr val="183B5B"/>
                    </a:solidFill>
                  </a:tcPr>
                </a:tc>
                <a:tc>
                  <a:txBody>
                    <a:bodyPr/>
                    <a:lstStyle/>
                    <a:p>
                      <a:r>
                        <a:rPr sz="975" b="1">
                          <a:solidFill>
                            <a:srgbClr val="FFFFFF"/>
                          </a:solidFill>
                          <a:latin typeface="Noto Sans CJK KR"/>
                          <a:ea typeface="Noto Sans CJK KR"/>
                          <a:cs typeface="Noto Sans CJK KR"/>
                        </a:rPr>
                        <a:t>주요 검사</a:t>
                      </a:r>
                    </a:p>
                  </a:txBody>
                  <a:tcPr marL="76200" marR="76200" marT="57150" marB="57150" anchor="ctr">
                    <a:solidFill>
                      <a:srgbClr val="183B5B"/>
                    </a:solidFill>
                  </a:tcPr>
                </a:tc>
                <a:tc>
                  <a:txBody>
                    <a:bodyPr/>
                    <a:lstStyle/>
                    <a:p>
                      <a:r>
                        <a:rPr sz="975" b="1">
                          <a:solidFill>
                            <a:srgbClr val="FFFFFF"/>
                          </a:solidFill>
                          <a:latin typeface="Noto Sans CJK KR"/>
                          <a:ea typeface="Noto Sans CJK KR"/>
                          <a:cs typeface="Noto Sans CJK KR"/>
                        </a:rPr>
                        <a:t>결과</a:t>
                      </a:r>
                    </a:p>
                  </a:txBody>
                  <a:tcPr marL="76200" marR="76200" marT="57150" marB="57150" anchor="ctr">
                    <a:solidFill>
                      <a:srgbClr val="183B5B"/>
                    </a:solidFill>
                  </a:tcPr>
                </a:tc>
              </a:tr>
              <a:tr h="469446">
                <a:tc>
                  <a:txBody>
                    <a:bodyPr/>
                    <a:lstStyle/>
                    <a:p>
                      <a:r>
                        <a:rPr sz="975">
                          <a:solidFill>
                            <a:srgbClr val="132238"/>
                          </a:solidFill>
                          <a:latin typeface="Noto Sans CJK KR"/>
                          <a:ea typeface="Noto Sans CJK KR"/>
                          <a:cs typeface="Noto Sans CJK KR"/>
                        </a:rPr>
                        <a:t>가상기업 마스터</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32 unit tests</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스키마·날짜·인증·VAT·지분·참조</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통과</a:t>
                      </a:r>
                    </a:p>
                  </a:txBody>
                  <a:tcPr marL="76200" marR="76200" marT="57150" marB="57150" anchor="ctr">
                    <a:solidFill>
                      <a:srgbClr val="FFFFFF"/>
                    </a:solidFill>
                  </a:tcPr>
                </a:tc>
              </a:tr>
              <a:tr h="469446">
                <a:tc>
                  <a:txBody>
                    <a:bodyPr/>
                    <a:lstStyle/>
                    <a:p>
                      <a:r>
                        <a:rPr sz="975">
                          <a:solidFill>
                            <a:srgbClr val="132238"/>
                          </a:solidFill>
                          <a:latin typeface="Noto Sans CJK KR"/>
                          <a:ea typeface="Noto Sans CJK KR"/>
                          <a:cs typeface="Noto Sans CJK KR"/>
                        </a:rPr>
                        <a:t>C01 문서</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24 + 32 = 56 tests</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청크 offset·기대답 오염·L2/L3 혼입</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통과</a:t>
                      </a:r>
                    </a:p>
                  </a:txBody>
                  <a:tcPr marL="76200" marR="76200" marT="57150" marB="57150" anchor="ctr">
                    <a:solidFill>
                      <a:srgbClr val="FFFFFF"/>
                    </a:solidFill>
                  </a:tcPr>
                </a:tc>
              </a:tr>
              <a:tr h="469446">
                <a:tc>
                  <a:txBody>
                    <a:bodyPr/>
                    <a:lstStyle/>
                    <a:p>
                      <a:r>
                        <a:rPr sz="975">
                          <a:solidFill>
                            <a:srgbClr val="132238"/>
                          </a:solidFill>
                          <a:latin typeface="Noto Sans CJK KR"/>
                          <a:ea typeface="Noto Sans CJK KR"/>
                          <a:cs typeface="Noto Sans CJK KR"/>
                        </a:rPr>
                        <a:t>접근 규칙</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20 cases / C01 189 metadata checks</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타 tenant·역할·비활성 사용자</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통과</a:t>
                      </a:r>
                    </a:p>
                  </a:txBody>
                  <a:tcPr marL="76200" marR="76200" marT="57150" marB="57150" anchor="ctr">
                    <a:solidFill>
                      <a:srgbClr val="FFFFFF"/>
                    </a:solidFill>
                  </a:tcPr>
                </a:tc>
              </a:tr>
              <a:tr h="469446">
                <a:tc>
                  <a:txBody>
                    <a:bodyPr/>
                    <a:lstStyle/>
                    <a:p>
                      <a:r>
                        <a:rPr sz="975">
                          <a:solidFill>
                            <a:srgbClr val="132238"/>
                          </a:solidFill>
                          <a:latin typeface="Noto Sans CJK KR"/>
                          <a:ea typeface="Noto Sans CJK KR"/>
                          <a:cs typeface="Noto Sans CJK KR"/>
                        </a:rPr>
                        <a:t>RAG 워크스테이션</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158 기존 + 9 신규 offline regressions</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resume·hash·권한·retrieval 계약</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통과</a:t>
                      </a:r>
                    </a:p>
                  </a:txBody>
                  <a:tcPr marL="76200" marR="76200" marT="57150" marB="57150" anchor="ctr">
                    <a:solidFill>
                      <a:srgbClr val="FFFFFF"/>
                    </a:solidFill>
                  </a:tcPr>
                </a:tc>
              </a:tr>
              <a:tr h="469446">
                <a:tc>
                  <a:txBody>
                    <a:bodyPr/>
                    <a:lstStyle/>
                    <a:p>
                      <a:r>
                        <a:rPr sz="975">
                          <a:solidFill>
                            <a:srgbClr val="132238"/>
                          </a:solidFill>
                          <a:latin typeface="Noto Sans CJK KR"/>
                          <a:ea typeface="Noto Sans CJK KR"/>
                          <a:cs typeface="Noto Sans CJK KR"/>
                        </a:rPr>
                        <a:t>공개 데모</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Python 9 + JS 구조 검사</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타회사 ID·잘못된 offset·답변 교체·XSS</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통과</a:t>
                      </a:r>
                    </a:p>
                  </a:txBody>
                  <a:tcPr marL="76200" marR="76200" marT="57150" marB="57150" anchor="ctr">
                    <a:solidFill>
                      <a:srgbClr val="FFFFFF"/>
                    </a:solidFill>
                  </a:tcPr>
                </a:tc>
              </a:tr>
              <a:tr h="469446">
                <a:tc>
                  <a:txBody>
                    <a:bodyPr/>
                    <a:lstStyle/>
                    <a:p>
                      <a:r>
                        <a:rPr sz="975">
                          <a:solidFill>
                            <a:srgbClr val="132238"/>
                          </a:solidFill>
                          <a:latin typeface="Noto Sans CJK KR"/>
                          <a:ea typeface="Noto Sans CJK KR"/>
                          <a:cs typeface="Noto Sans CJK KR"/>
                        </a:rPr>
                        <a:t>로컬 통합</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17 + 9 + 7 + 8 프로토콜/회귀</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모델→detecting→done·취소·미설정</a:t>
                      </a:r>
                    </a:p>
                  </a:txBody>
                  <a:tcPr marL="76200" marR="76200" marT="57150" marB="57150" anchor="ctr">
                    <a:solidFill>
                      <a:srgbClr val="FFFFFF"/>
                    </a:solidFill>
                  </a:tcPr>
                </a:tc>
                <a:tc>
                  <a:txBody>
                    <a:bodyPr/>
                    <a:lstStyle/>
                    <a:p>
                      <a:r>
                        <a:rPr sz="975">
                          <a:solidFill>
                            <a:srgbClr val="132238"/>
                          </a:solidFill>
                          <a:latin typeface="Noto Sans CJK KR"/>
                          <a:ea typeface="Noto Sans CJK KR"/>
                          <a:cs typeface="Noto Sans CJK KR"/>
                        </a:rPr>
                        <a:t>통과</a:t>
                      </a:r>
                    </a:p>
                  </a:txBody>
                  <a:tcPr marL="76200" marR="76200" marT="57150" marB="5715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87A2E9B9-1104-485C-87DD-09628EA62DAF}"/>
              </a:ext>
            </a:extLst>
          </p:cNvPr>
          <p:cNvSpPr>
            <a:spLocks xmlns:a="http://schemas.openxmlformats.org/drawingml/2006/main" noGrp="1"/>
          </p:cNvSpPr>
          <p:nvPr/>
        </p:nvSpPr>
        <p:spPr>
          <a:xfrm xmlns:a="http://schemas.openxmlformats.org/drawingml/2006/main">
            <a:off x="514350" y="5048250"/>
            <a:ext cx="11163300" cy="685800"/>
          </a:xfrm>
          <a:prstGeom xmlns:a="http://schemas.openxmlformats.org/drawingml/2006/main" prst="roundRect">
            <a:avLst>
              <a:gd name="adj" fmla="val 11111"/>
            </a:avLst>
          </a:prstGeom>
          <a:solidFill xmlns:a="http://schemas.openxmlformats.org/drawingml/2006/main">
            <a:srgbClr val="FFF2DE"/>
          </a:solidFill>
          <a:ln xmlns:a="http://schemas.openxmlformats.org/drawingml/2006/main" w="9525">
            <a:solidFill>
              <a:srgbClr val="F0C887"/>
            </a:solidFill>
          </a:ln>
        </p:spPr>
      </p:sp>
      <p:sp>
        <p:nvSpPr>
          <p:cNvPr id="8" name="">
            <a:extLst xmlns:a="http://schemas.openxmlformats.org/drawingml/2006/main">
              <a:ext uri="{FF2B5EF4-FFF2-40B4-BE49-F238E27FC236}">
                <a16:creationId xmlns:a16="http://schemas.microsoft.com/office/drawing/2014/main" id="{C626EEED-268B-4ED0-AA45-98DEC001D70E}"/>
              </a:ext>
            </a:extLst>
          </p:cNvPr>
          <p:cNvSpPr>
            <a:spLocks xmlns:a="http://schemas.openxmlformats.org/drawingml/2006/main" noGrp="1"/>
          </p:cNvSpPr>
          <p:nvPr/>
        </p:nvSpPr>
        <p:spPr>
          <a:xfrm xmlns:a="http://schemas.openxmlformats.org/drawingml/2006/main">
            <a:off x="685800" y="5191125"/>
            <a:ext cx="114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F29B38"/>
                </a:solidFill>
                <a:latin typeface="Noto Sans CJK KR"/>
                <a:ea typeface="Noto Sans CJK KR"/>
                <a:cs typeface="Noto Sans CJK KR"/>
              </a:defRPr>
            </a:pPr>
            <a:r>
              <a:rPr sz="1125" b="1">
                <a:solidFill>
                  <a:srgbClr val="F29B38"/>
                </a:solidFill>
                <a:latin typeface="Noto Sans CJK KR"/>
                <a:ea typeface="Noto Sans CJK KR"/>
                <a:cs typeface="Noto Sans CJK KR"/>
              </a:rPr>
              <a:t>검사 경계</a:t>
            </a:r>
          </a:p>
        </p:txBody>
      </p:sp>
      <p:sp>
        <p:nvSpPr>
          <p:cNvPr id="9" name="">
            <a:extLst xmlns:a="http://schemas.openxmlformats.org/drawingml/2006/main">
              <a:ext uri="{FF2B5EF4-FFF2-40B4-BE49-F238E27FC236}">
                <a16:creationId xmlns:a16="http://schemas.microsoft.com/office/drawing/2014/main" id="{BE508680-BD18-4E40-B58D-C11D4722A660}"/>
              </a:ext>
            </a:extLst>
          </p:cNvPr>
          <p:cNvSpPr>
            <a:spLocks xmlns:a="http://schemas.openxmlformats.org/drawingml/2006/main" noGrp="1"/>
          </p:cNvSpPr>
          <p:nvPr/>
        </p:nvSpPr>
        <p:spPr>
          <a:xfrm xmlns:a="http://schemas.openxmlformats.org/drawingml/2006/main">
            <a:off x="1847850" y="5162550"/>
            <a:ext cx="95821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132238"/>
                </a:solidFill>
                <a:latin typeface="Noto Sans CJK KR"/>
                <a:ea typeface="Noto Sans CJK KR"/>
                <a:cs typeface="Noto Sans CJK KR"/>
              </a:defRPr>
            </a:pPr>
            <a:r>
              <a:rPr sz="1125" b="1">
                <a:solidFill>
                  <a:srgbClr val="132238"/>
                </a:solidFill>
                <a:latin typeface="Noto Sans CJK KR"/>
                <a:ea typeface="Noto Sans CJK KR"/>
                <a:cs typeface="Noto Sans CJK KR"/>
              </a:rPr>
              <a:t>자동 검사는 파일 구조·정본·계산·프로토콜을 검증한다. 검색 Recall, 답변 정확도, 탐지 F1과 운영 보안은 별도 평가가 필요하다.</a:t>
            </a:r>
          </a:p>
        </p:txBody>
      </p:sp>
      <p:sp>
        <p:nvSpPr>
          <p:cNvPr id="10" name="">
            <a:extLst xmlns:a="http://schemas.openxmlformats.org/drawingml/2006/main">
              <a:ext uri="{FF2B5EF4-FFF2-40B4-BE49-F238E27FC236}">
                <a16:creationId xmlns:a16="http://schemas.microsoft.com/office/drawing/2014/main" id="{C30AED24-9DA9-496F-816C-472CB1F93A9A}"/>
              </a:ext>
            </a:extLst>
          </p:cNvPr>
          <p:cNvSpPr>
            <a:spLocks xmlns:a="http://schemas.openxmlformats.org/drawingml/2006/main" noGrp="1"/>
          </p:cNvSpPr>
          <p:nvPr/>
        </p:nvSpPr>
        <p:spPr>
          <a:xfrm xmlns:a="http://schemas.openxmlformats.org/drawingml/2006/main">
            <a:off x="514350" y="6353175"/>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11" name="">
            <a:extLst xmlns:a="http://schemas.openxmlformats.org/drawingml/2006/main">
              <a:ext uri="{FF2B5EF4-FFF2-40B4-BE49-F238E27FC236}">
                <a16:creationId xmlns:a16="http://schemas.microsoft.com/office/drawing/2014/main" id="{8B398D7D-FEEA-4E2B-8315-A3BE189A1375}"/>
              </a:ext>
            </a:extLst>
          </p:cNvPr>
          <p:cNvSpPr>
            <a:spLocks xmlns:a="http://schemas.openxmlformats.org/drawingml/2006/main" noGrp="1"/>
          </p:cNvSpPr>
          <p:nvPr/>
        </p:nvSpPr>
        <p:spPr>
          <a:xfrm xmlns:a="http://schemas.openxmlformats.org/drawingml/2006/main">
            <a:off x="533400" y="6457950"/>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0">
                <a:solidFill>
                  <a:srgbClr val="52657A"/>
                </a:solidFill>
                <a:latin typeface="Noto Sans CJK KR"/>
                <a:ea typeface="Noto Sans CJK KR"/>
                <a:cs typeface="Noto Sans CJK KR"/>
              </a:defRPr>
            </a:pPr>
            <a:r>
              <a:rPr sz="825" b="0">
                <a:solidFill>
                  <a:srgbClr val="52657A"/>
                </a:solidFill>
                <a:latin typeface="Noto Sans CJK KR"/>
                <a:ea typeface="Noto Sans CJK KR"/>
                <a:cs typeface="Noto Sans CJK KR"/>
              </a:rPr>
              <a:t>테스트 수는 서로 다른 단계의 실행 기록이며 중복을 합산한 총 테스트 수로 발표하지 않음</a:t>
            </a:r>
          </a:p>
        </p:txBody>
      </p:sp>
      <p:sp>
        <p:nvSpPr>
          <p:cNvPr id="12" name="">
            <a:extLst xmlns:a="http://schemas.openxmlformats.org/drawingml/2006/main">
              <a:ext uri="{FF2B5EF4-FFF2-40B4-BE49-F238E27FC236}">
                <a16:creationId xmlns:a16="http://schemas.microsoft.com/office/drawing/2014/main" id="{5892E6C6-CF5A-4CED-907D-D20C7B5968CD}"/>
              </a:ext>
            </a:extLst>
          </p:cNvPr>
          <p:cNvSpPr>
            <a:spLocks xmlns:a="http://schemas.openxmlformats.org/drawingml/2006/main" noGrp="1"/>
          </p:cNvSpPr>
          <p:nvPr/>
        </p:nvSpPr>
        <p:spPr>
          <a:xfrm xmlns:a="http://schemas.openxmlformats.org/drawingml/2006/main">
            <a:off x="10001250" y="6457950"/>
            <a:ext cx="1676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1">
                <a:solidFill>
                  <a:srgbClr val="183B5B"/>
                </a:solidFill>
                <a:latin typeface="Noto Sans CJK KR"/>
                <a:ea typeface="Noto Sans CJK KR"/>
                <a:cs typeface="Noto Sans CJK KR"/>
              </a:defRPr>
            </a:pPr>
            <a:r>
              <a:rPr sz="825" b="1">
                <a:solidFill>
                  <a:srgbClr val="183B5B"/>
                </a:solidFill>
                <a:latin typeface="Noto Sans CJK KR"/>
                <a:ea typeface="Noto Sans CJK KR"/>
                <a:cs typeface="Noto Sans CJK KR"/>
              </a:rPr>
              <a:t>ASTRA · ko-LettuceDetect</a:t>
            </a:r>
          </a:p>
        </p:txBody>
      </p:sp>
    </p:spTree>
    <p:extLst>
      <p:ext uri="{BB962C8B-B14F-4D97-AF65-F5344CB8AC3E}">
        <p14:creationId xmlns:p14="http://schemas.microsoft.com/office/powerpoint/2010/main" val="1883810176"/>
      </p:ext>
    </p:extLst>
  </p:cSld>
</p:sld>
</file>

<file path=ppt/slides/slide3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03FD46D-5CA6-41E0-A30E-6BA40F64CD82}"/>
              </a:ext>
            </a:extLst>
          </p:cNvPr>
          <p:cNvSpPr>
            <a:spLocks xmlns:a="http://schemas.openxmlformats.org/drawingml/2006/main" noGrp="1"/>
          </p:cNvSpPr>
          <p:nvPr/>
        </p:nvSpPr>
        <p:spPr>
          <a:xfrm xmlns:a="http://schemas.openxmlformats.org/drawingml/2006/main">
            <a:off x="5143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F29B38"/>
                </a:solidFill>
                <a:latin typeface="Noto Sans CJK KR"/>
                <a:ea typeface="Noto Sans CJK KR"/>
                <a:cs typeface="Noto Sans CJK KR"/>
              </a:defRPr>
            </a:pPr>
            <a:r>
              <a:rPr sz="975" b="1">
                <a:solidFill>
                  <a:srgbClr val="F29B38"/>
                </a:solidFill>
                <a:latin typeface="Noto Sans CJK KR"/>
                <a:ea typeface="Noto Sans CJK KR"/>
                <a:cs typeface="Noto Sans CJK KR"/>
              </a:rPr>
              <a:t>APPENDIX</a:t>
            </a:r>
          </a:p>
        </p:txBody>
      </p:sp>
      <p:sp>
        <p:nvSpPr>
          <p:cNvPr id="2" name="">
            <a:extLst xmlns:a="http://schemas.openxmlformats.org/drawingml/2006/main">
              <a:ext uri="{FF2B5EF4-FFF2-40B4-BE49-F238E27FC236}">
                <a16:creationId xmlns:a16="http://schemas.microsoft.com/office/drawing/2014/main" id="{92A78369-BCD4-4E8A-B670-45C9428764EF}"/>
              </a:ext>
            </a:extLst>
          </p:cNvPr>
          <p:cNvSpPr>
            <a:spLocks xmlns:a="http://schemas.openxmlformats.org/drawingml/2006/main" noGrp="1"/>
          </p:cNvSpPr>
          <p:nvPr/>
        </p:nvSpPr>
        <p:spPr>
          <a:xfrm xmlns:a="http://schemas.openxmlformats.org/drawingml/2006/main">
            <a:off x="514350" y="457200"/>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132238"/>
                </a:solidFill>
                <a:latin typeface="Noto Sans CJK KR"/>
                <a:ea typeface="Noto Sans CJK KR"/>
                <a:cs typeface="Noto Sans CJK KR"/>
              </a:defRPr>
            </a:pPr>
            <a:r>
              <a:rPr sz="2325" b="1">
                <a:solidFill>
                  <a:srgbClr val="132238"/>
                </a:solidFill>
                <a:latin typeface="Noto Sans CJK KR"/>
                <a:ea typeface="Noto Sans CJK KR"/>
                <a:cs typeface="Noto Sans CJK KR"/>
              </a:rPr>
              <a:t>APPENDIX B · 발표 수치 원장</a:t>
            </a:r>
          </a:p>
        </p:txBody>
      </p:sp>
      <p:sp>
        <p:nvSpPr>
          <p:cNvPr id="3" name="">
            <a:extLst xmlns:a="http://schemas.openxmlformats.org/drawingml/2006/main">
              <a:ext uri="{FF2B5EF4-FFF2-40B4-BE49-F238E27FC236}">
                <a16:creationId xmlns:a16="http://schemas.microsoft.com/office/drawing/2014/main" id="{D6CECFAF-C253-40A6-8237-3E9B049EEDB8}"/>
              </a:ext>
            </a:extLst>
          </p:cNvPr>
          <p:cNvSpPr>
            <a:spLocks xmlns:a="http://schemas.openxmlformats.org/drawingml/2006/main" noGrp="1"/>
          </p:cNvSpPr>
          <p:nvPr/>
        </p:nvSpPr>
        <p:spPr>
          <a:xfrm xmlns:a="http://schemas.openxmlformats.org/drawingml/2006/main">
            <a:off x="533400" y="923925"/>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2657A"/>
                </a:solidFill>
                <a:latin typeface="Noto Sans CJK KR"/>
                <a:ea typeface="Noto Sans CJK KR"/>
                <a:cs typeface="Noto Sans CJK KR"/>
              </a:defRPr>
            </a:pPr>
            <a:r>
              <a:rPr sz="1200" b="0">
                <a:solidFill>
                  <a:srgbClr val="52657A"/>
                </a:solidFill>
                <a:latin typeface="Noto Sans CJK KR"/>
                <a:ea typeface="Noto Sans CJK KR"/>
                <a:cs typeface="Noto Sans CJK KR"/>
              </a:rPr>
              <a:t>본문 수치의 분모·정의·상태를 한 장에서 재확인</a:t>
            </a:r>
          </a:p>
        </p:txBody>
      </p:sp>
      <p:sp>
        <p:nvSpPr>
          <p:cNvPr id="4" name="">
            <a:extLst xmlns:a="http://schemas.openxmlformats.org/drawingml/2006/main">
              <a:ext uri="{FF2B5EF4-FFF2-40B4-BE49-F238E27FC236}">
                <a16:creationId xmlns:a16="http://schemas.microsoft.com/office/drawing/2014/main" id="{070CE24B-F359-4D17-830D-B470B4D36A3D}"/>
              </a:ext>
            </a:extLst>
          </p:cNvPr>
          <p:cNvSpPr>
            <a:spLocks xmlns:a="http://schemas.openxmlformats.org/drawingml/2006/main" noGrp="1"/>
          </p:cNvSpPr>
          <p:nvPr/>
        </p:nvSpPr>
        <p:spPr>
          <a:xfrm xmlns:a="http://schemas.openxmlformats.org/drawingml/2006/main">
            <a:off x="514350" y="1257300"/>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5" name="">
            <a:extLst xmlns:a="http://schemas.openxmlformats.org/drawingml/2006/main">
              <a:ext uri="{FF2B5EF4-FFF2-40B4-BE49-F238E27FC236}">
                <a16:creationId xmlns:a16="http://schemas.microsoft.com/office/drawing/2014/main" id="{3683093F-B618-47EE-B6AD-6FAE186F60FC}"/>
              </a:ext>
            </a:extLst>
          </p:cNvPr>
          <p:cNvSpPr>
            <a:spLocks xmlns:a="http://schemas.openxmlformats.org/drawingml/2006/main" noGrp="1"/>
          </p:cNvSpPr>
          <p:nvPr/>
        </p:nvSpPr>
        <p:spPr>
          <a:xfrm xmlns:a="http://schemas.openxmlformats.org/drawingml/2006/main">
            <a:off x="11201400" y="209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52657A"/>
                </a:solidFill>
                <a:latin typeface="Noto Sans CJK KR"/>
                <a:ea typeface="Noto Sans CJK KR"/>
                <a:cs typeface="Noto Sans CJK KR"/>
              </a:defRPr>
            </a:pPr>
            <a:r>
              <a:rPr sz="975" b="1">
                <a:solidFill>
                  <a:srgbClr val="52657A"/>
                </a:solidFill>
                <a:latin typeface="Noto Sans CJK KR"/>
                <a:ea typeface="Noto Sans CJK KR"/>
                <a:cs typeface="Noto Sans CJK KR"/>
              </a:rPr>
              <a:t>32</a:t>
            </a:r>
          </a:p>
        </p:txBody>
      </p:sp>
      <p:graphicFrame>
        <p:nvGraphicFramePr>
          <p:cNvPr id="15" name=""/>
          <p:cNvGraphicFramePr/>
          <p:nvPr/>
        </p:nvGraphicFramePr>
        <p:xfrm>
          <a:off xmlns:a="http://schemas.openxmlformats.org/drawingml/2006/main" x="514350" y="1438275"/>
          <a:ext xmlns:a="http://schemas.openxmlformats.org/drawingml/2006/main" cx="11163300" cy="4371975"/>
        </p:xfrm>
        <a:graphic xmlns:a="http://schemas.openxmlformats.org/drawingml/2006/main">
          <a:graphicData uri="http://schemas.openxmlformats.org/drawingml/2006/table">
            <a:tbl>
              <a:tblPr/>
              <a:tblGrid>
                <a:gridCol w="2238375"/>
                <a:gridCol w="2857500"/>
                <a:gridCol w="4114800"/>
                <a:gridCol w="1952625"/>
              </a:tblGrid>
              <a:tr h="364331">
                <a:tc>
                  <a:txBody>
                    <a:bodyPr/>
                    <a:lstStyle/>
                    <a:p>
                      <a:r>
                        <a:rPr sz="900" b="1">
                          <a:solidFill>
                            <a:srgbClr val="FFFFFF"/>
                          </a:solidFill>
                          <a:latin typeface="Noto Sans CJK KR"/>
                          <a:ea typeface="Noto Sans CJK KR"/>
                          <a:cs typeface="Noto Sans CJK KR"/>
                        </a:rPr>
                        <a:t>항목</a:t>
                      </a:r>
                    </a:p>
                  </a:txBody>
                  <a:tcPr marL="76200" marR="76200" marT="57150" marB="57150" anchor="ctr">
                    <a:solidFill>
                      <a:srgbClr val="183B5B"/>
                    </a:solidFill>
                  </a:tcPr>
                </a:tc>
                <a:tc>
                  <a:txBody>
                    <a:bodyPr/>
                    <a:lstStyle/>
                    <a:p>
                      <a:r>
                        <a:rPr sz="900" b="1">
                          <a:solidFill>
                            <a:srgbClr val="FFFFFF"/>
                          </a:solidFill>
                          <a:latin typeface="Noto Sans CJK KR"/>
                          <a:ea typeface="Noto Sans CJK KR"/>
                          <a:cs typeface="Noto Sans CJK KR"/>
                        </a:rPr>
                        <a:t>값</a:t>
                      </a:r>
                    </a:p>
                  </a:txBody>
                  <a:tcPr marL="76200" marR="76200" marT="57150" marB="57150" anchor="ctr">
                    <a:solidFill>
                      <a:srgbClr val="183B5B"/>
                    </a:solidFill>
                  </a:tcPr>
                </a:tc>
                <a:tc>
                  <a:txBody>
                    <a:bodyPr/>
                    <a:lstStyle/>
                    <a:p>
                      <a:r>
                        <a:rPr sz="900" b="1">
                          <a:solidFill>
                            <a:srgbClr val="FFFFFF"/>
                          </a:solidFill>
                          <a:latin typeface="Noto Sans CJK KR"/>
                          <a:ea typeface="Noto Sans CJK KR"/>
                          <a:cs typeface="Noto Sans CJK KR"/>
                        </a:rPr>
                        <a:t>분모·정의</a:t>
                      </a:r>
                    </a:p>
                  </a:txBody>
                  <a:tcPr marL="76200" marR="76200" marT="57150" marB="57150" anchor="ctr">
                    <a:solidFill>
                      <a:srgbClr val="183B5B"/>
                    </a:solidFill>
                  </a:tcPr>
                </a:tc>
                <a:tc>
                  <a:txBody>
                    <a:bodyPr/>
                    <a:lstStyle/>
                    <a:p>
                      <a:r>
                        <a:rPr sz="900" b="1">
                          <a:solidFill>
                            <a:srgbClr val="FFFFFF"/>
                          </a:solidFill>
                          <a:latin typeface="Noto Sans CJK KR"/>
                          <a:ea typeface="Noto Sans CJK KR"/>
                          <a:cs typeface="Noto Sans CJK KR"/>
                        </a:rPr>
                        <a:t>상태</a:t>
                      </a:r>
                    </a:p>
                  </a:txBody>
                  <a:tcPr marL="76200" marR="76200" marT="57150" marB="57150" anchor="ctr">
                    <a:solidFill>
                      <a:srgbClr val="183B5B"/>
                    </a:solidFill>
                  </a:tcPr>
                </a:tc>
              </a:tr>
              <a:tr h="364331">
                <a:tc>
                  <a:txBody>
                    <a:bodyPr/>
                    <a:lstStyle/>
                    <a:p>
                      <a:r>
                        <a:rPr sz="900">
                          <a:solidFill>
                            <a:srgbClr val="132238"/>
                          </a:solidFill>
                          <a:latin typeface="Noto Sans CJK KR"/>
                          <a:ea typeface="Noto Sans CJK KR"/>
                          <a:cs typeface="Noto Sans CJK KR"/>
                        </a:rPr>
                        <a:t>공고 행 / 최신 차수</a:t>
                      </a:r>
                    </a:p>
                  </a:txBody>
                  <a:tcPr marL="76200" marR="76200" marT="57150" marB="57150" anchor="ctr">
                    <a:solidFill>
                      <a:srgbClr val="FFFFFF"/>
                    </a:solidFill>
                  </a:tcPr>
                </a:tc>
                <a:tc>
                  <a:txBody>
                    <a:bodyPr/>
                    <a:lstStyle/>
                    <a:p>
                      <a:r>
                        <a:rPr sz="900">
                          <a:solidFill>
                            <a:srgbClr val="132238"/>
                          </a:solidFill>
                          <a:latin typeface="Noto Sans CJK KR"/>
                          <a:ea typeface="Noto Sans CJK KR"/>
                          <a:cs typeface="Noto Sans CJK KR"/>
                        </a:rPr>
                        <a:t>137,745 / 124,522</a:t>
                      </a:r>
                    </a:p>
                  </a:txBody>
                  <a:tcPr marL="76200" marR="76200" marT="57150" marB="57150" anchor="ctr">
                    <a:solidFill>
                      <a:srgbClr val="FFFFFF"/>
                    </a:solidFill>
                  </a:tcPr>
                </a:tc>
                <a:tc>
                  <a:txBody>
                    <a:bodyPr/>
                    <a:lstStyle/>
                    <a:p>
                      <a:r>
                        <a:rPr sz="900">
                          <a:solidFill>
                            <a:srgbClr val="132238"/>
                          </a:solidFill>
                          <a:latin typeface="Noto Sans CJK KR"/>
                          <a:ea typeface="Noto Sans CJK KR"/>
                          <a:cs typeface="Noto Sans CJK KR"/>
                        </a:rPr>
                        <a:t>4~6월 · 공고 차수 포함/최신</a:t>
                      </a:r>
                    </a:p>
                  </a:txBody>
                  <a:tcPr marL="76200" marR="76200" marT="57150" marB="57150" anchor="ctr">
                    <a:solidFill>
                      <a:srgbClr val="FFFFFF"/>
                    </a:solidFill>
                  </a:tcPr>
                </a:tc>
                <a:tc>
                  <a:txBody>
                    <a:bodyPr/>
                    <a:lstStyle/>
                    <a:p>
                      <a:r>
                        <a:rPr sz="900">
                          <a:solidFill>
                            <a:srgbClr val="132238"/>
                          </a:solidFill>
                          <a:latin typeface="Noto Sans CJK KR"/>
                          <a:ea typeface="Noto Sans CJK KR"/>
                          <a:cs typeface="Noto Sans CJK KR"/>
                        </a:rPr>
                        <a:t>확정</a:t>
                      </a:r>
                    </a:p>
                  </a:txBody>
                  <a:tcPr marL="76200" marR="76200" marT="57150" marB="57150" anchor="ctr">
                    <a:solidFill>
                      <a:srgbClr val="FFFFFF"/>
                    </a:solidFill>
                  </a:tcPr>
                </a:tc>
              </a:tr>
              <a:tr h="364331">
                <a:tc>
                  <a:txBody>
                    <a:bodyPr/>
                    <a:lstStyle/>
                    <a:p>
                      <a:r>
                        <a:rPr sz="900">
                          <a:solidFill>
                            <a:srgbClr val="132238"/>
                          </a:solidFill>
                          <a:latin typeface="Noto Sans CJK KR"/>
                          <a:ea typeface="Noto Sans CJK KR"/>
                          <a:cs typeface="Noto Sans CJK KR"/>
                        </a:rPr>
                        <a:t>첨부 / 사용 가능</a:t>
                      </a:r>
                    </a:p>
                  </a:txBody>
                  <a:tcPr marL="76200" marR="76200" marT="57150" marB="57150" anchor="ctr">
                    <a:solidFill>
                      <a:srgbClr val="FFFFFF"/>
                    </a:solidFill>
                  </a:tcPr>
                </a:tc>
                <a:tc>
                  <a:txBody>
                    <a:bodyPr/>
                    <a:lstStyle/>
                    <a:p>
                      <a:r>
                        <a:rPr sz="900">
                          <a:solidFill>
                            <a:srgbClr val="132238"/>
                          </a:solidFill>
                          <a:latin typeface="Noto Sans CJK KR"/>
                          <a:ea typeface="Noto Sans CJK KR"/>
                          <a:cs typeface="Noto Sans CJK KR"/>
                        </a:rPr>
                        <a:t>285,252 / 246,797</a:t>
                      </a:r>
                    </a:p>
                  </a:txBody>
                  <a:tcPr marL="76200" marR="76200" marT="57150" marB="57150" anchor="ctr">
                    <a:solidFill>
                      <a:srgbClr val="FFFFFF"/>
                    </a:solidFill>
                  </a:tcPr>
                </a:tc>
                <a:tc>
                  <a:txBody>
                    <a:bodyPr/>
                    <a:lstStyle/>
                    <a:p>
                      <a:r>
                        <a:rPr sz="900">
                          <a:solidFill>
                            <a:srgbClr val="132238"/>
                          </a:solidFill>
                          <a:latin typeface="Noto Sans CJK KR"/>
                          <a:ea typeface="Noto Sans CJK KR"/>
                          <a:cs typeface="Noto Sans CJK KR"/>
                        </a:rPr>
                        <a:t>어댑터 사용 가능 87%</a:t>
                      </a:r>
                    </a:p>
                  </a:txBody>
                  <a:tcPr marL="76200" marR="76200" marT="57150" marB="57150" anchor="ctr">
                    <a:solidFill>
                      <a:srgbClr val="FFFFFF"/>
                    </a:solidFill>
                  </a:tcPr>
                </a:tc>
                <a:tc>
                  <a:txBody>
                    <a:bodyPr/>
                    <a:lstStyle/>
                    <a:p>
                      <a:r>
                        <a:rPr sz="900">
                          <a:solidFill>
                            <a:srgbClr val="132238"/>
                          </a:solidFill>
                          <a:latin typeface="Noto Sans CJK KR"/>
                          <a:ea typeface="Noto Sans CJK KR"/>
                          <a:cs typeface="Noto Sans CJK KR"/>
                        </a:rPr>
                        <a:t>확정</a:t>
                      </a:r>
                    </a:p>
                  </a:txBody>
                  <a:tcPr marL="76200" marR="76200" marT="57150" marB="57150" anchor="ctr">
                    <a:solidFill>
                      <a:srgbClr val="FFFFFF"/>
                    </a:solidFill>
                  </a:tcPr>
                </a:tc>
              </a:tr>
              <a:tr h="364331">
                <a:tc>
                  <a:txBody>
                    <a:bodyPr/>
                    <a:lstStyle/>
                    <a:p>
                      <a:r>
                        <a:rPr sz="900">
                          <a:solidFill>
                            <a:srgbClr val="132238"/>
                          </a:solidFill>
                          <a:latin typeface="Noto Sans CJK KR"/>
                          <a:ea typeface="Noto Sans CJK KR"/>
                          <a:cs typeface="Noto Sans CJK KR"/>
                        </a:rPr>
                        <a:t>완전 공고</a:t>
                      </a:r>
                    </a:p>
                  </a:txBody>
                  <a:tcPr marL="76200" marR="76200" marT="57150" marB="57150" anchor="ctr">
                    <a:solidFill>
                      <a:srgbClr val="FFFFFF"/>
                    </a:solidFill>
                  </a:tcPr>
                </a:tc>
                <a:tc>
                  <a:txBody>
                    <a:bodyPr/>
                    <a:lstStyle/>
                    <a:p>
                      <a:r>
                        <a:rPr sz="900">
                          <a:solidFill>
                            <a:srgbClr val="132238"/>
                          </a:solidFill>
                          <a:latin typeface="Noto Sans CJK KR"/>
                          <a:ea typeface="Noto Sans CJK KR"/>
                          <a:cs typeface="Noto Sans CJK KR"/>
                        </a:rPr>
                        <a:t>용역 28,852 · 물품 14,145 · 공사 8,082</a:t>
                      </a:r>
                    </a:p>
                  </a:txBody>
                  <a:tcPr marL="76200" marR="76200" marT="57150" marB="57150" anchor="ctr">
                    <a:solidFill>
                      <a:srgbClr val="FFFFFF"/>
                    </a:solidFill>
                  </a:tcPr>
                </a:tc>
                <a:tc>
                  <a:txBody>
                    <a:bodyPr/>
                    <a:lstStyle/>
                    <a:p>
                      <a:r>
                        <a:rPr sz="900">
                          <a:solidFill>
                            <a:srgbClr val="132238"/>
                          </a:solidFill>
                          <a:latin typeface="Noto Sans CJK KR"/>
                          <a:ea typeface="Noto Sans CJK KR"/>
                          <a:cs typeface="Noto Sans CJK KR"/>
                        </a:rPr>
                        <a:t>공고문 + RFP/과업·규격서</a:t>
                      </a:r>
                    </a:p>
                  </a:txBody>
                  <a:tcPr marL="76200" marR="76200" marT="57150" marB="57150" anchor="ctr">
                    <a:solidFill>
                      <a:srgbClr val="FFFFFF"/>
                    </a:solidFill>
                  </a:tcPr>
                </a:tc>
                <a:tc>
                  <a:txBody>
                    <a:bodyPr/>
                    <a:lstStyle/>
                    <a:p>
                      <a:r>
                        <a:rPr sz="900">
                          <a:solidFill>
                            <a:srgbClr val="132238"/>
                          </a:solidFill>
                          <a:latin typeface="Noto Sans CJK KR"/>
                          <a:ea typeface="Noto Sans CJK KR"/>
                          <a:cs typeface="Noto Sans CJK KR"/>
                        </a:rPr>
                        <a:t>확정</a:t>
                      </a:r>
                    </a:p>
                  </a:txBody>
                  <a:tcPr marL="76200" marR="76200" marT="57150" marB="57150" anchor="ctr">
                    <a:solidFill>
                      <a:srgbClr val="FFFFFF"/>
                    </a:solidFill>
                  </a:tcPr>
                </a:tc>
              </a:tr>
              <a:tr h="364331">
                <a:tc>
                  <a:txBody>
                    <a:bodyPr/>
                    <a:lstStyle/>
                    <a:p>
                      <a:r>
                        <a:rPr sz="900">
                          <a:solidFill>
                            <a:srgbClr val="132238"/>
                          </a:solidFill>
                          <a:latin typeface="Noto Sans CJK KR"/>
                          <a:ea typeface="Noto Sans CJK KR"/>
                          <a:cs typeface="Noto Sans CJK KR"/>
                        </a:rPr>
                        <a:t>표본</a:t>
                      </a:r>
                    </a:p>
                  </a:txBody>
                  <a:tcPr marL="76200" marR="76200" marT="57150" marB="57150" anchor="ctr">
                    <a:solidFill>
                      <a:srgbClr val="FFFFFF"/>
                    </a:solidFill>
                  </a:tcPr>
                </a:tc>
                <a:tc>
                  <a:txBody>
                    <a:bodyPr/>
                    <a:lstStyle/>
                    <a:p>
                      <a:r>
                        <a:rPr sz="900">
                          <a:solidFill>
                            <a:srgbClr val="132238"/>
                          </a:solidFill>
                          <a:latin typeface="Noto Sans CJK KR"/>
                          <a:ea typeface="Noto Sans CJK KR"/>
                          <a:cs typeface="Noto Sans CJK KR"/>
                        </a:rPr>
                        <a:t>51</a:t>
                      </a:r>
                    </a:p>
                  </a:txBody>
                  <a:tcPr marL="76200" marR="76200" marT="57150" marB="57150" anchor="ctr">
                    <a:solidFill>
                      <a:srgbClr val="FFFFFF"/>
                    </a:solidFill>
                  </a:tcPr>
                </a:tc>
                <a:tc>
                  <a:txBody>
                    <a:bodyPr/>
                    <a:lstStyle/>
                    <a:p>
                      <a:r>
                        <a:rPr sz="900">
                          <a:solidFill>
                            <a:srgbClr val="132238"/>
                          </a:solidFill>
                          <a:latin typeface="Noto Sans CJK KR"/>
                          <a:ea typeface="Noto Sans CJK KR"/>
                          <a:cs typeface="Noto Sans CJK KR"/>
                        </a:rPr>
                        <a:t>4·5·6월 각 17</a:t>
                      </a:r>
                    </a:p>
                  </a:txBody>
                  <a:tcPr marL="76200" marR="76200" marT="57150" marB="57150" anchor="ctr">
                    <a:solidFill>
                      <a:srgbClr val="FFFFFF"/>
                    </a:solidFill>
                  </a:tcPr>
                </a:tc>
                <a:tc>
                  <a:txBody>
                    <a:bodyPr/>
                    <a:lstStyle/>
                    <a:p>
                      <a:r>
                        <a:rPr sz="900">
                          <a:solidFill>
                            <a:srgbClr val="132238"/>
                          </a:solidFill>
                          <a:latin typeface="Noto Sans CJK KR"/>
                          <a:ea typeface="Noto Sans CJK KR"/>
                          <a:cs typeface="Noto Sans CJK KR"/>
                        </a:rPr>
                        <a:t>검수 완료</a:t>
                      </a:r>
                    </a:p>
                  </a:txBody>
                  <a:tcPr marL="76200" marR="76200" marT="57150" marB="57150" anchor="ctr">
                    <a:solidFill>
                      <a:srgbClr val="FFFFFF"/>
                    </a:solidFill>
                  </a:tcPr>
                </a:tc>
              </a:tr>
              <a:tr h="364331">
                <a:tc>
                  <a:txBody>
                    <a:bodyPr/>
                    <a:lstStyle/>
                    <a:p>
                      <a:r>
                        <a:rPr sz="900">
                          <a:solidFill>
                            <a:srgbClr val="132238"/>
                          </a:solidFill>
                          <a:latin typeface="Noto Sans CJK KR"/>
                          <a:ea typeface="Noto Sans CJK KR"/>
                          <a:cs typeface="Noto Sans CJK KR"/>
                        </a:rPr>
                        <a:t>합성 원장</a:t>
                      </a:r>
                    </a:p>
                  </a:txBody>
                  <a:tcPr marL="76200" marR="76200" marT="57150" marB="57150" anchor="ctr">
                    <a:solidFill>
                      <a:srgbClr val="FFFFFF"/>
                    </a:solidFill>
                  </a:tcPr>
                </a:tc>
                <a:tc>
                  <a:txBody>
                    <a:bodyPr/>
                    <a:lstStyle/>
                    <a:p>
                      <a:r>
                        <a:rPr sz="900">
                          <a:solidFill>
                            <a:srgbClr val="132238"/>
                          </a:solidFill>
                          <a:latin typeface="Noto Sans CJK KR"/>
                          <a:ea typeface="Noto Sans CJK KR"/>
                          <a:cs typeface="Noto Sans CJK KR"/>
                        </a:rPr>
                        <a:t>5사 · 45명 · 16프로젝트 · 111증빙</a:t>
                      </a:r>
                    </a:p>
                  </a:txBody>
                  <a:tcPr marL="76200" marR="76200" marT="57150" marB="57150" anchor="ctr">
                    <a:solidFill>
                      <a:srgbClr val="FFFFFF"/>
                    </a:solidFill>
                  </a:tcPr>
                </a:tc>
                <a:tc>
                  <a:txBody>
                    <a:bodyPr/>
                    <a:lstStyle/>
                    <a:p>
                      <a:r>
                        <a:rPr sz="900">
                          <a:solidFill>
                            <a:srgbClr val="132238"/>
                          </a:solidFill>
                          <a:latin typeface="Noto Sans CJK KR"/>
                          <a:ea typeface="Noto Sans CJK KR"/>
                          <a:cs typeface="Noto Sans CJK KR"/>
                        </a:rPr>
                        <a:t>실제 기업 자료 아님</a:t>
                      </a:r>
                    </a:p>
                  </a:txBody>
                  <a:tcPr marL="76200" marR="76200" marT="57150" marB="57150" anchor="ctr">
                    <a:solidFill>
                      <a:srgbClr val="FFFFFF"/>
                    </a:solidFill>
                  </a:tcPr>
                </a:tc>
                <a:tc>
                  <a:txBody>
                    <a:bodyPr/>
                    <a:lstStyle/>
                    <a:p>
                      <a:r>
                        <a:rPr sz="900">
                          <a:solidFill>
                            <a:srgbClr val="132238"/>
                          </a:solidFill>
                          <a:latin typeface="Noto Sans CJK KR"/>
                          <a:ea typeface="Noto Sans CJK KR"/>
                          <a:cs typeface="Noto Sans CJK KR"/>
                        </a:rPr>
                        <a:t>자동검사 완료</a:t>
                      </a:r>
                    </a:p>
                  </a:txBody>
                  <a:tcPr marL="76200" marR="76200" marT="57150" marB="57150" anchor="ctr">
                    <a:solidFill>
                      <a:srgbClr val="FFFFFF"/>
                    </a:solidFill>
                  </a:tcPr>
                </a:tc>
              </a:tr>
              <a:tr h="364331">
                <a:tc>
                  <a:txBody>
                    <a:bodyPr/>
                    <a:lstStyle/>
                    <a:p>
                      <a:r>
                        <a:rPr sz="900">
                          <a:solidFill>
                            <a:srgbClr val="132238"/>
                          </a:solidFill>
                          <a:latin typeface="Noto Sans CJK KR"/>
                          <a:ea typeface="Noto Sans CJK KR"/>
                          <a:cs typeface="Noto Sans CJK KR"/>
                        </a:rPr>
                        <a:t>색인</a:t>
                      </a:r>
                    </a:p>
                  </a:txBody>
                  <a:tcPr marL="76200" marR="76200" marT="57150" marB="57150" anchor="ctr">
                    <a:solidFill>
                      <a:srgbClr val="FFFFFF"/>
                    </a:solidFill>
                  </a:tcPr>
                </a:tc>
                <a:tc>
                  <a:txBody>
                    <a:bodyPr/>
                    <a:lstStyle/>
                    <a:p>
                      <a:r>
                        <a:rPr sz="900">
                          <a:solidFill>
                            <a:srgbClr val="132238"/>
                          </a:solidFill>
                          <a:latin typeface="Noto Sans CJK KR"/>
                          <a:ea typeface="Noto Sans CJK KR"/>
                          <a:cs typeface="Noto Sans CJK KR"/>
                        </a:rPr>
                        <a:t>223문서 · 3,275청크</a:t>
                      </a:r>
                    </a:p>
                  </a:txBody>
                  <a:tcPr marL="76200" marR="76200" marT="57150" marB="57150" anchor="ctr">
                    <a:solidFill>
                      <a:srgbClr val="FFFFFF"/>
                    </a:solidFill>
                  </a:tcPr>
                </a:tc>
                <a:tc>
                  <a:txBody>
                    <a:bodyPr/>
                    <a:lstStyle/>
                    <a:p>
                      <a:r>
                        <a:rPr sz="900">
                          <a:solidFill>
                            <a:srgbClr val="132238"/>
                          </a:solidFill>
                          <a:latin typeface="Noto Sans CJK KR"/>
                          <a:ea typeface="Noto Sans CJK KR"/>
                          <a:cs typeface="Noto Sans CJK KR"/>
                        </a:rPr>
                        <a:t>L1 167/3002 · L2 34/159 · L3 22/114</a:t>
                      </a:r>
                    </a:p>
                  </a:txBody>
                  <a:tcPr marL="76200" marR="76200" marT="57150" marB="57150" anchor="ctr">
                    <a:solidFill>
                      <a:srgbClr val="FFFFFF"/>
                    </a:solidFill>
                  </a:tcPr>
                </a:tc>
                <a:tc>
                  <a:txBody>
                    <a:bodyPr/>
                    <a:lstStyle/>
                    <a:p>
                      <a:r>
                        <a:rPr sz="900">
                          <a:solidFill>
                            <a:srgbClr val="132238"/>
                          </a:solidFill>
                          <a:latin typeface="Noto Sans CJK KR"/>
                          <a:ea typeface="Noto Sans CJK KR"/>
                          <a:cs typeface="Noto Sans CJK KR"/>
                        </a:rPr>
                        <a:t>로컬 색인</a:t>
                      </a:r>
                    </a:p>
                  </a:txBody>
                  <a:tcPr marL="76200" marR="76200" marT="57150" marB="57150" anchor="ctr">
                    <a:solidFill>
                      <a:srgbClr val="FFFFFF"/>
                    </a:solidFill>
                  </a:tcPr>
                </a:tc>
              </a:tr>
              <a:tr h="364331">
                <a:tc>
                  <a:txBody>
                    <a:bodyPr/>
                    <a:lstStyle/>
                    <a:p>
                      <a:r>
                        <a:rPr sz="900">
                          <a:solidFill>
                            <a:srgbClr val="132238"/>
                          </a:solidFill>
                          <a:latin typeface="Noto Sans CJK KR"/>
                          <a:ea typeface="Noto Sans CJK KR"/>
                          <a:cs typeface="Noto Sans CJK KR"/>
                        </a:rPr>
                        <a:t>임베딩</a:t>
                      </a:r>
                    </a:p>
                  </a:txBody>
                  <a:tcPr marL="76200" marR="76200" marT="57150" marB="57150" anchor="ctr">
                    <a:solidFill>
                      <a:srgbClr val="FFFFFF"/>
                    </a:solidFill>
                  </a:tcPr>
                </a:tc>
                <a:tc>
                  <a:txBody>
                    <a:bodyPr/>
                    <a:lstStyle/>
                    <a:p>
                      <a:r>
                        <a:rPr sz="900">
                          <a:solidFill>
                            <a:srgbClr val="132238"/>
                          </a:solidFill>
                          <a:latin typeface="Noto Sans CJK KR"/>
                          <a:ea typeface="Noto Sans CJK KR"/>
                          <a:cs typeface="Noto Sans CJK KR"/>
                        </a:rPr>
                        <a:t>7,195 window · 384차원</a:t>
                      </a:r>
                    </a:p>
                  </a:txBody>
                  <a:tcPr marL="76200" marR="76200" marT="57150" marB="57150" anchor="ctr">
                    <a:solidFill>
                      <a:srgbClr val="FFFFFF"/>
                    </a:solidFill>
                  </a:tcPr>
                </a:tc>
                <a:tc>
                  <a:txBody>
                    <a:bodyPr/>
                    <a:lstStyle/>
                    <a:p>
                      <a:r>
                        <a:rPr sz="900">
                          <a:solidFill>
                            <a:srgbClr val="132238"/>
                          </a:solidFill>
                          <a:latin typeface="Noto Sans CJK KR"/>
                          <a:ea typeface="Noto Sans CJK KR"/>
                          <a:cs typeface="Noto Sans CJK KR"/>
                        </a:rPr>
                        <a:t>E5-small · 460/420 token</a:t>
                      </a:r>
                    </a:p>
                  </a:txBody>
                  <a:tcPr marL="76200" marR="76200" marT="57150" marB="57150" anchor="ctr">
                    <a:solidFill>
                      <a:srgbClr val="FFFFFF"/>
                    </a:solidFill>
                  </a:tcPr>
                </a:tc>
                <a:tc>
                  <a:txBody>
                    <a:bodyPr/>
                    <a:lstStyle/>
                    <a:p>
                      <a:r>
                        <a:rPr sz="900">
                          <a:solidFill>
                            <a:srgbClr val="132238"/>
                          </a:solidFill>
                          <a:latin typeface="Noto Sans CJK KR"/>
                          <a:ea typeface="Noto Sans CJK KR"/>
                          <a:cs typeface="Noto Sans CJK KR"/>
                        </a:rPr>
                        <a:t>구축 완료</a:t>
                      </a:r>
                    </a:p>
                  </a:txBody>
                  <a:tcPr marL="76200" marR="76200" marT="57150" marB="57150" anchor="ctr">
                    <a:solidFill>
                      <a:srgbClr val="FFFFFF"/>
                    </a:solidFill>
                  </a:tcPr>
                </a:tc>
              </a:tr>
              <a:tr h="364331">
                <a:tc>
                  <a:txBody>
                    <a:bodyPr/>
                    <a:lstStyle/>
                    <a:p>
                      <a:r>
                        <a:rPr sz="900">
                          <a:solidFill>
                            <a:srgbClr val="132238"/>
                          </a:solidFill>
                          <a:latin typeface="Noto Sans CJK KR"/>
                          <a:ea typeface="Noto Sans CJK KR"/>
                          <a:cs typeface="Noto Sans CJK KR"/>
                        </a:rPr>
                        <a:t>평가</a:t>
                      </a:r>
                    </a:p>
                  </a:txBody>
                  <a:tcPr marL="76200" marR="76200" marT="57150" marB="57150" anchor="ctr">
                    <a:solidFill>
                      <a:srgbClr val="FFFFFF"/>
                    </a:solidFill>
                  </a:tcPr>
                </a:tc>
                <a:tc>
                  <a:txBody>
                    <a:bodyPr/>
                    <a:lstStyle/>
                    <a:p>
                      <a:r>
                        <a:rPr sz="900">
                          <a:solidFill>
                            <a:srgbClr val="132238"/>
                          </a:solidFill>
                          <a:latin typeface="Noto Sans CJK KR"/>
                          <a:ea typeface="Noto Sans CJK KR"/>
                          <a:cs typeface="Noto Sans CJK KR"/>
                        </a:rPr>
                        <a:t>300문항 · 5사×60</a:t>
                      </a:r>
                    </a:p>
                  </a:txBody>
                  <a:tcPr marL="76200" marR="76200" marT="57150" marB="57150" anchor="ctr">
                    <a:solidFill>
                      <a:srgbClr val="FFFFFF"/>
                    </a:solidFill>
                  </a:tcPr>
                </a:tc>
                <a:tc>
                  <a:txBody>
                    <a:bodyPr/>
                    <a:lstStyle/>
                    <a:p>
                      <a:r>
                        <a:rPr sz="900">
                          <a:solidFill>
                            <a:srgbClr val="132238"/>
                          </a:solidFill>
                          <a:latin typeface="Noto Sans CJK KR"/>
                          <a:ea typeface="Noto Sans CJK KR"/>
                          <a:cs typeface="Noto Sans CJK KR"/>
                        </a:rPr>
                        <a:t>검색 코퍼스와 분리</a:t>
                      </a:r>
                    </a:p>
                  </a:txBody>
                  <a:tcPr marL="76200" marR="76200" marT="57150" marB="57150" anchor="ctr">
                    <a:solidFill>
                      <a:srgbClr val="FFFFFF"/>
                    </a:solidFill>
                  </a:tcPr>
                </a:tc>
                <a:tc>
                  <a:txBody>
                    <a:bodyPr/>
                    <a:lstStyle/>
                    <a:p>
                      <a:r>
                        <a:rPr sz="900">
                          <a:solidFill>
                            <a:srgbClr val="132238"/>
                          </a:solidFill>
                          <a:latin typeface="Noto Sans CJK KR"/>
                          <a:ea typeface="Noto Sans CJK KR"/>
                          <a:cs typeface="Noto Sans CJK KR"/>
                        </a:rPr>
                        <a:t>구조 검증</a:t>
                      </a:r>
                    </a:p>
                  </a:txBody>
                  <a:tcPr marL="76200" marR="76200" marT="57150" marB="57150" anchor="ctr">
                    <a:solidFill>
                      <a:srgbClr val="FFFFFF"/>
                    </a:solidFill>
                  </a:tcPr>
                </a:tc>
              </a:tr>
              <a:tr h="364331">
                <a:tc>
                  <a:txBody>
                    <a:bodyPr/>
                    <a:lstStyle/>
                    <a:p>
                      <a:r>
                        <a:rPr sz="900">
                          <a:solidFill>
                            <a:srgbClr val="132238"/>
                          </a:solidFill>
                          <a:latin typeface="Noto Sans CJK KR"/>
                          <a:ea typeface="Noto Sans CJK KR"/>
                          <a:cs typeface="Noto Sans CJK KR"/>
                        </a:rPr>
                        <a:t>생성</a:t>
                      </a:r>
                    </a:p>
                  </a:txBody>
                  <a:tcPr marL="76200" marR="76200" marT="57150" marB="57150" anchor="ctr">
                    <a:solidFill>
                      <a:srgbClr val="FFFFFF"/>
                    </a:solidFill>
                  </a:tcPr>
                </a:tc>
                <a:tc>
                  <a:txBody>
                    <a:bodyPr/>
                    <a:lstStyle/>
                    <a:p>
                      <a:r>
                        <a:rPr sz="900">
                          <a:solidFill>
                            <a:srgbClr val="132238"/>
                          </a:solidFill>
                          <a:latin typeface="Noto Sans CJK KR"/>
                          <a:ea typeface="Noto Sans CJK KR"/>
                          <a:cs typeface="Noto Sans CJK KR"/>
                        </a:rPr>
                        <a:t>295답변 + 차단5</a:t>
                      </a:r>
                    </a:p>
                  </a:txBody>
                  <a:tcPr marL="76200" marR="76200" marT="57150" marB="57150" anchor="ctr">
                    <a:solidFill>
                      <a:srgbClr val="FFFFFF"/>
                    </a:solidFill>
                  </a:tcPr>
                </a:tc>
                <a:tc>
                  <a:txBody>
                    <a:bodyPr/>
                    <a:lstStyle/>
                    <a:p>
                      <a:r>
                        <a:rPr sz="900">
                          <a:solidFill>
                            <a:srgbClr val="132238"/>
                          </a:solidFill>
                          <a:latin typeface="Noto Sans CJK KR"/>
                          <a:ea typeface="Noto Sans CJK KR"/>
                          <a:cs typeface="Noto Sans CJK KR"/>
                        </a:rPr>
                        <a:t>Qwen3-4B 로컬 GPU</a:t>
                      </a:r>
                    </a:p>
                  </a:txBody>
                  <a:tcPr marL="76200" marR="76200" marT="57150" marB="57150" anchor="ctr">
                    <a:solidFill>
                      <a:srgbClr val="FFFFFF"/>
                    </a:solidFill>
                  </a:tcPr>
                </a:tc>
                <a:tc>
                  <a:txBody>
                    <a:bodyPr/>
                    <a:lstStyle/>
                    <a:p>
                      <a:r>
                        <a:rPr sz="900">
                          <a:solidFill>
                            <a:srgbClr val="132238"/>
                          </a:solidFill>
                          <a:latin typeface="Noto Sans CJK KR"/>
                          <a:ea typeface="Noto Sans CJK KR"/>
                          <a:cs typeface="Noto Sans CJK KR"/>
                        </a:rPr>
                        <a:t>정본 고정</a:t>
                      </a:r>
                    </a:p>
                  </a:txBody>
                  <a:tcPr marL="76200" marR="76200" marT="57150" marB="57150" anchor="ctr">
                    <a:solidFill>
                      <a:srgbClr val="FFFFFF"/>
                    </a:solidFill>
                  </a:tcPr>
                </a:tc>
              </a:tr>
              <a:tr h="364331">
                <a:tc>
                  <a:txBody>
                    <a:bodyPr/>
                    <a:lstStyle/>
                    <a:p>
                      <a:r>
                        <a:rPr sz="900">
                          <a:solidFill>
                            <a:srgbClr val="132238"/>
                          </a:solidFill>
                          <a:latin typeface="Noto Sans CJK KR"/>
                          <a:ea typeface="Noto Sans CJK KR"/>
                          <a:cs typeface="Noto Sans CJK KR"/>
                        </a:rPr>
                        <a:t>사람 검수</a:t>
                      </a:r>
                    </a:p>
                  </a:txBody>
                  <a:tcPr marL="76200" marR="76200" marT="57150" marB="57150" anchor="ctr">
                    <a:solidFill>
                      <a:srgbClr val="FFFFFF"/>
                    </a:solidFill>
                  </a:tcPr>
                </a:tc>
                <a:tc>
                  <a:txBody>
                    <a:bodyPr/>
                    <a:lstStyle/>
                    <a:p>
                      <a:r>
                        <a:rPr sz="900">
                          <a:solidFill>
                            <a:srgbClr val="132238"/>
                          </a:solidFill>
                          <a:latin typeface="Noto Sans CJK KR"/>
                          <a:ea typeface="Noto Sans CJK KR"/>
                          <a:cs typeface="Noto Sans CJK KR"/>
                        </a:rPr>
                        <a:t>25문항 · 88조정안 구절</a:t>
                      </a:r>
                    </a:p>
                  </a:txBody>
                  <a:tcPr marL="76200" marR="76200" marT="57150" marB="57150" anchor="ctr">
                    <a:solidFill>
                      <a:srgbClr val="FFFFFF"/>
                    </a:solidFill>
                  </a:tcPr>
                </a:tc>
                <a:tc>
                  <a:txBody>
                    <a:bodyPr/>
                    <a:lstStyle/>
                    <a:p>
                      <a:r>
                        <a:rPr sz="900">
                          <a:solidFill>
                            <a:srgbClr val="132238"/>
                          </a:solidFill>
                          <a:latin typeface="Noto Sans CJK KR"/>
                          <a:ea typeface="Noto Sans CJK KR"/>
                          <a:cs typeface="Noto Sans CJK KR"/>
                        </a:rPr>
                        <a:t>최종 승인 전</a:t>
                      </a:r>
                    </a:p>
                  </a:txBody>
                  <a:tcPr marL="76200" marR="76200" marT="57150" marB="57150" anchor="ctr">
                    <a:solidFill>
                      <a:srgbClr val="FFFFFF"/>
                    </a:solidFill>
                  </a:tcPr>
                </a:tc>
                <a:tc>
                  <a:txBody>
                    <a:bodyPr/>
                    <a:lstStyle/>
                    <a:p>
                      <a:r>
                        <a:rPr sz="900">
                          <a:solidFill>
                            <a:srgbClr val="132238"/>
                          </a:solidFill>
                          <a:latin typeface="Noto Sans CJK KR"/>
                          <a:ea typeface="Noto Sans CJK KR"/>
                          <a:cs typeface="Noto Sans CJK KR"/>
                        </a:rPr>
                        <a:t>pending</a:t>
                      </a:r>
                    </a:p>
                  </a:txBody>
                  <a:tcPr marL="76200" marR="76200" marT="57150" marB="57150" anchor="ctr">
                    <a:solidFill>
                      <a:srgbClr val="FFFFFF"/>
                    </a:solidFill>
                  </a:tcPr>
                </a:tc>
              </a:tr>
              <a:tr h="364331">
                <a:tc>
                  <a:txBody>
                    <a:bodyPr/>
                    <a:lstStyle/>
                    <a:p>
                      <a:r>
                        <a:rPr sz="900">
                          <a:solidFill>
                            <a:srgbClr val="132238"/>
                          </a:solidFill>
                          <a:latin typeface="Noto Sans CJK KR"/>
                          <a:ea typeface="Noto Sans CJK KR"/>
                          <a:cs typeface="Noto Sans CJK KR"/>
                        </a:rPr>
                        <a:t>탐지 비교</a:t>
                      </a:r>
                    </a:p>
                  </a:txBody>
                  <a:tcPr marL="76200" marR="76200" marT="57150" marB="57150" anchor="ctr">
                    <a:solidFill>
                      <a:srgbClr val="FFFFFF"/>
                    </a:solidFill>
                  </a:tcPr>
                </a:tc>
                <a:tc>
                  <a:txBody>
                    <a:bodyPr/>
                    <a:lstStyle/>
                    <a:p>
                      <a:r>
                        <a:rPr sz="900">
                          <a:solidFill>
                            <a:srgbClr val="132238"/>
                          </a:solidFill>
                          <a:latin typeface="Noto Sans CJK KR"/>
                          <a:ea typeface="Noto Sans CJK KR"/>
                          <a:cs typeface="Noto Sans CJK KR"/>
                        </a:rPr>
                        <a:t>885 슬롯</a:t>
                      </a:r>
                    </a:p>
                  </a:txBody>
                  <a:tcPr marL="76200" marR="76200" marT="57150" marB="57150" anchor="ctr">
                    <a:solidFill>
                      <a:srgbClr val="FFFFFF"/>
                    </a:solidFill>
                  </a:tcPr>
                </a:tc>
                <a:tc>
                  <a:txBody>
                    <a:bodyPr/>
                    <a:lstStyle/>
                    <a:p>
                      <a:r>
                        <a:rPr sz="900">
                          <a:solidFill>
                            <a:srgbClr val="132238"/>
                          </a:solidFill>
                          <a:latin typeface="Noto Sans CJK KR"/>
                          <a:ea typeface="Noto Sans CJK KR"/>
                          <a:cs typeface="Noto Sans CJK KR"/>
                        </a:rPr>
                        <a:t>3모델 × 295답변</a:t>
                      </a:r>
                    </a:p>
                  </a:txBody>
                  <a:tcPr marL="76200" marR="76200" marT="57150" marB="57150" anchor="ctr">
                    <a:solidFill>
                      <a:srgbClr val="FFFFFF"/>
                    </a:solidFill>
                  </a:tcPr>
                </a:tc>
                <a:tc>
                  <a:txBody>
                    <a:bodyPr/>
                    <a:lstStyle/>
                    <a:p>
                      <a:r>
                        <a:rPr sz="900">
                          <a:solidFill>
                            <a:srgbClr val="132238"/>
                          </a:solidFill>
                          <a:latin typeface="Noto Sans CJK KR"/>
                          <a:ea typeface="Noto Sans CJK KR"/>
                          <a:cs typeface="Noto Sans CJK KR"/>
                        </a:rPr>
                        <a:t>평가 진행 중</a:t>
                      </a:r>
                    </a:p>
                  </a:txBody>
                  <a:tcPr marL="76200" marR="76200" marT="57150" marB="5715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7E7B3B6D-4285-4883-8E76-F2EE9322CAAE}"/>
              </a:ext>
            </a:extLst>
          </p:cNvPr>
          <p:cNvSpPr>
            <a:spLocks xmlns:a="http://schemas.openxmlformats.org/drawingml/2006/main" noGrp="1"/>
          </p:cNvSpPr>
          <p:nvPr/>
        </p:nvSpPr>
        <p:spPr>
          <a:xfrm xmlns:a="http://schemas.openxmlformats.org/drawingml/2006/main">
            <a:off x="514350" y="6353175"/>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8" name="">
            <a:extLst xmlns:a="http://schemas.openxmlformats.org/drawingml/2006/main">
              <a:ext uri="{FF2B5EF4-FFF2-40B4-BE49-F238E27FC236}">
                <a16:creationId xmlns:a16="http://schemas.microsoft.com/office/drawing/2014/main" id="{CADE9FA7-D17F-4902-9176-E58508198019}"/>
              </a:ext>
            </a:extLst>
          </p:cNvPr>
          <p:cNvSpPr>
            <a:spLocks xmlns:a="http://schemas.openxmlformats.org/drawingml/2006/main" noGrp="1"/>
          </p:cNvSpPr>
          <p:nvPr/>
        </p:nvSpPr>
        <p:spPr>
          <a:xfrm xmlns:a="http://schemas.openxmlformats.org/drawingml/2006/main">
            <a:off x="533400" y="6457950"/>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0">
                <a:solidFill>
                  <a:srgbClr val="52657A"/>
                </a:solidFill>
                <a:latin typeface="Noto Sans CJK KR"/>
                <a:ea typeface="Noto Sans CJK KR"/>
                <a:cs typeface="Noto Sans CJK KR"/>
              </a:defRPr>
            </a:pPr>
            <a:r>
              <a:rPr sz="825" b="0">
                <a:solidFill>
                  <a:srgbClr val="52657A"/>
                </a:solidFill>
                <a:latin typeface="Noto Sans CJK KR"/>
                <a:ea typeface="Noto Sans CJK KR"/>
                <a:cs typeface="Noto Sans CJK KR"/>
              </a:rPr>
              <a:t>확정·검수 완료·구조 검증·pending·평가 진행 중을 같은 의미로 읽지 않음</a:t>
            </a:r>
          </a:p>
        </p:txBody>
      </p:sp>
      <p:sp>
        <p:nvSpPr>
          <p:cNvPr id="9" name="">
            <a:extLst xmlns:a="http://schemas.openxmlformats.org/drawingml/2006/main">
              <a:ext uri="{FF2B5EF4-FFF2-40B4-BE49-F238E27FC236}">
                <a16:creationId xmlns:a16="http://schemas.microsoft.com/office/drawing/2014/main" id="{66389196-DF6B-479B-8EC3-D5C9378852BE}"/>
              </a:ext>
            </a:extLst>
          </p:cNvPr>
          <p:cNvSpPr>
            <a:spLocks xmlns:a="http://schemas.openxmlformats.org/drawingml/2006/main" noGrp="1"/>
          </p:cNvSpPr>
          <p:nvPr/>
        </p:nvSpPr>
        <p:spPr>
          <a:xfrm xmlns:a="http://schemas.openxmlformats.org/drawingml/2006/main">
            <a:off x="10001250" y="6457950"/>
            <a:ext cx="1676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1">
                <a:solidFill>
                  <a:srgbClr val="183B5B"/>
                </a:solidFill>
                <a:latin typeface="Noto Sans CJK KR"/>
                <a:ea typeface="Noto Sans CJK KR"/>
                <a:cs typeface="Noto Sans CJK KR"/>
              </a:defRPr>
            </a:pPr>
            <a:r>
              <a:rPr sz="825" b="1">
                <a:solidFill>
                  <a:srgbClr val="183B5B"/>
                </a:solidFill>
                <a:latin typeface="Noto Sans CJK KR"/>
                <a:ea typeface="Noto Sans CJK KR"/>
                <a:cs typeface="Noto Sans CJK KR"/>
              </a:rPr>
              <a:t>ASTRA · ko-LettuceDetect</a:t>
            </a:r>
          </a:p>
        </p:txBody>
      </p:sp>
    </p:spTree>
    <p:extLst>
      <p:ext uri="{BB962C8B-B14F-4D97-AF65-F5344CB8AC3E}">
        <p14:creationId xmlns:p14="http://schemas.microsoft.com/office/powerpoint/2010/main" val="1290484938"/>
      </p:ext>
    </p:extLst>
  </p:cSld>
</p:sld>
</file>

<file path=ppt/slides/slide3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927E2C4C-D786-43E3-A600-8855D8E4F24A}"/>
              </a:ext>
            </a:extLst>
          </p:cNvPr>
          <p:cNvSpPr>
            <a:spLocks xmlns:a="http://schemas.openxmlformats.org/drawingml/2006/main" noGrp="1"/>
          </p:cNvSpPr>
          <p:nvPr/>
        </p:nvSpPr>
        <p:spPr>
          <a:xfrm xmlns:a="http://schemas.openxmlformats.org/drawingml/2006/main">
            <a:off x="514350" y="2095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F29B38"/>
                </a:solidFill>
                <a:latin typeface="Noto Sans CJK KR"/>
                <a:ea typeface="Noto Sans CJK KR"/>
                <a:cs typeface="Noto Sans CJK KR"/>
              </a:defRPr>
            </a:pPr>
            <a:r>
              <a:rPr sz="975" b="1">
                <a:solidFill>
                  <a:srgbClr val="F29B38"/>
                </a:solidFill>
                <a:latin typeface="Noto Sans CJK KR"/>
                <a:ea typeface="Noto Sans CJK KR"/>
                <a:cs typeface="Noto Sans CJK KR"/>
              </a:rPr>
              <a:t>APPENDIX</a:t>
            </a:r>
          </a:p>
        </p:txBody>
      </p:sp>
      <p:sp>
        <p:nvSpPr>
          <p:cNvPr id="2" name="">
            <a:extLst xmlns:a="http://schemas.openxmlformats.org/drawingml/2006/main">
              <a:ext uri="{FF2B5EF4-FFF2-40B4-BE49-F238E27FC236}">
                <a16:creationId xmlns:a16="http://schemas.microsoft.com/office/drawing/2014/main" id="{0EA19985-752B-4B2D-B35C-11E98D31582C}"/>
              </a:ext>
            </a:extLst>
          </p:cNvPr>
          <p:cNvSpPr>
            <a:spLocks xmlns:a="http://schemas.openxmlformats.org/drawingml/2006/main" noGrp="1"/>
          </p:cNvSpPr>
          <p:nvPr/>
        </p:nvSpPr>
        <p:spPr>
          <a:xfrm xmlns:a="http://schemas.openxmlformats.org/drawingml/2006/main">
            <a:off x="514350" y="457200"/>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132238"/>
                </a:solidFill>
                <a:latin typeface="Noto Sans CJK KR"/>
                <a:ea typeface="Noto Sans CJK KR"/>
                <a:cs typeface="Noto Sans CJK KR"/>
              </a:defRPr>
            </a:pPr>
            <a:r>
              <a:rPr sz="2325" b="1">
                <a:solidFill>
                  <a:srgbClr val="132238"/>
                </a:solidFill>
                <a:latin typeface="Noto Sans CJK KR"/>
                <a:ea typeface="Noto Sans CJK KR"/>
                <a:cs typeface="Noto Sans CJK KR"/>
              </a:rPr>
              <a:t>APPENDIX C · 발표에서 넘지 않는 주장 경계</a:t>
            </a:r>
          </a:p>
        </p:txBody>
      </p:sp>
      <p:sp>
        <p:nvSpPr>
          <p:cNvPr id="3" name="">
            <a:extLst xmlns:a="http://schemas.openxmlformats.org/drawingml/2006/main">
              <a:ext uri="{FF2B5EF4-FFF2-40B4-BE49-F238E27FC236}">
                <a16:creationId xmlns:a16="http://schemas.microsoft.com/office/drawing/2014/main" id="{26BDE4E2-2E80-4171-B80D-608AF8558966}"/>
              </a:ext>
            </a:extLst>
          </p:cNvPr>
          <p:cNvSpPr>
            <a:spLocks xmlns:a="http://schemas.openxmlformats.org/drawingml/2006/main" noGrp="1"/>
          </p:cNvSpPr>
          <p:nvPr/>
        </p:nvSpPr>
        <p:spPr>
          <a:xfrm xmlns:a="http://schemas.openxmlformats.org/drawingml/2006/main">
            <a:off x="533400" y="923925"/>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2657A"/>
                </a:solidFill>
                <a:latin typeface="Noto Sans CJK KR"/>
                <a:ea typeface="Noto Sans CJK KR"/>
                <a:cs typeface="Noto Sans CJK KR"/>
              </a:defRPr>
            </a:pPr>
            <a:r>
              <a:rPr sz="1200" b="0">
                <a:solidFill>
                  <a:srgbClr val="52657A"/>
                </a:solidFill>
                <a:latin typeface="Noto Sans CJK KR"/>
                <a:ea typeface="Noto Sans CJK KR"/>
                <a:cs typeface="Noto Sans CJK KR"/>
              </a:rPr>
              <a:t>구현 사실과 성능 결론을 분리해야 결과가 재현 가능하다</a:t>
            </a:r>
          </a:p>
        </p:txBody>
      </p:sp>
      <p:sp>
        <p:nvSpPr>
          <p:cNvPr id="4" name="">
            <a:extLst xmlns:a="http://schemas.openxmlformats.org/drawingml/2006/main">
              <a:ext uri="{FF2B5EF4-FFF2-40B4-BE49-F238E27FC236}">
                <a16:creationId xmlns:a16="http://schemas.microsoft.com/office/drawing/2014/main" id="{CE332AC1-813D-4250-AE80-284197D5AC53}"/>
              </a:ext>
            </a:extLst>
          </p:cNvPr>
          <p:cNvSpPr>
            <a:spLocks xmlns:a="http://schemas.openxmlformats.org/drawingml/2006/main" noGrp="1"/>
          </p:cNvSpPr>
          <p:nvPr/>
        </p:nvSpPr>
        <p:spPr>
          <a:xfrm xmlns:a="http://schemas.openxmlformats.org/drawingml/2006/main">
            <a:off x="514350" y="1257300"/>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5" name="">
            <a:extLst xmlns:a="http://schemas.openxmlformats.org/drawingml/2006/main">
              <a:ext uri="{FF2B5EF4-FFF2-40B4-BE49-F238E27FC236}">
                <a16:creationId xmlns:a16="http://schemas.microsoft.com/office/drawing/2014/main" id="{973D7A31-2F32-4E78-A6B4-BA49B4029EB0}"/>
              </a:ext>
            </a:extLst>
          </p:cNvPr>
          <p:cNvSpPr>
            <a:spLocks xmlns:a="http://schemas.openxmlformats.org/drawingml/2006/main" noGrp="1"/>
          </p:cNvSpPr>
          <p:nvPr/>
        </p:nvSpPr>
        <p:spPr>
          <a:xfrm xmlns:a="http://schemas.openxmlformats.org/drawingml/2006/main">
            <a:off x="11201400" y="209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52657A"/>
                </a:solidFill>
                <a:latin typeface="Noto Sans CJK KR"/>
                <a:ea typeface="Noto Sans CJK KR"/>
                <a:cs typeface="Noto Sans CJK KR"/>
              </a:defRPr>
            </a:pPr>
            <a:r>
              <a:rPr sz="975" b="1">
                <a:solidFill>
                  <a:srgbClr val="52657A"/>
                </a:solidFill>
                <a:latin typeface="Noto Sans CJK KR"/>
                <a:ea typeface="Noto Sans CJK KR"/>
                <a:cs typeface="Noto Sans CJK KR"/>
              </a:rPr>
              <a:t>33</a:t>
            </a:r>
          </a:p>
        </p:txBody>
      </p:sp>
      <p:graphicFrame>
        <p:nvGraphicFramePr>
          <p:cNvPr id="31" name=""/>
          <p:cNvGraphicFramePr/>
          <p:nvPr/>
        </p:nvGraphicFramePr>
        <p:xfrm>
          <a:off xmlns:a="http://schemas.openxmlformats.org/drawingml/2006/main" x="514350" y="1504950"/>
          <a:ext xmlns:a="http://schemas.openxmlformats.org/drawingml/2006/main" cx="11163300" cy="3333750"/>
        </p:xfrm>
        <a:graphic xmlns:a="http://schemas.openxmlformats.org/drawingml/2006/main">
          <a:graphicData uri="http://schemas.openxmlformats.org/drawingml/2006/table">
            <a:tbl>
              <a:tblPr/>
              <a:tblGrid>
                <a:gridCol w="5581650"/>
                <a:gridCol w="5581650"/>
              </a:tblGrid>
              <a:tr h="476250">
                <a:tc>
                  <a:txBody>
                    <a:bodyPr/>
                    <a:lstStyle/>
                    <a:p>
                      <a:r>
                        <a:rPr sz="1050" b="1">
                          <a:solidFill>
                            <a:srgbClr val="FFFFFF"/>
                          </a:solidFill>
                          <a:latin typeface="Noto Sans CJK KR"/>
                          <a:ea typeface="Noto Sans CJK KR"/>
                          <a:cs typeface="Noto Sans CJK KR"/>
                        </a:rPr>
                        <a:t>말할 수 있음</a:t>
                      </a:r>
                    </a:p>
                  </a:txBody>
                  <a:tcPr marL="76200" marR="76200" marT="57150" marB="57150" anchor="ctr">
                    <a:solidFill>
                      <a:srgbClr val="183B5B"/>
                    </a:solidFill>
                  </a:tcPr>
                </a:tc>
                <a:tc>
                  <a:txBody>
                    <a:bodyPr/>
                    <a:lstStyle/>
                    <a:p>
                      <a:r>
                        <a:rPr sz="1050" b="1">
                          <a:solidFill>
                            <a:srgbClr val="FFFFFF"/>
                          </a:solidFill>
                          <a:latin typeface="Noto Sans CJK KR"/>
                          <a:ea typeface="Noto Sans CJK KR"/>
                          <a:cs typeface="Noto Sans CJK KR"/>
                        </a:rPr>
                        <a:t>말하면 안 됨</a:t>
                      </a:r>
                    </a:p>
                  </a:txBody>
                  <a:tcPr marL="76200" marR="76200" marT="57150" marB="57150" anchor="ctr">
                    <a:solidFill>
                      <a:srgbClr val="183B5B"/>
                    </a:solidFill>
                  </a:tcPr>
                </a:tc>
              </a:tr>
              <a:tr h="476250">
                <a:tc>
                  <a:txBody>
                    <a:bodyPr/>
                    <a:lstStyle/>
                    <a:p>
                      <a:r>
                        <a:rPr sz="1050">
                          <a:solidFill>
                            <a:srgbClr val="132238"/>
                          </a:solidFill>
                          <a:latin typeface="Noto Sans CJK KR"/>
                          <a:ea typeface="Noto Sans CJK KR"/>
                          <a:cs typeface="Noto Sans CJK KR"/>
                        </a:rPr>
                        <a:t>51개 공고와 223문서의 연결 구조를 구축</a:t>
                      </a:r>
                    </a:p>
                  </a:txBody>
                  <a:tcPr marL="76200" marR="76200" marT="57150" marB="57150" anchor="ctr">
                    <a:solidFill>
                      <a:srgbClr val="FFFFFF"/>
                    </a:solidFill>
                  </a:tcPr>
                </a:tc>
                <a:tc>
                  <a:txBody>
                    <a:bodyPr/>
                    <a:lstStyle/>
                    <a:p>
                      <a:r>
                        <a:rPr sz="1050">
                          <a:solidFill>
                            <a:srgbClr val="132238"/>
                          </a:solidFill>
                          <a:latin typeface="Noto Sans CJK KR"/>
                          <a:ea typeface="Noto Sans CJK KR"/>
                          <a:cs typeface="Noto Sans CJK KR"/>
                        </a:rPr>
                        <a:t>전체 나라장터에 대한 검색 성능을 검증</a:t>
                      </a:r>
                    </a:p>
                  </a:txBody>
                  <a:tcPr marL="76200" marR="76200" marT="57150" marB="57150" anchor="ctr">
                    <a:solidFill>
                      <a:srgbClr val="FFFFFF"/>
                    </a:solidFill>
                  </a:tcPr>
                </a:tc>
              </a:tr>
              <a:tr h="476250">
                <a:tc>
                  <a:txBody>
                    <a:bodyPr/>
                    <a:lstStyle/>
                    <a:p>
                      <a:r>
                        <a:rPr sz="1050">
                          <a:solidFill>
                            <a:srgbClr val="132238"/>
                          </a:solidFill>
                          <a:latin typeface="Noto Sans CJK KR"/>
                          <a:ea typeface="Noto Sans CJK KR"/>
                          <a:cs typeface="Noto Sans CJK KR"/>
                        </a:rPr>
                        <a:t>295개 정본 답변과 생성 근거를 보존</a:t>
                      </a:r>
                    </a:p>
                  </a:txBody>
                  <a:tcPr marL="76200" marR="76200" marT="57150" marB="57150" anchor="ctr">
                    <a:solidFill>
                      <a:srgbClr val="FFFFFF"/>
                    </a:solidFill>
                  </a:tcPr>
                </a:tc>
                <a:tc>
                  <a:txBody>
                    <a:bodyPr/>
                    <a:lstStyle/>
                    <a:p>
                      <a:r>
                        <a:rPr sz="1050">
                          <a:solidFill>
                            <a:srgbClr val="132238"/>
                          </a:solidFill>
                          <a:latin typeface="Noto Sans CJK KR"/>
                          <a:ea typeface="Noto Sans CJK KR"/>
                          <a:cs typeface="Noto Sans CJK KR"/>
                        </a:rPr>
                        <a:t>RAG 정확도가 특정 비율이라고 주장</a:t>
                      </a:r>
                    </a:p>
                  </a:txBody>
                  <a:tcPr marL="76200" marR="76200" marT="57150" marB="57150" anchor="ctr">
                    <a:solidFill>
                      <a:srgbClr val="FFFFFF"/>
                    </a:solidFill>
                  </a:tcPr>
                </a:tc>
              </a:tr>
              <a:tr h="476250">
                <a:tc>
                  <a:txBody>
                    <a:bodyPr/>
                    <a:lstStyle/>
                    <a:p>
                      <a:r>
                        <a:rPr sz="1050">
                          <a:solidFill>
                            <a:srgbClr val="132238"/>
                          </a:solidFill>
                          <a:latin typeface="Noto Sans CJK KR"/>
                          <a:ea typeface="Noto Sans CJK KR"/>
                          <a:cs typeface="Noto Sans CJK KR"/>
                        </a:rPr>
                        <a:t>권한 정책으로 5건을 모델 호출 전에 차단</a:t>
                      </a:r>
                    </a:p>
                  </a:txBody>
                  <a:tcPr marL="76200" marR="76200" marT="57150" marB="57150" anchor="ctr">
                    <a:solidFill>
                      <a:srgbClr val="FFFFFF"/>
                    </a:solidFill>
                  </a:tcPr>
                </a:tc>
                <a:tc>
                  <a:txBody>
                    <a:bodyPr/>
                    <a:lstStyle/>
                    <a:p>
                      <a:r>
                        <a:rPr sz="1050">
                          <a:solidFill>
                            <a:srgbClr val="132238"/>
                          </a:solidFill>
                          <a:latin typeface="Noto Sans CJK KR"/>
                          <a:ea typeface="Noto Sans CJK KR"/>
                          <a:cs typeface="Noto Sans CJK KR"/>
                        </a:rPr>
                        <a:t>운영 인증·인가와 보안 감사를 완료</a:t>
                      </a:r>
                    </a:p>
                  </a:txBody>
                  <a:tcPr marL="76200" marR="76200" marT="57150" marB="57150" anchor="ctr">
                    <a:solidFill>
                      <a:srgbClr val="FFFFFF"/>
                    </a:solidFill>
                  </a:tcPr>
                </a:tc>
              </a:tr>
              <a:tr h="476250">
                <a:tc>
                  <a:txBody>
                    <a:bodyPr/>
                    <a:lstStyle/>
                    <a:p>
                      <a:r>
                        <a:rPr sz="1050">
                          <a:solidFill>
                            <a:srgbClr val="132238"/>
                          </a:solidFill>
                          <a:latin typeface="Noto Sans CJK KR"/>
                          <a:ea typeface="Noto Sans CJK KR"/>
                          <a:cs typeface="Noto Sans CJK KR"/>
                        </a:rPr>
                        <a:t>25문항 사람 의견을 접수하고 88구절 조정안 작성</a:t>
                      </a:r>
                    </a:p>
                  </a:txBody>
                  <a:tcPr marL="76200" marR="76200" marT="57150" marB="57150" anchor="ctr">
                    <a:solidFill>
                      <a:srgbClr val="FFFFFF"/>
                    </a:solidFill>
                  </a:tcPr>
                </a:tc>
                <a:tc>
                  <a:txBody>
                    <a:bodyPr/>
                    <a:lstStyle/>
                    <a:p>
                      <a:r>
                        <a:rPr sz="1050">
                          <a:solidFill>
                            <a:srgbClr val="132238"/>
                          </a:solidFill>
                          <a:latin typeface="Noto Sans CJK KR"/>
                          <a:ea typeface="Noto Sans CJK KR"/>
                          <a:cs typeface="Noto Sans CJK KR"/>
                        </a:rPr>
                        <a:t>25문항을 독립 gold 테스트로 사용</a:t>
                      </a:r>
                    </a:p>
                  </a:txBody>
                  <a:tcPr marL="76200" marR="76200" marT="57150" marB="57150" anchor="ctr">
                    <a:solidFill>
                      <a:srgbClr val="FFFFFF"/>
                    </a:solidFill>
                  </a:tcPr>
                </a:tc>
              </a:tr>
              <a:tr h="476250">
                <a:tc>
                  <a:txBody>
                    <a:bodyPr/>
                    <a:lstStyle/>
                    <a:p>
                      <a:r>
                        <a:rPr sz="1050">
                          <a:solidFill>
                            <a:srgbClr val="132238"/>
                          </a:solidFill>
                          <a:latin typeface="Noto Sans CJK KR"/>
                          <a:ea typeface="Noto Sans CJK KR"/>
                          <a:cs typeface="Noto Sans CJK KR"/>
                        </a:rPr>
                        <a:t>3모델 × 295답변 평가 구조를 준비</a:t>
                      </a:r>
                    </a:p>
                  </a:txBody>
                  <a:tcPr marL="76200" marR="76200" marT="57150" marB="57150" anchor="ctr">
                    <a:solidFill>
                      <a:srgbClr val="FFFFFF"/>
                    </a:solidFill>
                  </a:tcPr>
                </a:tc>
                <a:tc>
                  <a:txBody>
                    <a:bodyPr/>
                    <a:lstStyle/>
                    <a:p>
                      <a:r>
                        <a:rPr sz="1050">
                          <a:solidFill>
                            <a:srgbClr val="132238"/>
                          </a:solidFill>
                          <a:latin typeface="Noto Sans CJK KR"/>
                          <a:ea typeface="Noto Sans CJK KR"/>
                          <a:cs typeface="Noto Sans CJK KR"/>
                        </a:rPr>
                        <a:t>KLUE·XLM-R·BGE-M3 성능 우열 확정</a:t>
                      </a:r>
                    </a:p>
                  </a:txBody>
                  <a:tcPr marL="76200" marR="76200" marT="57150" marB="57150" anchor="ctr">
                    <a:solidFill>
                      <a:srgbClr val="FFFFFF"/>
                    </a:solidFill>
                  </a:tcPr>
                </a:tc>
              </a:tr>
              <a:tr h="476250">
                <a:tc>
                  <a:txBody>
                    <a:bodyPr/>
                    <a:lstStyle/>
                    <a:p>
                      <a:r>
                        <a:rPr sz="1050">
                          <a:solidFill>
                            <a:srgbClr val="132238"/>
                          </a:solidFill>
                          <a:latin typeface="Noto Sans CJK KR"/>
                          <a:ea typeface="Noto Sans CJK KR"/>
                          <a:cs typeface="Noto Sans CJK KR"/>
                        </a:rPr>
                        <a:t>저장 결과와 L1 로컬 질문 UI를 검증</a:t>
                      </a:r>
                    </a:p>
                  </a:txBody>
                  <a:tcPr marL="76200" marR="76200" marT="57150" marB="57150" anchor="ctr">
                    <a:solidFill>
                      <a:srgbClr val="FFFFFF"/>
                    </a:solidFill>
                  </a:tcPr>
                </a:tc>
                <a:tc>
                  <a:txBody>
                    <a:bodyPr/>
                    <a:lstStyle/>
                    <a:p>
                      <a:r>
                        <a:rPr sz="1050">
                          <a:solidFill>
                            <a:srgbClr val="132238"/>
                          </a:solidFill>
                          <a:latin typeface="Noto Sans CJK KR"/>
                          <a:ea typeface="Noto Sans CJK KR"/>
                          <a:cs typeface="Noto Sans CJK KR"/>
                        </a:rPr>
                        <a:t>L2·L3 자유 질문이 운영 DB와 연결</a:t>
                      </a:r>
                    </a:p>
                  </a:txBody>
                  <a:tcPr marL="76200" marR="76200" marT="57150" marB="5715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8AFFA01C-ECF4-4E05-A78A-D2E44A3875E1}"/>
              </a:ext>
            </a:extLst>
          </p:cNvPr>
          <p:cNvSpPr>
            <a:spLocks xmlns:a="http://schemas.openxmlformats.org/drawingml/2006/main" noGrp="1"/>
          </p:cNvSpPr>
          <p:nvPr/>
        </p:nvSpPr>
        <p:spPr>
          <a:xfrm xmlns:a="http://schemas.openxmlformats.org/drawingml/2006/main">
            <a:off x="514350" y="5105400"/>
            <a:ext cx="25717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CFD9E6"/>
            </a:solidFill>
          </a:ln>
        </p:spPr>
      </p:sp>
      <p:sp>
        <p:nvSpPr>
          <p:cNvPr id="8" name="">
            <a:extLst xmlns:a="http://schemas.openxmlformats.org/drawingml/2006/main">
              <a:ext uri="{FF2B5EF4-FFF2-40B4-BE49-F238E27FC236}">
                <a16:creationId xmlns:a16="http://schemas.microsoft.com/office/drawing/2014/main" id="{FDA418F0-F381-43BE-B542-9D1DBE3FCF53}"/>
              </a:ext>
            </a:extLst>
          </p:cNvPr>
          <p:cNvSpPr>
            <a:spLocks xmlns:a="http://schemas.openxmlformats.org/drawingml/2006/main" noGrp="1"/>
          </p:cNvSpPr>
          <p:nvPr/>
        </p:nvSpPr>
        <p:spPr>
          <a:xfrm xmlns:a="http://schemas.openxmlformats.org/drawingml/2006/main">
            <a:off x="514350" y="5105400"/>
            <a:ext cx="57150" cy="685800"/>
          </a:xfrm>
          <a:prstGeom xmlns:a="http://schemas.openxmlformats.org/drawingml/2006/main" prst="rect">
            <a:avLst/>
          </a:prstGeom>
          <a:solidFill xmlns:a="http://schemas.openxmlformats.org/drawingml/2006/main">
            <a:srgbClr val="2F6BFF"/>
          </a:solidFill>
          <a:ln xmlns:a="http://schemas.openxmlformats.org/drawingml/2006/main" w="9525">
            <a:solidFill>
              <a:srgbClr val="2F6BFF"/>
            </a:solidFill>
          </a:ln>
        </p:spPr>
      </p:sp>
      <p:sp>
        <p:nvSpPr>
          <p:cNvPr id="9" name="">
            <a:extLst xmlns:a="http://schemas.openxmlformats.org/drawingml/2006/main">
              <a:ext uri="{FF2B5EF4-FFF2-40B4-BE49-F238E27FC236}">
                <a16:creationId xmlns:a16="http://schemas.microsoft.com/office/drawing/2014/main" id="{A369A069-7E88-4E54-BE1E-A4A0A579D1FB}"/>
              </a:ext>
            </a:extLst>
          </p:cNvPr>
          <p:cNvSpPr>
            <a:spLocks xmlns:a="http://schemas.openxmlformats.org/drawingml/2006/main" noGrp="1"/>
          </p:cNvSpPr>
          <p:nvPr/>
        </p:nvSpPr>
        <p:spPr>
          <a:xfrm xmlns:a="http://schemas.openxmlformats.org/drawingml/2006/main">
            <a:off x="676275" y="5229225"/>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32238"/>
                </a:solidFill>
                <a:latin typeface="Noto Sans CJK KR"/>
                <a:ea typeface="Noto Sans CJK KR"/>
                <a:cs typeface="Noto Sans CJK KR"/>
              </a:defRPr>
            </a:pPr>
            <a:r>
              <a:rPr sz="1350" b="1">
                <a:solidFill>
                  <a:srgbClr val="132238"/>
                </a:solidFill>
                <a:latin typeface="Noto Sans CJK KR"/>
                <a:ea typeface="Noto Sans CJK KR"/>
                <a:cs typeface="Noto Sans CJK KR"/>
              </a:rPr>
              <a:t>데이터</a:t>
            </a:r>
          </a:p>
        </p:txBody>
      </p:sp>
      <p:sp>
        <p:nvSpPr>
          <p:cNvPr id="10" name="">
            <a:extLst xmlns:a="http://schemas.openxmlformats.org/drawingml/2006/main">
              <a:ext uri="{FF2B5EF4-FFF2-40B4-BE49-F238E27FC236}">
                <a16:creationId xmlns:a16="http://schemas.microsoft.com/office/drawing/2014/main" id="{96D2E2D7-C1BB-4BCA-970B-9EBB1D36F1A1}"/>
              </a:ext>
            </a:extLst>
          </p:cNvPr>
          <p:cNvSpPr>
            <a:spLocks xmlns:a="http://schemas.openxmlformats.org/drawingml/2006/main" noGrp="1"/>
          </p:cNvSpPr>
          <p:nvPr/>
        </p:nvSpPr>
        <p:spPr>
          <a:xfrm xmlns:a="http://schemas.openxmlformats.org/drawingml/2006/main">
            <a:off x="676275" y="5562600"/>
            <a:ext cx="22669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분모와 집계 기준 확인</a:t>
            </a:r>
          </a:p>
        </p:txBody>
      </p:sp>
      <p:sp>
        <p:nvSpPr>
          <p:cNvPr id="11" name="">
            <a:extLst xmlns:a="http://schemas.openxmlformats.org/drawingml/2006/main">
              <a:ext uri="{FF2B5EF4-FFF2-40B4-BE49-F238E27FC236}">
                <a16:creationId xmlns:a16="http://schemas.microsoft.com/office/drawing/2014/main" id="{1208219B-2AC6-4A15-B14E-3AC5801720F4}"/>
              </a:ext>
            </a:extLst>
          </p:cNvPr>
          <p:cNvSpPr>
            <a:spLocks xmlns:a="http://schemas.openxmlformats.org/drawingml/2006/main" noGrp="1"/>
          </p:cNvSpPr>
          <p:nvPr/>
        </p:nvSpPr>
        <p:spPr>
          <a:xfrm xmlns:a="http://schemas.openxmlformats.org/drawingml/2006/main">
            <a:off x="3305175" y="5105400"/>
            <a:ext cx="25717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CFD9E6"/>
            </a:solidFill>
          </a:ln>
        </p:spPr>
      </p:sp>
      <p:sp>
        <p:nvSpPr>
          <p:cNvPr id="12" name="">
            <a:extLst xmlns:a="http://schemas.openxmlformats.org/drawingml/2006/main">
              <a:ext uri="{FF2B5EF4-FFF2-40B4-BE49-F238E27FC236}">
                <a16:creationId xmlns:a16="http://schemas.microsoft.com/office/drawing/2014/main" id="{ABA51482-2E8E-4D25-98B5-239E4A607722}"/>
              </a:ext>
            </a:extLst>
          </p:cNvPr>
          <p:cNvSpPr>
            <a:spLocks xmlns:a="http://schemas.openxmlformats.org/drawingml/2006/main" noGrp="1"/>
          </p:cNvSpPr>
          <p:nvPr/>
        </p:nvSpPr>
        <p:spPr>
          <a:xfrm xmlns:a="http://schemas.openxmlformats.org/drawingml/2006/main">
            <a:off x="3305175" y="5105400"/>
            <a:ext cx="57150" cy="685800"/>
          </a:xfrm>
          <a:prstGeom xmlns:a="http://schemas.openxmlformats.org/drawingml/2006/main" prst="rect">
            <a:avLst/>
          </a:prstGeom>
          <a:solidFill xmlns:a="http://schemas.openxmlformats.org/drawingml/2006/main">
            <a:srgbClr val="119C8B"/>
          </a:solidFill>
          <a:ln xmlns:a="http://schemas.openxmlformats.org/drawingml/2006/main" w="9525">
            <a:solidFill>
              <a:srgbClr val="119C8B"/>
            </a:solidFill>
          </a:ln>
        </p:spPr>
      </p:sp>
      <p:sp>
        <p:nvSpPr>
          <p:cNvPr id="13" name="">
            <a:extLst xmlns:a="http://schemas.openxmlformats.org/drawingml/2006/main">
              <a:ext uri="{FF2B5EF4-FFF2-40B4-BE49-F238E27FC236}">
                <a16:creationId xmlns:a16="http://schemas.microsoft.com/office/drawing/2014/main" id="{AE95B816-3939-4661-8DFB-732CCAF892A2}"/>
              </a:ext>
            </a:extLst>
          </p:cNvPr>
          <p:cNvSpPr>
            <a:spLocks xmlns:a="http://schemas.openxmlformats.org/drawingml/2006/main" noGrp="1"/>
          </p:cNvSpPr>
          <p:nvPr/>
        </p:nvSpPr>
        <p:spPr>
          <a:xfrm xmlns:a="http://schemas.openxmlformats.org/drawingml/2006/main">
            <a:off x="3467100" y="5229225"/>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32238"/>
                </a:solidFill>
                <a:latin typeface="Noto Sans CJK KR"/>
                <a:ea typeface="Noto Sans CJK KR"/>
                <a:cs typeface="Noto Sans CJK KR"/>
              </a:defRPr>
            </a:pPr>
            <a:r>
              <a:rPr sz="1350" b="1">
                <a:solidFill>
                  <a:srgbClr val="132238"/>
                </a:solidFill>
                <a:latin typeface="Noto Sans CJK KR"/>
                <a:ea typeface="Noto Sans CJK KR"/>
                <a:cs typeface="Noto Sans CJK KR"/>
              </a:rPr>
              <a:t>모델</a:t>
            </a:r>
          </a:p>
        </p:txBody>
      </p:sp>
      <p:sp>
        <p:nvSpPr>
          <p:cNvPr id="14" name="">
            <a:extLst xmlns:a="http://schemas.openxmlformats.org/drawingml/2006/main">
              <a:ext uri="{FF2B5EF4-FFF2-40B4-BE49-F238E27FC236}">
                <a16:creationId xmlns:a16="http://schemas.microsoft.com/office/drawing/2014/main" id="{56ABD9CC-7733-410A-AE96-197E4254C77E}"/>
              </a:ext>
            </a:extLst>
          </p:cNvPr>
          <p:cNvSpPr>
            <a:spLocks xmlns:a="http://schemas.openxmlformats.org/drawingml/2006/main" noGrp="1"/>
          </p:cNvSpPr>
          <p:nvPr/>
        </p:nvSpPr>
        <p:spPr>
          <a:xfrm xmlns:a="http://schemas.openxmlformats.org/drawingml/2006/main">
            <a:off x="3467100" y="5562600"/>
            <a:ext cx="22669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학습·개발·평가 분할 확인</a:t>
            </a:r>
          </a:p>
        </p:txBody>
      </p:sp>
      <p:sp>
        <p:nvSpPr>
          <p:cNvPr id="15" name="">
            <a:extLst xmlns:a="http://schemas.openxmlformats.org/drawingml/2006/main">
              <a:ext uri="{FF2B5EF4-FFF2-40B4-BE49-F238E27FC236}">
                <a16:creationId xmlns:a16="http://schemas.microsoft.com/office/drawing/2014/main" id="{081D0325-B7F4-4682-9FB0-460921025425}"/>
              </a:ext>
            </a:extLst>
          </p:cNvPr>
          <p:cNvSpPr>
            <a:spLocks xmlns:a="http://schemas.openxmlformats.org/drawingml/2006/main" noGrp="1"/>
          </p:cNvSpPr>
          <p:nvPr/>
        </p:nvSpPr>
        <p:spPr>
          <a:xfrm xmlns:a="http://schemas.openxmlformats.org/drawingml/2006/main">
            <a:off x="6096000" y="5105400"/>
            <a:ext cx="25717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CFD9E6"/>
            </a:solidFill>
          </a:ln>
        </p:spPr>
      </p:sp>
      <p:sp>
        <p:nvSpPr>
          <p:cNvPr id="16" name="">
            <a:extLst xmlns:a="http://schemas.openxmlformats.org/drawingml/2006/main">
              <a:ext uri="{FF2B5EF4-FFF2-40B4-BE49-F238E27FC236}">
                <a16:creationId xmlns:a16="http://schemas.microsoft.com/office/drawing/2014/main" id="{F0B23746-A718-438D-B442-A1FC65498F90}"/>
              </a:ext>
            </a:extLst>
          </p:cNvPr>
          <p:cNvSpPr>
            <a:spLocks xmlns:a="http://schemas.openxmlformats.org/drawingml/2006/main" noGrp="1"/>
          </p:cNvSpPr>
          <p:nvPr/>
        </p:nvSpPr>
        <p:spPr>
          <a:xfrm xmlns:a="http://schemas.openxmlformats.org/drawingml/2006/main">
            <a:off x="6096000" y="5105400"/>
            <a:ext cx="57150" cy="685800"/>
          </a:xfrm>
          <a:prstGeom xmlns:a="http://schemas.openxmlformats.org/drawingml/2006/main" prst="rect">
            <a:avLst/>
          </a:prstGeom>
          <a:solidFill xmlns:a="http://schemas.openxmlformats.org/drawingml/2006/main">
            <a:srgbClr val="F29B38"/>
          </a:solidFill>
          <a:ln xmlns:a="http://schemas.openxmlformats.org/drawingml/2006/main" w="9525">
            <a:solidFill>
              <a:srgbClr val="F29B38"/>
            </a:solidFill>
          </a:ln>
        </p:spPr>
      </p:sp>
      <p:sp>
        <p:nvSpPr>
          <p:cNvPr id="17" name="">
            <a:extLst xmlns:a="http://schemas.openxmlformats.org/drawingml/2006/main">
              <a:ext uri="{FF2B5EF4-FFF2-40B4-BE49-F238E27FC236}">
                <a16:creationId xmlns:a16="http://schemas.microsoft.com/office/drawing/2014/main" id="{98BE604D-F9A4-4664-A3DF-A72429646A39}"/>
              </a:ext>
            </a:extLst>
          </p:cNvPr>
          <p:cNvSpPr>
            <a:spLocks xmlns:a="http://schemas.openxmlformats.org/drawingml/2006/main" noGrp="1"/>
          </p:cNvSpPr>
          <p:nvPr/>
        </p:nvSpPr>
        <p:spPr>
          <a:xfrm xmlns:a="http://schemas.openxmlformats.org/drawingml/2006/main">
            <a:off x="6257925" y="5229225"/>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32238"/>
                </a:solidFill>
                <a:latin typeface="Noto Sans CJK KR"/>
                <a:ea typeface="Noto Sans CJK KR"/>
                <a:cs typeface="Noto Sans CJK KR"/>
              </a:defRPr>
            </a:pPr>
            <a:r>
              <a:rPr sz="1350" b="1">
                <a:solidFill>
                  <a:srgbClr val="132238"/>
                </a:solidFill>
                <a:latin typeface="Noto Sans CJK KR"/>
                <a:ea typeface="Noto Sans CJK KR"/>
                <a:cs typeface="Noto Sans CJK KR"/>
              </a:rPr>
              <a:t>사람</a:t>
            </a:r>
          </a:p>
        </p:txBody>
      </p:sp>
      <p:sp>
        <p:nvSpPr>
          <p:cNvPr id="18" name="">
            <a:extLst xmlns:a="http://schemas.openxmlformats.org/drawingml/2006/main">
              <a:ext uri="{FF2B5EF4-FFF2-40B4-BE49-F238E27FC236}">
                <a16:creationId xmlns:a16="http://schemas.microsoft.com/office/drawing/2014/main" id="{4B5D26E1-3CFE-4DE4-A036-516AE37D27FF}"/>
              </a:ext>
            </a:extLst>
          </p:cNvPr>
          <p:cNvSpPr>
            <a:spLocks xmlns:a="http://schemas.openxmlformats.org/drawingml/2006/main" noGrp="1"/>
          </p:cNvSpPr>
          <p:nvPr/>
        </p:nvSpPr>
        <p:spPr>
          <a:xfrm xmlns:a="http://schemas.openxmlformats.org/drawingml/2006/main">
            <a:off x="6257925" y="5562600"/>
            <a:ext cx="22669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승인자·시점·대상 구절 기록</a:t>
            </a:r>
          </a:p>
        </p:txBody>
      </p:sp>
      <p:sp>
        <p:nvSpPr>
          <p:cNvPr id="19" name="">
            <a:extLst xmlns:a="http://schemas.openxmlformats.org/drawingml/2006/main">
              <a:ext uri="{FF2B5EF4-FFF2-40B4-BE49-F238E27FC236}">
                <a16:creationId xmlns:a16="http://schemas.microsoft.com/office/drawing/2014/main" id="{B7CB48B2-D3F0-43E9-B200-DA691758DA7F}"/>
              </a:ext>
            </a:extLst>
          </p:cNvPr>
          <p:cNvSpPr>
            <a:spLocks xmlns:a="http://schemas.openxmlformats.org/drawingml/2006/main" noGrp="1"/>
          </p:cNvSpPr>
          <p:nvPr/>
        </p:nvSpPr>
        <p:spPr>
          <a:xfrm xmlns:a="http://schemas.openxmlformats.org/drawingml/2006/main">
            <a:off x="8886825" y="5105400"/>
            <a:ext cx="25717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CFD9E6"/>
            </a:solidFill>
          </a:ln>
        </p:spPr>
      </p:sp>
      <p:sp>
        <p:nvSpPr>
          <p:cNvPr id="20" name="">
            <a:extLst xmlns:a="http://schemas.openxmlformats.org/drawingml/2006/main">
              <a:ext uri="{FF2B5EF4-FFF2-40B4-BE49-F238E27FC236}">
                <a16:creationId xmlns:a16="http://schemas.microsoft.com/office/drawing/2014/main" id="{F007D9F4-05D1-42A6-954F-B5DD7F87D2E2}"/>
              </a:ext>
            </a:extLst>
          </p:cNvPr>
          <p:cNvSpPr>
            <a:spLocks xmlns:a="http://schemas.openxmlformats.org/drawingml/2006/main" noGrp="1"/>
          </p:cNvSpPr>
          <p:nvPr/>
        </p:nvSpPr>
        <p:spPr>
          <a:xfrm xmlns:a="http://schemas.openxmlformats.org/drawingml/2006/main">
            <a:off x="8886825" y="5105400"/>
            <a:ext cx="57150" cy="685800"/>
          </a:xfrm>
          <a:prstGeom xmlns:a="http://schemas.openxmlformats.org/drawingml/2006/main" prst="rect">
            <a:avLst/>
          </a:prstGeom>
          <a:solidFill xmlns:a="http://schemas.openxmlformats.org/drawingml/2006/main">
            <a:srgbClr val="D9564A"/>
          </a:solidFill>
          <a:ln xmlns:a="http://schemas.openxmlformats.org/drawingml/2006/main" w="9525">
            <a:solidFill>
              <a:srgbClr val="D9564A"/>
            </a:solidFill>
          </a:ln>
        </p:spPr>
      </p:sp>
      <p:sp>
        <p:nvSpPr>
          <p:cNvPr id="21" name="">
            <a:extLst xmlns:a="http://schemas.openxmlformats.org/drawingml/2006/main">
              <a:ext uri="{FF2B5EF4-FFF2-40B4-BE49-F238E27FC236}">
                <a16:creationId xmlns:a16="http://schemas.microsoft.com/office/drawing/2014/main" id="{E71F9DB5-E11E-4966-A0EF-7B56E9451C84}"/>
              </a:ext>
            </a:extLst>
          </p:cNvPr>
          <p:cNvSpPr>
            <a:spLocks xmlns:a="http://schemas.openxmlformats.org/drawingml/2006/main" noGrp="1"/>
          </p:cNvSpPr>
          <p:nvPr/>
        </p:nvSpPr>
        <p:spPr>
          <a:xfrm xmlns:a="http://schemas.openxmlformats.org/drawingml/2006/main">
            <a:off x="9048750" y="5229225"/>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32238"/>
                </a:solidFill>
                <a:latin typeface="Noto Sans CJK KR"/>
                <a:ea typeface="Noto Sans CJK KR"/>
                <a:cs typeface="Noto Sans CJK KR"/>
              </a:defRPr>
            </a:pPr>
            <a:r>
              <a:rPr sz="1350" b="1">
                <a:solidFill>
                  <a:srgbClr val="132238"/>
                </a:solidFill>
                <a:latin typeface="Noto Sans CJK KR"/>
                <a:ea typeface="Noto Sans CJK KR"/>
                <a:cs typeface="Noto Sans CJK KR"/>
              </a:rPr>
              <a:t>운영</a:t>
            </a:r>
          </a:p>
        </p:txBody>
      </p:sp>
      <p:sp>
        <p:nvSpPr>
          <p:cNvPr id="22" name="">
            <a:extLst xmlns:a="http://schemas.openxmlformats.org/drawingml/2006/main">
              <a:ext uri="{FF2B5EF4-FFF2-40B4-BE49-F238E27FC236}">
                <a16:creationId xmlns:a16="http://schemas.microsoft.com/office/drawing/2014/main" id="{5601A0AD-30F4-40FC-811A-AAC3ECA15D6A}"/>
              </a:ext>
            </a:extLst>
          </p:cNvPr>
          <p:cNvSpPr>
            <a:spLocks xmlns:a="http://schemas.openxmlformats.org/drawingml/2006/main" noGrp="1"/>
          </p:cNvSpPr>
          <p:nvPr/>
        </p:nvSpPr>
        <p:spPr>
          <a:xfrm xmlns:a="http://schemas.openxmlformats.org/drawingml/2006/main">
            <a:off x="9048750" y="5562600"/>
            <a:ext cx="22669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2657A"/>
                </a:solidFill>
                <a:latin typeface="Noto Sans CJK KR"/>
                <a:ea typeface="Noto Sans CJK KR"/>
                <a:cs typeface="Noto Sans CJK KR"/>
              </a:defRPr>
            </a:pPr>
            <a:r>
              <a:rPr sz="1050" b="0">
                <a:solidFill>
                  <a:srgbClr val="52657A"/>
                </a:solidFill>
                <a:latin typeface="Noto Sans CJK KR"/>
                <a:ea typeface="Noto Sans CJK KR"/>
                <a:cs typeface="Noto Sans CJK KR"/>
              </a:rPr>
              <a:t>인증·로그·실시간 모드 별도 검증</a:t>
            </a:r>
          </a:p>
        </p:txBody>
      </p:sp>
      <p:sp>
        <p:nvSpPr>
          <p:cNvPr id="23" name="">
            <a:extLst xmlns:a="http://schemas.openxmlformats.org/drawingml/2006/main">
              <a:ext uri="{FF2B5EF4-FFF2-40B4-BE49-F238E27FC236}">
                <a16:creationId xmlns:a16="http://schemas.microsoft.com/office/drawing/2014/main" id="{9FA81F06-580A-451E-9A75-6CC1250A2971}"/>
              </a:ext>
            </a:extLst>
          </p:cNvPr>
          <p:cNvSpPr>
            <a:spLocks xmlns:a="http://schemas.openxmlformats.org/drawingml/2006/main" noGrp="1"/>
          </p:cNvSpPr>
          <p:nvPr/>
        </p:nvSpPr>
        <p:spPr>
          <a:xfrm xmlns:a="http://schemas.openxmlformats.org/drawingml/2006/main">
            <a:off x="514350" y="6353175"/>
            <a:ext cx="11163300" cy="0"/>
          </a:xfrm>
          <a:prstGeom xmlns:a="http://schemas.openxmlformats.org/drawingml/2006/main" prst="line">
            <a:avLst/>
          </a:prstGeom>
          <a:noFill xmlns:a="http://schemas.openxmlformats.org/drawingml/2006/main"/>
          <a:ln xmlns:a="http://schemas.openxmlformats.org/drawingml/2006/main" w="9525">
            <a:solidFill>
              <a:srgbClr val="CFD9E6"/>
            </a:solidFill>
          </a:ln>
        </p:spPr>
      </p:sp>
      <p:sp>
        <p:nvSpPr>
          <p:cNvPr id="24" name="">
            <a:extLst xmlns:a="http://schemas.openxmlformats.org/drawingml/2006/main">
              <a:ext uri="{FF2B5EF4-FFF2-40B4-BE49-F238E27FC236}">
                <a16:creationId xmlns:a16="http://schemas.microsoft.com/office/drawing/2014/main" id="{735DB021-3211-4014-9077-E389C7386E4D}"/>
              </a:ext>
            </a:extLst>
          </p:cNvPr>
          <p:cNvSpPr>
            <a:spLocks xmlns:a="http://schemas.openxmlformats.org/drawingml/2006/main" noGrp="1"/>
          </p:cNvSpPr>
          <p:nvPr/>
        </p:nvSpPr>
        <p:spPr>
          <a:xfrm xmlns:a="http://schemas.openxmlformats.org/drawingml/2006/main">
            <a:off x="533400" y="6457950"/>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0">
                <a:solidFill>
                  <a:srgbClr val="52657A"/>
                </a:solidFill>
                <a:latin typeface="Noto Sans CJK KR"/>
                <a:ea typeface="Noto Sans CJK KR"/>
                <a:cs typeface="Noto Sans CJK KR"/>
              </a:defRPr>
            </a:pPr>
            <a:r>
              <a:rPr sz="825" b="0">
                <a:solidFill>
                  <a:srgbClr val="52657A"/>
                </a:solidFill>
                <a:latin typeface="Noto Sans CJK KR"/>
                <a:ea typeface="Noto Sans CJK KR"/>
                <a:cs typeface="Noto Sans CJK KR"/>
              </a:rPr>
              <a:t>미완료 결과는 자리와 평가 방법만 설계하고 “평가 진행 중”으로 표시</a:t>
            </a:r>
          </a:p>
        </p:txBody>
      </p:sp>
      <p:sp>
        <p:nvSpPr>
          <p:cNvPr id="25" name="">
            <a:extLst xmlns:a="http://schemas.openxmlformats.org/drawingml/2006/main">
              <a:ext uri="{FF2B5EF4-FFF2-40B4-BE49-F238E27FC236}">
                <a16:creationId xmlns:a16="http://schemas.microsoft.com/office/drawing/2014/main" id="{333256FE-F375-4FFA-AD75-93DA0FA663B0}"/>
              </a:ext>
            </a:extLst>
          </p:cNvPr>
          <p:cNvSpPr>
            <a:spLocks xmlns:a="http://schemas.openxmlformats.org/drawingml/2006/main" noGrp="1"/>
          </p:cNvSpPr>
          <p:nvPr/>
        </p:nvSpPr>
        <p:spPr>
          <a:xfrm xmlns:a="http://schemas.openxmlformats.org/drawingml/2006/main">
            <a:off x="10001250" y="6457950"/>
            <a:ext cx="1676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 b="1">
                <a:solidFill>
                  <a:srgbClr val="183B5B"/>
                </a:solidFill>
                <a:latin typeface="Noto Sans CJK KR"/>
                <a:ea typeface="Noto Sans CJK KR"/>
                <a:cs typeface="Noto Sans CJK KR"/>
              </a:defRPr>
            </a:pPr>
            <a:r>
              <a:rPr sz="825" b="1">
                <a:solidFill>
                  <a:srgbClr val="183B5B"/>
                </a:solidFill>
                <a:latin typeface="Noto Sans CJK KR"/>
                <a:ea typeface="Noto Sans CJK KR"/>
                <a:cs typeface="Noto Sans CJK KR"/>
              </a:rPr>
              <a:t>ASTRA · ko-LettuceDetect</a:t>
            </a:r>
          </a:p>
        </p:txBody>
      </p:sp>
    </p:spTree>
    <p:extLst>
      <p:ext uri="{BB962C8B-B14F-4D97-AF65-F5344CB8AC3E}">
        <p14:creationId xmlns:p14="http://schemas.microsoft.com/office/powerpoint/2010/main" val="19554251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2026-09-16T08:53:37.5200000Z</dcterms:created>
  <dcterms:modified xsi:type="dcterms:W3CDTF">2026-09-16T08:53:37.5200000Z</dcterms:modified>
</coreProperties>
</file>